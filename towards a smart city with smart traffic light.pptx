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0"/>
  </p:notesMasterIdLst>
  <p:sldIdLst>
    <p:sldId id="256" r:id="rId2"/>
    <p:sldId id="260" r:id="rId3"/>
    <p:sldId id="262" r:id="rId4"/>
    <p:sldId id="270" r:id="rId5"/>
    <p:sldId id="261" r:id="rId6"/>
    <p:sldId id="274" r:id="rId7"/>
    <p:sldId id="263" r:id="rId8"/>
    <p:sldId id="276" r:id="rId9"/>
  </p:sldIdLst>
  <p:sldSz cx="9144000" cy="5143500" type="screen16x9"/>
  <p:notesSz cx="6858000" cy="9144000"/>
  <p:embeddedFontLst>
    <p:embeddedFont>
      <p:font typeface="Alata" pitchFamily="2" charset="77"/>
      <p:regular r:id="rId11"/>
    </p:embeddedFont>
    <p:embeddedFont>
      <p:font typeface="Albert Sans" pitchFamily="2" charset="77"/>
      <p:regular r:id="rId12"/>
      <p:bold r:id="rId13"/>
      <p:italic r:id="rId14"/>
      <p:boldItalic r:id="rId15"/>
    </p:embeddedFont>
    <p:embeddedFont>
      <p:font typeface="Bebas Neue" panose="020B0606020202050201" pitchFamily="34" charset="77"/>
      <p:regular r:id="rId16"/>
    </p:embeddedFont>
    <p:embeddedFont>
      <p:font typeface="Nunito Light" panose="020F0302020204030204" pitchFamily="34" charset="0"/>
      <p:regular r:id="rId17"/>
      <p: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B8F774-2CE7-4A79-ADDB-4EB171514DBB}" v="1" dt="2024-04-20T06:08:49.624"/>
  </p1510:revLst>
</p1510:revInfo>
</file>

<file path=ppt/tableStyles.xml><?xml version="1.0" encoding="utf-8"?>
<a:tblStyleLst xmlns:a="http://schemas.openxmlformats.org/drawingml/2006/main" def="{BB1BD253-C227-45D7-9522-050C55121315}">
  <a:tblStyle styleId="{BB1BD253-C227-45D7-9522-050C551213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5A3251C-0A40-4AAA-939E-3136433AB26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2"/>
  </p:normalViewPr>
  <p:slideViewPr>
    <p:cSldViewPr snapToGrid="0">
      <p:cViewPr varScale="1">
        <p:scale>
          <a:sx n="145" d="100"/>
          <a:sy n="145" d="100"/>
        </p:scale>
        <p:origin x="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microsoft.com/office/2015/10/relationships/revisionInfo" Target="revisionInfo.xml"/><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445be87c8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445be87c8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212f97afb56_1_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212f97afb56_1_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12f97afb56_1_1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212f97afb56_1_1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12f97afb56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12f97afb56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45a9042fe5_1_17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9" name="Google Shape;799;g245a9042fe5_1_17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lt2"/>
            </a:gs>
            <a:gs pos="100000">
              <a:schemeClr val="lt1"/>
            </a:gs>
          </a:gsLst>
          <a:path path="circle">
            <a:fillToRect l="50000" t="50000" r="50000" b="50000"/>
          </a:path>
          <a:tileRect/>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730850" y="1244775"/>
            <a:ext cx="5682300" cy="1847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730850" y="3489225"/>
            <a:ext cx="56823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gradFill>
          <a:gsLst>
            <a:gs pos="0">
              <a:schemeClr val="lt2"/>
            </a:gs>
            <a:gs pos="100000">
              <a:schemeClr val="lt1"/>
            </a:gs>
          </a:gsLst>
          <a:path path="circle">
            <a:fillToRect l="50000" t="50000" r="50000" b="50000"/>
          </a:path>
          <a:tileRect/>
        </a:gradFill>
        <a:effectLst/>
      </p:bgPr>
    </p:bg>
    <p:spTree>
      <p:nvGrpSpPr>
        <p:cNvPr id="1" name="Shape 38"/>
        <p:cNvGrpSpPr/>
        <p:nvPr/>
      </p:nvGrpSpPr>
      <p:grpSpPr>
        <a:xfrm>
          <a:off x="0" y="0"/>
          <a:ext cx="0" cy="0"/>
          <a:chOff x="0" y="0"/>
          <a:chExt cx="0" cy="0"/>
        </a:xfrm>
      </p:grpSpPr>
      <p:sp>
        <p:nvSpPr>
          <p:cNvPr id="39" name="Google Shape;39;p5"/>
          <p:cNvSpPr txBox="1">
            <a:spLocks noGrp="1"/>
          </p:cNvSpPr>
          <p:nvPr>
            <p:ph type="subTitle" idx="1"/>
          </p:nvPr>
        </p:nvSpPr>
        <p:spPr>
          <a:xfrm>
            <a:off x="1231713" y="1657100"/>
            <a:ext cx="3084000" cy="506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0" name="Google Shape;40;p5"/>
          <p:cNvSpPr txBox="1">
            <a:spLocks noGrp="1"/>
          </p:cNvSpPr>
          <p:nvPr>
            <p:ph type="subTitle" idx="2"/>
          </p:nvPr>
        </p:nvSpPr>
        <p:spPr>
          <a:xfrm>
            <a:off x="4828288" y="1657100"/>
            <a:ext cx="3084000" cy="506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1" name="Google Shape;41;p5"/>
          <p:cNvSpPr txBox="1">
            <a:spLocks noGrp="1"/>
          </p:cNvSpPr>
          <p:nvPr>
            <p:ph type="subTitle" idx="3"/>
          </p:nvPr>
        </p:nvSpPr>
        <p:spPr>
          <a:xfrm>
            <a:off x="1231712" y="2134992"/>
            <a:ext cx="3084000" cy="16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2" name="Google Shape;42;p5"/>
          <p:cNvSpPr txBox="1">
            <a:spLocks noGrp="1"/>
          </p:cNvSpPr>
          <p:nvPr>
            <p:ph type="subTitle" idx="4"/>
          </p:nvPr>
        </p:nvSpPr>
        <p:spPr>
          <a:xfrm>
            <a:off x="4828287" y="2134992"/>
            <a:ext cx="3084000" cy="163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 name="Google Shape;4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4" name="Google Shape;44;p5"/>
          <p:cNvGrpSpPr/>
          <p:nvPr/>
        </p:nvGrpSpPr>
        <p:grpSpPr>
          <a:xfrm>
            <a:off x="7668200" y="-880263"/>
            <a:ext cx="2239418" cy="2778714"/>
            <a:chOff x="7668200" y="-880263"/>
            <a:chExt cx="2239418" cy="2778714"/>
          </a:xfrm>
        </p:grpSpPr>
        <p:sp>
          <p:nvSpPr>
            <p:cNvPr id="45" name="Google Shape;45;p5"/>
            <p:cNvSpPr/>
            <p:nvPr/>
          </p:nvSpPr>
          <p:spPr>
            <a:xfrm rot="10800000" flipH="1">
              <a:off x="7886558" y="-880263"/>
              <a:ext cx="2021060" cy="2541910"/>
            </a:xfrm>
            <a:custGeom>
              <a:avLst/>
              <a:gdLst/>
              <a:ahLst/>
              <a:cxnLst/>
              <a:rect l="l" t="t" r="r" b="b"/>
              <a:pathLst>
                <a:path w="29145" h="36656" extrusionOk="0">
                  <a:moveTo>
                    <a:pt x="28390" y="1"/>
                  </a:moveTo>
                  <a:cubicBezTo>
                    <a:pt x="28006" y="1"/>
                    <a:pt x="27666" y="311"/>
                    <a:pt x="27651" y="711"/>
                  </a:cubicBezTo>
                  <a:cubicBezTo>
                    <a:pt x="27651" y="873"/>
                    <a:pt x="27695" y="1021"/>
                    <a:pt x="27784" y="1139"/>
                  </a:cubicBezTo>
                  <a:lnTo>
                    <a:pt x="26128" y="2810"/>
                  </a:lnTo>
                  <a:lnTo>
                    <a:pt x="26128" y="2855"/>
                  </a:lnTo>
                  <a:lnTo>
                    <a:pt x="26128" y="10721"/>
                  </a:lnTo>
                  <a:lnTo>
                    <a:pt x="21248" y="15600"/>
                  </a:lnTo>
                  <a:lnTo>
                    <a:pt x="15630" y="15600"/>
                  </a:lnTo>
                  <a:lnTo>
                    <a:pt x="7719" y="23511"/>
                  </a:lnTo>
                  <a:lnTo>
                    <a:pt x="7719" y="28908"/>
                  </a:lnTo>
                  <a:lnTo>
                    <a:pt x="1287" y="35355"/>
                  </a:lnTo>
                  <a:cubicBezTo>
                    <a:pt x="1145" y="35234"/>
                    <a:pt x="973" y="35175"/>
                    <a:pt x="802" y="35175"/>
                  </a:cubicBezTo>
                  <a:cubicBezTo>
                    <a:pt x="615" y="35175"/>
                    <a:pt x="428" y="35246"/>
                    <a:pt x="281" y="35384"/>
                  </a:cubicBezTo>
                  <a:cubicBezTo>
                    <a:pt x="1" y="35680"/>
                    <a:pt x="1" y="36153"/>
                    <a:pt x="281" y="36434"/>
                  </a:cubicBezTo>
                  <a:cubicBezTo>
                    <a:pt x="429" y="36582"/>
                    <a:pt x="618" y="36656"/>
                    <a:pt x="806" y="36656"/>
                  </a:cubicBezTo>
                  <a:cubicBezTo>
                    <a:pt x="995" y="36656"/>
                    <a:pt x="1183" y="36582"/>
                    <a:pt x="1331" y="36434"/>
                  </a:cubicBezTo>
                  <a:cubicBezTo>
                    <a:pt x="1583" y="36183"/>
                    <a:pt x="1612" y="35798"/>
                    <a:pt x="1435" y="35517"/>
                  </a:cubicBezTo>
                  <a:lnTo>
                    <a:pt x="7941" y="29011"/>
                  </a:lnTo>
                  <a:lnTo>
                    <a:pt x="7941" y="23614"/>
                  </a:lnTo>
                  <a:lnTo>
                    <a:pt x="15718" y="15822"/>
                  </a:lnTo>
                  <a:lnTo>
                    <a:pt x="21337" y="15822"/>
                  </a:lnTo>
                  <a:lnTo>
                    <a:pt x="26350" y="10824"/>
                  </a:lnTo>
                  <a:lnTo>
                    <a:pt x="26350" y="10765"/>
                  </a:lnTo>
                  <a:lnTo>
                    <a:pt x="26350" y="2899"/>
                  </a:lnTo>
                  <a:lnTo>
                    <a:pt x="27932" y="1302"/>
                  </a:lnTo>
                  <a:cubicBezTo>
                    <a:pt x="28050" y="1406"/>
                    <a:pt x="28198" y="1465"/>
                    <a:pt x="28360" y="1480"/>
                  </a:cubicBezTo>
                  <a:cubicBezTo>
                    <a:pt x="28370" y="1480"/>
                    <a:pt x="28379" y="1480"/>
                    <a:pt x="28388" y="1480"/>
                  </a:cubicBezTo>
                  <a:cubicBezTo>
                    <a:pt x="28789" y="1480"/>
                    <a:pt x="29115" y="1160"/>
                    <a:pt x="29129" y="770"/>
                  </a:cubicBezTo>
                  <a:cubicBezTo>
                    <a:pt x="29144" y="548"/>
                    <a:pt x="29055" y="356"/>
                    <a:pt x="28922" y="208"/>
                  </a:cubicBezTo>
                  <a:cubicBezTo>
                    <a:pt x="28789" y="90"/>
                    <a:pt x="28612" y="1"/>
                    <a:pt x="2842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rot="10800000" flipH="1">
              <a:off x="7668200" y="-380156"/>
              <a:ext cx="2015859" cy="2278607"/>
            </a:xfrm>
            <a:custGeom>
              <a:avLst/>
              <a:gdLst/>
              <a:ahLst/>
              <a:cxnLst/>
              <a:rect l="l" t="t" r="r" b="b"/>
              <a:pathLst>
                <a:path w="29070" h="32859" extrusionOk="0">
                  <a:moveTo>
                    <a:pt x="28330" y="0"/>
                  </a:moveTo>
                  <a:cubicBezTo>
                    <a:pt x="28138" y="0"/>
                    <a:pt x="27961" y="59"/>
                    <a:pt x="27828" y="193"/>
                  </a:cubicBezTo>
                  <a:cubicBezTo>
                    <a:pt x="27680" y="326"/>
                    <a:pt x="27591" y="503"/>
                    <a:pt x="27591" y="710"/>
                  </a:cubicBezTo>
                  <a:cubicBezTo>
                    <a:pt x="27576" y="858"/>
                    <a:pt x="27621" y="991"/>
                    <a:pt x="27695" y="1124"/>
                  </a:cubicBezTo>
                  <a:lnTo>
                    <a:pt x="24723" y="4096"/>
                  </a:lnTo>
                  <a:cubicBezTo>
                    <a:pt x="24737" y="4022"/>
                    <a:pt x="24767" y="3963"/>
                    <a:pt x="24767" y="3889"/>
                  </a:cubicBezTo>
                  <a:cubicBezTo>
                    <a:pt x="24767" y="3682"/>
                    <a:pt x="24708" y="3505"/>
                    <a:pt x="24560" y="3357"/>
                  </a:cubicBezTo>
                  <a:cubicBezTo>
                    <a:pt x="24560" y="3342"/>
                    <a:pt x="24560" y="3342"/>
                    <a:pt x="24545" y="3327"/>
                  </a:cubicBezTo>
                  <a:cubicBezTo>
                    <a:pt x="24412" y="3209"/>
                    <a:pt x="24235" y="3120"/>
                    <a:pt x="24057" y="3120"/>
                  </a:cubicBezTo>
                  <a:cubicBezTo>
                    <a:pt x="24040" y="3119"/>
                    <a:pt x="24022" y="3118"/>
                    <a:pt x="24005" y="3118"/>
                  </a:cubicBezTo>
                  <a:cubicBezTo>
                    <a:pt x="23820" y="3118"/>
                    <a:pt x="23660" y="3191"/>
                    <a:pt x="23525" y="3312"/>
                  </a:cubicBezTo>
                  <a:cubicBezTo>
                    <a:pt x="23377" y="3445"/>
                    <a:pt x="23288" y="3638"/>
                    <a:pt x="23288" y="3830"/>
                  </a:cubicBezTo>
                  <a:cubicBezTo>
                    <a:pt x="23274" y="3993"/>
                    <a:pt x="23333" y="4155"/>
                    <a:pt x="23436" y="4288"/>
                  </a:cubicBezTo>
                  <a:lnTo>
                    <a:pt x="18779" y="8946"/>
                  </a:lnTo>
                  <a:lnTo>
                    <a:pt x="18779" y="14180"/>
                  </a:lnTo>
                  <a:lnTo>
                    <a:pt x="11178" y="21780"/>
                  </a:lnTo>
                  <a:lnTo>
                    <a:pt x="5915" y="21780"/>
                  </a:lnTo>
                  <a:lnTo>
                    <a:pt x="695" y="27000"/>
                  </a:lnTo>
                  <a:lnTo>
                    <a:pt x="695" y="31391"/>
                  </a:lnTo>
                  <a:cubicBezTo>
                    <a:pt x="547" y="31421"/>
                    <a:pt x="399" y="31495"/>
                    <a:pt x="281" y="31598"/>
                  </a:cubicBezTo>
                  <a:cubicBezTo>
                    <a:pt x="0" y="31894"/>
                    <a:pt x="0" y="32367"/>
                    <a:pt x="281" y="32648"/>
                  </a:cubicBezTo>
                  <a:cubicBezTo>
                    <a:pt x="429" y="32789"/>
                    <a:pt x="617" y="32859"/>
                    <a:pt x="806" y="32859"/>
                  </a:cubicBezTo>
                  <a:cubicBezTo>
                    <a:pt x="994" y="32859"/>
                    <a:pt x="1183" y="32789"/>
                    <a:pt x="1331" y="32648"/>
                  </a:cubicBezTo>
                  <a:cubicBezTo>
                    <a:pt x="1612" y="32367"/>
                    <a:pt x="1612" y="31894"/>
                    <a:pt x="1331" y="31598"/>
                  </a:cubicBezTo>
                  <a:cubicBezTo>
                    <a:pt x="1213" y="31495"/>
                    <a:pt x="1065" y="31421"/>
                    <a:pt x="917" y="31391"/>
                  </a:cubicBezTo>
                  <a:lnTo>
                    <a:pt x="917" y="27089"/>
                  </a:lnTo>
                  <a:lnTo>
                    <a:pt x="6003" y="22002"/>
                  </a:lnTo>
                  <a:lnTo>
                    <a:pt x="11267" y="22002"/>
                  </a:lnTo>
                  <a:lnTo>
                    <a:pt x="19000" y="14284"/>
                  </a:lnTo>
                  <a:lnTo>
                    <a:pt x="19000" y="9035"/>
                  </a:lnTo>
                  <a:lnTo>
                    <a:pt x="23584" y="4451"/>
                  </a:lnTo>
                  <a:cubicBezTo>
                    <a:pt x="23599" y="4466"/>
                    <a:pt x="23614" y="4466"/>
                    <a:pt x="23643" y="4481"/>
                  </a:cubicBezTo>
                  <a:cubicBezTo>
                    <a:pt x="23614" y="4554"/>
                    <a:pt x="23599" y="4628"/>
                    <a:pt x="23599" y="4702"/>
                  </a:cubicBezTo>
                  <a:cubicBezTo>
                    <a:pt x="23584" y="4895"/>
                    <a:pt x="23658" y="5087"/>
                    <a:pt x="23791" y="5235"/>
                  </a:cubicBezTo>
                  <a:cubicBezTo>
                    <a:pt x="23835" y="5279"/>
                    <a:pt x="23895" y="5323"/>
                    <a:pt x="23939" y="5353"/>
                  </a:cubicBezTo>
                  <a:cubicBezTo>
                    <a:pt x="23909" y="5353"/>
                    <a:pt x="23880" y="5338"/>
                    <a:pt x="23850" y="5338"/>
                  </a:cubicBezTo>
                  <a:cubicBezTo>
                    <a:pt x="23658" y="5338"/>
                    <a:pt x="23466" y="5397"/>
                    <a:pt x="23318" y="5530"/>
                  </a:cubicBezTo>
                  <a:cubicBezTo>
                    <a:pt x="23170" y="5663"/>
                    <a:pt x="23096" y="5856"/>
                    <a:pt x="23081" y="6048"/>
                  </a:cubicBezTo>
                  <a:cubicBezTo>
                    <a:pt x="23081" y="6240"/>
                    <a:pt x="23140" y="6432"/>
                    <a:pt x="23274" y="6580"/>
                  </a:cubicBezTo>
                  <a:cubicBezTo>
                    <a:pt x="23407" y="6713"/>
                    <a:pt x="23569" y="6787"/>
                    <a:pt x="23747" y="6817"/>
                  </a:cubicBezTo>
                  <a:lnTo>
                    <a:pt x="23747" y="11607"/>
                  </a:lnTo>
                  <a:lnTo>
                    <a:pt x="23155" y="12214"/>
                  </a:lnTo>
                  <a:lnTo>
                    <a:pt x="21470" y="12214"/>
                  </a:lnTo>
                  <a:cubicBezTo>
                    <a:pt x="21455" y="12036"/>
                    <a:pt x="21396" y="11888"/>
                    <a:pt x="21277" y="11755"/>
                  </a:cubicBezTo>
                  <a:cubicBezTo>
                    <a:pt x="21277" y="11755"/>
                    <a:pt x="21263" y="11741"/>
                    <a:pt x="21263" y="11741"/>
                  </a:cubicBezTo>
                  <a:cubicBezTo>
                    <a:pt x="21130" y="11607"/>
                    <a:pt x="20952" y="11534"/>
                    <a:pt x="20760" y="11519"/>
                  </a:cubicBezTo>
                  <a:cubicBezTo>
                    <a:pt x="20568" y="11519"/>
                    <a:pt x="20375" y="11593"/>
                    <a:pt x="20242" y="11726"/>
                  </a:cubicBezTo>
                  <a:cubicBezTo>
                    <a:pt x="20095" y="11859"/>
                    <a:pt x="20006" y="12036"/>
                    <a:pt x="20006" y="12228"/>
                  </a:cubicBezTo>
                  <a:cubicBezTo>
                    <a:pt x="19991" y="12435"/>
                    <a:pt x="20065" y="12628"/>
                    <a:pt x="20198" y="12761"/>
                  </a:cubicBezTo>
                  <a:cubicBezTo>
                    <a:pt x="20331" y="12909"/>
                    <a:pt x="20509" y="12997"/>
                    <a:pt x="20701" y="12997"/>
                  </a:cubicBezTo>
                  <a:cubicBezTo>
                    <a:pt x="20718" y="12999"/>
                    <a:pt x="20736" y="12999"/>
                    <a:pt x="20753" y="12999"/>
                  </a:cubicBezTo>
                  <a:cubicBezTo>
                    <a:pt x="20940" y="12999"/>
                    <a:pt x="21111" y="12927"/>
                    <a:pt x="21233" y="12805"/>
                  </a:cubicBezTo>
                  <a:cubicBezTo>
                    <a:pt x="21351" y="12702"/>
                    <a:pt x="21425" y="12569"/>
                    <a:pt x="21455" y="12421"/>
                  </a:cubicBezTo>
                  <a:lnTo>
                    <a:pt x="23244" y="12421"/>
                  </a:lnTo>
                  <a:lnTo>
                    <a:pt x="23969" y="11696"/>
                  </a:lnTo>
                  <a:lnTo>
                    <a:pt x="23969" y="6802"/>
                  </a:lnTo>
                  <a:cubicBezTo>
                    <a:pt x="24102" y="6772"/>
                    <a:pt x="24220" y="6713"/>
                    <a:pt x="24323" y="6625"/>
                  </a:cubicBezTo>
                  <a:cubicBezTo>
                    <a:pt x="24471" y="6491"/>
                    <a:pt x="24545" y="6299"/>
                    <a:pt x="24560" y="6107"/>
                  </a:cubicBezTo>
                  <a:cubicBezTo>
                    <a:pt x="24560" y="5915"/>
                    <a:pt x="24501" y="5723"/>
                    <a:pt x="24368" y="5575"/>
                  </a:cubicBezTo>
                  <a:cubicBezTo>
                    <a:pt x="24353" y="5575"/>
                    <a:pt x="24353" y="5560"/>
                    <a:pt x="24338" y="5560"/>
                  </a:cubicBezTo>
                  <a:cubicBezTo>
                    <a:pt x="24309" y="5516"/>
                    <a:pt x="24264" y="5486"/>
                    <a:pt x="24205" y="5456"/>
                  </a:cubicBezTo>
                  <a:cubicBezTo>
                    <a:pt x="24235" y="5456"/>
                    <a:pt x="24264" y="5471"/>
                    <a:pt x="24309" y="5471"/>
                  </a:cubicBezTo>
                  <a:cubicBezTo>
                    <a:pt x="24501" y="5471"/>
                    <a:pt x="24693" y="5397"/>
                    <a:pt x="24826" y="5264"/>
                  </a:cubicBezTo>
                  <a:cubicBezTo>
                    <a:pt x="24974" y="5131"/>
                    <a:pt x="25063" y="4954"/>
                    <a:pt x="25063" y="4761"/>
                  </a:cubicBezTo>
                  <a:cubicBezTo>
                    <a:pt x="25077" y="4569"/>
                    <a:pt x="25018" y="4392"/>
                    <a:pt x="24885" y="4244"/>
                  </a:cubicBezTo>
                  <a:lnTo>
                    <a:pt x="27842" y="1287"/>
                  </a:lnTo>
                  <a:cubicBezTo>
                    <a:pt x="27976" y="1390"/>
                    <a:pt x="28123" y="1464"/>
                    <a:pt x="28301" y="1464"/>
                  </a:cubicBezTo>
                  <a:cubicBezTo>
                    <a:pt x="28317" y="1465"/>
                    <a:pt x="28333" y="1466"/>
                    <a:pt x="28350" y="1466"/>
                  </a:cubicBezTo>
                  <a:cubicBezTo>
                    <a:pt x="28525" y="1466"/>
                    <a:pt x="28698" y="1394"/>
                    <a:pt x="28833" y="1272"/>
                  </a:cubicBezTo>
                  <a:cubicBezTo>
                    <a:pt x="28981" y="1139"/>
                    <a:pt x="29055" y="961"/>
                    <a:pt x="29070" y="754"/>
                  </a:cubicBezTo>
                  <a:cubicBezTo>
                    <a:pt x="29070" y="562"/>
                    <a:pt x="29011" y="370"/>
                    <a:pt x="28863" y="237"/>
                  </a:cubicBezTo>
                  <a:cubicBezTo>
                    <a:pt x="28863" y="222"/>
                    <a:pt x="28863" y="222"/>
                    <a:pt x="28848" y="207"/>
                  </a:cubicBezTo>
                  <a:cubicBezTo>
                    <a:pt x="28715" y="74"/>
                    <a:pt x="28537" y="0"/>
                    <a:pt x="2836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rot="10800000" flipH="1">
              <a:off x="7690736" y="-689843"/>
              <a:ext cx="2067174" cy="2371946"/>
            </a:xfrm>
            <a:custGeom>
              <a:avLst/>
              <a:gdLst/>
              <a:ahLst/>
              <a:cxnLst/>
              <a:rect l="l" t="t" r="r" b="b"/>
              <a:pathLst>
                <a:path w="29810" h="34205" extrusionOk="0">
                  <a:moveTo>
                    <a:pt x="29070" y="0"/>
                  </a:moveTo>
                  <a:cubicBezTo>
                    <a:pt x="28878" y="0"/>
                    <a:pt x="28700" y="74"/>
                    <a:pt x="28567" y="192"/>
                  </a:cubicBezTo>
                  <a:cubicBezTo>
                    <a:pt x="28419" y="325"/>
                    <a:pt x="28331" y="518"/>
                    <a:pt x="28331" y="710"/>
                  </a:cubicBezTo>
                  <a:cubicBezTo>
                    <a:pt x="28316" y="873"/>
                    <a:pt x="28375" y="1035"/>
                    <a:pt x="28479" y="1168"/>
                  </a:cubicBezTo>
                  <a:lnTo>
                    <a:pt x="26364" y="3283"/>
                  </a:lnTo>
                  <a:lnTo>
                    <a:pt x="26364" y="3327"/>
                  </a:lnTo>
                  <a:lnTo>
                    <a:pt x="26364" y="11031"/>
                  </a:lnTo>
                  <a:lnTo>
                    <a:pt x="23939" y="13456"/>
                  </a:lnTo>
                  <a:lnTo>
                    <a:pt x="18616" y="13456"/>
                  </a:lnTo>
                  <a:lnTo>
                    <a:pt x="13796" y="18261"/>
                  </a:lnTo>
                  <a:lnTo>
                    <a:pt x="10853" y="21144"/>
                  </a:lnTo>
                  <a:lnTo>
                    <a:pt x="8074" y="21144"/>
                  </a:lnTo>
                  <a:lnTo>
                    <a:pt x="5146" y="24057"/>
                  </a:lnTo>
                  <a:lnTo>
                    <a:pt x="5146" y="28892"/>
                  </a:lnTo>
                  <a:lnTo>
                    <a:pt x="1198" y="32840"/>
                  </a:lnTo>
                  <a:cubicBezTo>
                    <a:pt x="1079" y="32765"/>
                    <a:pt x="942" y="32727"/>
                    <a:pt x="805" y="32727"/>
                  </a:cubicBezTo>
                  <a:cubicBezTo>
                    <a:pt x="616" y="32727"/>
                    <a:pt x="427" y="32799"/>
                    <a:pt x="281" y="32944"/>
                  </a:cubicBezTo>
                  <a:cubicBezTo>
                    <a:pt x="0" y="33240"/>
                    <a:pt x="0" y="33698"/>
                    <a:pt x="281" y="33994"/>
                  </a:cubicBezTo>
                  <a:cubicBezTo>
                    <a:pt x="429" y="34134"/>
                    <a:pt x="618" y="34204"/>
                    <a:pt x="806" y="34204"/>
                  </a:cubicBezTo>
                  <a:cubicBezTo>
                    <a:pt x="995" y="34204"/>
                    <a:pt x="1183" y="34134"/>
                    <a:pt x="1331" y="33994"/>
                  </a:cubicBezTo>
                  <a:cubicBezTo>
                    <a:pt x="1597" y="33713"/>
                    <a:pt x="1612" y="33284"/>
                    <a:pt x="1361" y="32988"/>
                  </a:cubicBezTo>
                  <a:lnTo>
                    <a:pt x="5368" y="28996"/>
                  </a:lnTo>
                  <a:lnTo>
                    <a:pt x="5368" y="24146"/>
                  </a:lnTo>
                  <a:lnTo>
                    <a:pt x="8162" y="21366"/>
                  </a:lnTo>
                  <a:lnTo>
                    <a:pt x="10942" y="21366"/>
                  </a:lnTo>
                  <a:lnTo>
                    <a:pt x="10987" y="21337"/>
                  </a:lnTo>
                  <a:lnTo>
                    <a:pt x="13959" y="18424"/>
                  </a:lnTo>
                  <a:lnTo>
                    <a:pt x="18705" y="13677"/>
                  </a:lnTo>
                  <a:lnTo>
                    <a:pt x="24028" y="13677"/>
                  </a:lnTo>
                  <a:lnTo>
                    <a:pt x="26586" y="11134"/>
                  </a:lnTo>
                  <a:lnTo>
                    <a:pt x="26586" y="11075"/>
                  </a:lnTo>
                  <a:lnTo>
                    <a:pt x="26586" y="3371"/>
                  </a:lnTo>
                  <a:lnTo>
                    <a:pt x="28626" y="1331"/>
                  </a:lnTo>
                  <a:cubicBezTo>
                    <a:pt x="28745" y="1420"/>
                    <a:pt x="28893" y="1464"/>
                    <a:pt x="29040" y="1479"/>
                  </a:cubicBezTo>
                  <a:cubicBezTo>
                    <a:pt x="29233" y="1479"/>
                    <a:pt x="29425" y="1420"/>
                    <a:pt x="29573" y="1287"/>
                  </a:cubicBezTo>
                  <a:cubicBezTo>
                    <a:pt x="29706" y="1139"/>
                    <a:pt x="29795" y="961"/>
                    <a:pt x="29809" y="769"/>
                  </a:cubicBezTo>
                  <a:cubicBezTo>
                    <a:pt x="29809" y="562"/>
                    <a:pt x="29735" y="385"/>
                    <a:pt x="29602" y="237"/>
                  </a:cubicBezTo>
                  <a:cubicBezTo>
                    <a:pt x="29602" y="222"/>
                    <a:pt x="29588" y="222"/>
                    <a:pt x="29588" y="207"/>
                  </a:cubicBezTo>
                  <a:cubicBezTo>
                    <a:pt x="29454" y="89"/>
                    <a:pt x="29277" y="0"/>
                    <a:pt x="2910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 name="Google Shape;48;p5"/>
          <p:cNvSpPr/>
          <p:nvPr/>
        </p:nvSpPr>
        <p:spPr>
          <a:xfrm flipH="1">
            <a:off x="264618" y="2637522"/>
            <a:ext cx="335359" cy="902600"/>
          </a:xfrm>
          <a:custGeom>
            <a:avLst/>
            <a:gdLst/>
            <a:ahLst/>
            <a:cxnLst/>
            <a:rect l="l" t="t" r="r" b="b"/>
            <a:pathLst>
              <a:path w="5516" h="14846" extrusionOk="0">
                <a:moveTo>
                  <a:pt x="2692" y="0"/>
                </a:moveTo>
                <a:cubicBezTo>
                  <a:pt x="2485" y="0"/>
                  <a:pt x="2322" y="163"/>
                  <a:pt x="2322" y="370"/>
                </a:cubicBezTo>
                <a:cubicBezTo>
                  <a:pt x="2322" y="577"/>
                  <a:pt x="2485" y="739"/>
                  <a:pt x="2692" y="739"/>
                </a:cubicBezTo>
                <a:cubicBezTo>
                  <a:pt x="2780" y="739"/>
                  <a:pt x="2869" y="710"/>
                  <a:pt x="2928" y="651"/>
                </a:cubicBezTo>
                <a:lnTo>
                  <a:pt x="5294" y="3002"/>
                </a:lnTo>
                <a:lnTo>
                  <a:pt x="5294" y="11918"/>
                </a:lnTo>
                <a:lnTo>
                  <a:pt x="2677" y="14535"/>
                </a:lnTo>
                <a:lnTo>
                  <a:pt x="489" y="12347"/>
                </a:lnTo>
                <a:lnTo>
                  <a:pt x="489" y="3194"/>
                </a:lnTo>
                <a:cubicBezTo>
                  <a:pt x="636" y="3135"/>
                  <a:pt x="740" y="3002"/>
                  <a:pt x="740" y="2839"/>
                </a:cubicBezTo>
                <a:cubicBezTo>
                  <a:pt x="740" y="2632"/>
                  <a:pt x="577" y="2469"/>
                  <a:pt x="370" y="2469"/>
                </a:cubicBezTo>
                <a:cubicBezTo>
                  <a:pt x="163" y="2469"/>
                  <a:pt x="1" y="2632"/>
                  <a:pt x="1" y="2839"/>
                </a:cubicBezTo>
                <a:cubicBezTo>
                  <a:pt x="1" y="3017"/>
                  <a:pt x="119" y="3150"/>
                  <a:pt x="282" y="3194"/>
                </a:cubicBezTo>
                <a:lnTo>
                  <a:pt x="282" y="12391"/>
                </a:lnTo>
                <a:lnTo>
                  <a:pt x="282" y="12435"/>
                </a:lnTo>
                <a:lnTo>
                  <a:pt x="2677" y="14845"/>
                </a:lnTo>
                <a:lnTo>
                  <a:pt x="5516" y="12007"/>
                </a:lnTo>
                <a:lnTo>
                  <a:pt x="5516" y="2957"/>
                </a:lnTo>
                <a:lnTo>
                  <a:pt x="5516" y="2913"/>
                </a:lnTo>
                <a:lnTo>
                  <a:pt x="3047" y="444"/>
                </a:lnTo>
                <a:cubicBezTo>
                  <a:pt x="3061" y="429"/>
                  <a:pt x="3061" y="399"/>
                  <a:pt x="3061" y="370"/>
                </a:cubicBezTo>
                <a:cubicBezTo>
                  <a:pt x="3061" y="163"/>
                  <a:pt x="2899" y="0"/>
                  <a:pt x="2692"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5"/>
          <p:cNvGrpSpPr/>
          <p:nvPr/>
        </p:nvGrpSpPr>
        <p:grpSpPr>
          <a:xfrm>
            <a:off x="-1479417" y="3278433"/>
            <a:ext cx="2441677" cy="1958039"/>
            <a:chOff x="-1479417" y="3278433"/>
            <a:chExt cx="2441677" cy="1958039"/>
          </a:xfrm>
        </p:grpSpPr>
        <p:sp>
          <p:nvSpPr>
            <p:cNvPr id="50" name="Google Shape;50;p5"/>
            <p:cNvSpPr/>
            <p:nvPr/>
          </p:nvSpPr>
          <p:spPr>
            <a:xfrm flipH="1">
              <a:off x="-1271744" y="3278433"/>
              <a:ext cx="2234004" cy="1766775"/>
            </a:xfrm>
            <a:custGeom>
              <a:avLst/>
              <a:gdLst/>
              <a:ahLst/>
              <a:cxnLst/>
              <a:rect l="l" t="t" r="r" b="b"/>
              <a:pathLst>
                <a:path w="36745" h="29060" extrusionOk="0">
                  <a:moveTo>
                    <a:pt x="35961" y="1"/>
                  </a:moveTo>
                  <a:cubicBezTo>
                    <a:pt x="35562" y="15"/>
                    <a:pt x="35236" y="356"/>
                    <a:pt x="35251" y="755"/>
                  </a:cubicBezTo>
                  <a:cubicBezTo>
                    <a:pt x="35266" y="932"/>
                    <a:pt x="35325" y="1080"/>
                    <a:pt x="35414" y="1198"/>
                  </a:cubicBezTo>
                  <a:lnTo>
                    <a:pt x="33832" y="2780"/>
                  </a:lnTo>
                  <a:lnTo>
                    <a:pt x="25906" y="2780"/>
                  </a:lnTo>
                  <a:lnTo>
                    <a:pt x="20894" y="7793"/>
                  </a:lnTo>
                  <a:lnTo>
                    <a:pt x="20894" y="13412"/>
                  </a:lnTo>
                  <a:lnTo>
                    <a:pt x="13116" y="21189"/>
                  </a:lnTo>
                  <a:lnTo>
                    <a:pt x="7719" y="21189"/>
                  </a:lnTo>
                  <a:lnTo>
                    <a:pt x="1213" y="27695"/>
                  </a:lnTo>
                  <a:cubicBezTo>
                    <a:pt x="1088" y="27620"/>
                    <a:pt x="948" y="27582"/>
                    <a:pt x="809" y="27582"/>
                  </a:cubicBezTo>
                  <a:cubicBezTo>
                    <a:pt x="619" y="27582"/>
                    <a:pt x="433" y="27654"/>
                    <a:pt x="297" y="27799"/>
                  </a:cubicBezTo>
                  <a:cubicBezTo>
                    <a:pt x="1" y="28094"/>
                    <a:pt x="1" y="28553"/>
                    <a:pt x="297" y="28849"/>
                  </a:cubicBezTo>
                  <a:cubicBezTo>
                    <a:pt x="437" y="28989"/>
                    <a:pt x="626" y="29059"/>
                    <a:pt x="814" y="29059"/>
                  </a:cubicBezTo>
                  <a:cubicBezTo>
                    <a:pt x="1003" y="29059"/>
                    <a:pt x="1191" y="28989"/>
                    <a:pt x="1332" y="28849"/>
                  </a:cubicBezTo>
                  <a:cubicBezTo>
                    <a:pt x="1612" y="28568"/>
                    <a:pt x="1612" y="28139"/>
                    <a:pt x="1376" y="27843"/>
                  </a:cubicBezTo>
                  <a:lnTo>
                    <a:pt x="7808" y="21411"/>
                  </a:lnTo>
                  <a:lnTo>
                    <a:pt x="13205" y="21411"/>
                  </a:lnTo>
                  <a:lnTo>
                    <a:pt x="21115" y="13500"/>
                  </a:lnTo>
                  <a:lnTo>
                    <a:pt x="21115" y="7882"/>
                  </a:lnTo>
                  <a:lnTo>
                    <a:pt x="25995" y="3002"/>
                  </a:lnTo>
                  <a:lnTo>
                    <a:pt x="33920" y="3002"/>
                  </a:lnTo>
                  <a:lnTo>
                    <a:pt x="35576" y="1346"/>
                  </a:lnTo>
                  <a:cubicBezTo>
                    <a:pt x="35693" y="1424"/>
                    <a:pt x="35820" y="1467"/>
                    <a:pt x="35959" y="1467"/>
                  </a:cubicBezTo>
                  <a:cubicBezTo>
                    <a:pt x="35979" y="1467"/>
                    <a:pt x="35999" y="1466"/>
                    <a:pt x="36020" y="1465"/>
                  </a:cubicBezTo>
                  <a:cubicBezTo>
                    <a:pt x="36419" y="1450"/>
                    <a:pt x="36744" y="1110"/>
                    <a:pt x="36730" y="710"/>
                  </a:cubicBezTo>
                  <a:cubicBezTo>
                    <a:pt x="36715" y="503"/>
                    <a:pt x="36641" y="341"/>
                    <a:pt x="36508" y="208"/>
                  </a:cubicBezTo>
                  <a:cubicBezTo>
                    <a:pt x="36375" y="75"/>
                    <a:pt x="36197" y="1"/>
                    <a:pt x="3599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1288824" y="3408780"/>
              <a:ext cx="2084746" cy="1808118"/>
            </a:xfrm>
            <a:custGeom>
              <a:avLst/>
              <a:gdLst/>
              <a:ahLst/>
              <a:cxnLst/>
              <a:rect l="l" t="t" r="r" b="b"/>
              <a:pathLst>
                <a:path w="34290" h="29740" extrusionOk="0">
                  <a:moveTo>
                    <a:pt x="33521" y="1"/>
                  </a:moveTo>
                  <a:cubicBezTo>
                    <a:pt x="33314" y="15"/>
                    <a:pt x="33136" y="89"/>
                    <a:pt x="33003" y="237"/>
                  </a:cubicBezTo>
                  <a:cubicBezTo>
                    <a:pt x="32870" y="385"/>
                    <a:pt x="32796" y="577"/>
                    <a:pt x="32811" y="770"/>
                  </a:cubicBezTo>
                  <a:cubicBezTo>
                    <a:pt x="32811" y="917"/>
                    <a:pt x="32870" y="1065"/>
                    <a:pt x="32959" y="1184"/>
                  </a:cubicBezTo>
                  <a:lnTo>
                    <a:pt x="30903" y="3224"/>
                  </a:lnTo>
                  <a:lnTo>
                    <a:pt x="23155" y="3224"/>
                  </a:lnTo>
                  <a:lnTo>
                    <a:pt x="20612" y="5767"/>
                  </a:lnTo>
                  <a:lnTo>
                    <a:pt x="20612" y="11105"/>
                  </a:lnTo>
                  <a:lnTo>
                    <a:pt x="15866" y="15851"/>
                  </a:lnTo>
                  <a:lnTo>
                    <a:pt x="12953" y="18824"/>
                  </a:lnTo>
                  <a:lnTo>
                    <a:pt x="12923" y="18853"/>
                  </a:lnTo>
                  <a:lnTo>
                    <a:pt x="12923" y="21648"/>
                  </a:lnTo>
                  <a:lnTo>
                    <a:pt x="10129" y="24442"/>
                  </a:lnTo>
                  <a:lnTo>
                    <a:pt x="5294" y="24442"/>
                  </a:lnTo>
                  <a:lnTo>
                    <a:pt x="1287" y="28435"/>
                  </a:lnTo>
                  <a:cubicBezTo>
                    <a:pt x="1154" y="28323"/>
                    <a:pt x="986" y="28268"/>
                    <a:pt x="817" y="28268"/>
                  </a:cubicBezTo>
                  <a:cubicBezTo>
                    <a:pt x="628" y="28268"/>
                    <a:pt x="437" y="28338"/>
                    <a:pt x="296" y="28479"/>
                  </a:cubicBezTo>
                  <a:cubicBezTo>
                    <a:pt x="0" y="28760"/>
                    <a:pt x="0" y="29233"/>
                    <a:pt x="296" y="29529"/>
                  </a:cubicBezTo>
                  <a:cubicBezTo>
                    <a:pt x="436" y="29669"/>
                    <a:pt x="625" y="29739"/>
                    <a:pt x="815" y="29739"/>
                  </a:cubicBezTo>
                  <a:cubicBezTo>
                    <a:pt x="1006" y="29739"/>
                    <a:pt x="1198" y="29669"/>
                    <a:pt x="1346" y="29529"/>
                  </a:cubicBezTo>
                  <a:cubicBezTo>
                    <a:pt x="1582" y="29277"/>
                    <a:pt x="1627" y="28893"/>
                    <a:pt x="1435" y="28597"/>
                  </a:cubicBezTo>
                  <a:lnTo>
                    <a:pt x="5382" y="24664"/>
                  </a:lnTo>
                  <a:lnTo>
                    <a:pt x="10218" y="24664"/>
                  </a:lnTo>
                  <a:lnTo>
                    <a:pt x="13145" y="21736"/>
                  </a:lnTo>
                  <a:lnTo>
                    <a:pt x="13145" y="18942"/>
                  </a:lnTo>
                  <a:lnTo>
                    <a:pt x="16028" y="15999"/>
                  </a:lnTo>
                  <a:lnTo>
                    <a:pt x="20834" y="11194"/>
                  </a:lnTo>
                  <a:lnTo>
                    <a:pt x="20834" y="5871"/>
                  </a:lnTo>
                  <a:lnTo>
                    <a:pt x="23244" y="3446"/>
                  </a:lnTo>
                  <a:lnTo>
                    <a:pt x="31007" y="3446"/>
                  </a:lnTo>
                  <a:lnTo>
                    <a:pt x="33107" y="1331"/>
                  </a:lnTo>
                  <a:cubicBezTo>
                    <a:pt x="33240" y="1435"/>
                    <a:pt x="33402" y="1479"/>
                    <a:pt x="33580" y="1479"/>
                  </a:cubicBezTo>
                  <a:cubicBezTo>
                    <a:pt x="33772" y="1479"/>
                    <a:pt x="33949" y="1391"/>
                    <a:pt x="34082" y="1243"/>
                  </a:cubicBezTo>
                  <a:cubicBezTo>
                    <a:pt x="34216" y="1095"/>
                    <a:pt x="34289" y="903"/>
                    <a:pt x="34289" y="710"/>
                  </a:cubicBezTo>
                  <a:cubicBezTo>
                    <a:pt x="34275" y="533"/>
                    <a:pt x="34201" y="356"/>
                    <a:pt x="34068" y="222"/>
                  </a:cubicBezTo>
                  <a:cubicBezTo>
                    <a:pt x="34068" y="208"/>
                    <a:pt x="34053" y="208"/>
                    <a:pt x="34053" y="193"/>
                  </a:cubicBezTo>
                  <a:cubicBezTo>
                    <a:pt x="33905" y="75"/>
                    <a:pt x="33728" y="1"/>
                    <a:pt x="3355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flipH="1">
              <a:off x="-1479417" y="3473527"/>
              <a:ext cx="2003886" cy="1762945"/>
            </a:xfrm>
            <a:custGeom>
              <a:avLst/>
              <a:gdLst/>
              <a:ahLst/>
              <a:cxnLst/>
              <a:rect l="l" t="t" r="r" b="b"/>
              <a:pathLst>
                <a:path w="32960" h="28997" extrusionOk="0">
                  <a:moveTo>
                    <a:pt x="32175" y="0"/>
                  </a:moveTo>
                  <a:cubicBezTo>
                    <a:pt x="31983" y="15"/>
                    <a:pt x="31806" y="89"/>
                    <a:pt x="31673" y="237"/>
                  </a:cubicBezTo>
                  <a:cubicBezTo>
                    <a:pt x="31525" y="385"/>
                    <a:pt x="31466" y="577"/>
                    <a:pt x="31466" y="769"/>
                  </a:cubicBezTo>
                  <a:cubicBezTo>
                    <a:pt x="31480" y="932"/>
                    <a:pt x="31540" y="1094"/>
                    <a:pt x="31658" y="1228"/>
                  </a:cubicBezTo>
                  <a:lnTo>
                    <a:pt x="28701" y="4185"/>
                  </a:lnTo>
                  <a:cubicBezTo>
                    <a:pt x="28553" y="4052"/>
                    <a:pt x="28375" y="3993"/>
                    <a:pt x="28183" y="3993"/>
                  </a:cubicBezTo>
                  <a:cubicBezTo>
                    <a:pt x="27991" y="4007"/>
                    <a:pt x="27799" y="4081"/>
                    <a:pt x="27666" y="4229"/>
                  </a:cubicBezTo>
                  <a:cubicBezTo>
                    <a:pt x="27533" y="4377"/>
                    <a:pt x="27459" y="4569"/>
                    <a:pt x="27473" y="4761"/>
                  </a:cubicBezTo>
                  <a:cubicBezTo>
                    <a:pt x="27473" y="4791"/>
                    <a:pt x="27488" y="4821"/>
                    <a:pt x="27488" y="4850"/>
                  </a:cubicBezTo>
                  <a:cubicBezTo>
                    <a:pt x="27459" y="4806"/>
                    <a:pt x="27429" y="4761"/>
                    <a:pt x="27385" y="4717"/>
                  </a:cubicBezTo>
                  <a:cubicBezTo>
                    <a:pt x="27370" y="4717"/>
                    <a:pt x="27370" y="4717"/>
                    <a:pt x="27370" y="4702"/>
                  </a:cubicBezTo>
                  <a:cubicBezTo>
                    <a:pt x="27235" y="4580"/>
                    <a:pt x="27062" y="4508"/>
                    <a:pt x="26886" y="4508"/>
                  </a:cubicBezTo>
                  <a:cubicBezTo>
                    <a:pt x="26870" y="4508"/>
                    <a:pt x="26854" y="4509"/>
                    <a:pt x="26838" y="4510"/>
                  </a:cubicBezTo>
                  <a:cubicBezTo>
                    <a:pt x="26631" y="4510"/>
                    <a:pt x="26453" y="4599"/>
                    <a:pt x="26320" y="4747"/>
                  </a:cubicBezTo>
                  <a:cubicBezTo>
                    <a:pt x="26231" y="4850"/>
                    <a:pt x="26172" y="4968"/>
                    <a:pt x="26143" y="5102"/>
                  </a:cubicBezTo>
                  <a:lnTo>
                    <a:pt x="21248" y="5102"/>
                  </a:lnTo>
                  <a:lnTo>
                    <a:pt x="20509" y="5826"/>
                  </a:lnTo>
                  <a:lnTo>
                    <a:pt x="20509" y="7615"/>
                  </a:lnTo>
                  <a:cubicBezTo>
                    <a:pt x="20361" y="7645"/>
                    <a:pt x="20243" y="7719"/>
                    <a:pt x="20139" y="7822"/>
                  </a:cubicBezTo>
                  <a:cubicBezTo>
                    <a:pt x="20006" y="7970"/>
                    <a:pt x="19932" y="8162"/>
                    <a:pt x="19932" y="8354"/>
                  </a:cubicBezTo>
                  <a:cubicBezTo>
                    <a:pt x="19947" y="8562"/>
                    <a:pt x="20036" y="8739"/>
                    <a:pt x="20169" y="8872"/>
                  </a:cubicBezTo>
                  <a:cubicBezTo>
                    <a:pt x="20304" y="8994"/>
                    <a:pt x="20477" y="9066"/>
                    <a:pt x="20653" y="9066"/>
                  </a:cubicBezTo>
                  <a:cubicBezTo>
                    <a:pt x="20669" y="9066"/>
                    <a:pt x="20685" y="9065"/>
                    <a:pt x="20701" y="9064"/>
                  </a:cubicBezTo>
                  <a:cubicBezTo>
                    <a:pt x="20894" y="9064"/>
                    <a:pt x="21086" y="8976"/>
                    <a:pt x="21219" y="8828"/>
                  </a:cubicBezTo>
                  <a:cubicBezTo>
                    <a:pt x="21352" y="8680"/>
                    <a:pt x="21426" y="8502"/>
                    <a:pt x="21411" y="8295"/>
                  </a:cubicBezTo>
                  <a:cubicBezTo>
                    <a:pt x="21411" y="8118"/>
                    <a:pt x="21337" y="7940"/>
                    <a:pt x="21204" y="7807"/>
                  </a:cubicBezTo>
                  <a:cubicBezTo>
                    <a:pt x="21189" y="7807"/>
                    <a:pt x="21189" y="7793"/>
                    <a:pt x="21175" y="7793"/>
                  </a:cubicBezTo>
                  <a:cubicBezTo>
                    <a:pt x="21056" y="7674"/>
                    <a:pt x="20894" y="7615"/>
                    <a:pt x="20731" y="7600"/>
                  </a:cubicBezTo>
                  <a:lnTo>
                    <a:pt x="20731" y="5915"/>
                  </a:lnTo>
                  <a:lnTo>
                    <a:pt x="21337" y="5323"/>
                  </a:lnTo>
                  <a:lnTo>
                    <a:pt x="26128" y="5323"/>
                  </a:lnTo>
                  <a:cubicBezTo>
                    <a:pt x="26143" y="5501"/>
                    <a:pt x="26217" y="5663"/>
                    <a:pt x="26364" y="5782"/>
                  </a:cubicBezTo>
                  <a:cubicBezTo>
                    <a:pt x="26498" y="5915"/>
                    <a:pt x="26690" y="5989"/>
                    <a:pt x="26897" y="5989"/>
                  </a:cubicBezTo>
                  <a:cubicBezTo>
                    <a:pt x="27089" y="5974"/>
                    <a:pt x="27266" y="5885"/>
                    <a:pt x="27399" y="5752"/>
                  </a:cubicBezTo>
                  <a:cubicBezTo>
                    <a:pt x="27533" y="5604"/>
                    <a:pt x="27607" y="5412"/>
                    <a:pt x="27607" y="5220"/>
                  </a:cubicBezTo>
                  <a:cubicBezTo>
                    <a:pt x="27592" y="5190"/>
                    <a:pt x="27592" y="5146"/>
                    <a:pt x="27592" y="5116"/>
                  </a:cubicBezTo>
                  <a:lnTo>
                    <a:pt x="27592" y="5116"/>
                  </a:lnTo>
                  <a:cubicBezTo>
                    <a:pt x="27621" y="5175"/>
                    <a:pt x="27666" y="5235"/>
                    <a:pt x="27710" y="5279"/>
                  </a:cubicBezTo>
                  <a:cubicBezTo>
                    <a:pt x="27845" y="5401"/>
                    <a:pt x="28018" y="5473"/>
                    <a:pt x="28194" y="5473"/>
                  </a:cubicBezTo>
                  <a:cubicBezTo>
                    <a:pt x="28210" y="5473"/>
                    <a:pt x="28226" y="5472"/>
                    <a:pt x="28242" y="5471"/>
                  </a:cubicBezTo>
                  <a:cubicBezTo>
                    <a:pt x="28316" y="5471"/>
                    <a:pt x="28390" y="5456"/>
                    <a:pt x="28449" y="5427"/>
                  </a:cubicBezTo>
                  <a:cubicBezTo>
                    <a:pt x="28464" y="5442"/>
                    <a:pt x="28479" y="5456"/>
                    <a:pt x="28494" y="5486"/>
                  </a:cubicBezTo>
                  <a:lnTo>
                    <a:pt x="23895" y="10070"/>
                  </a:lnTo>
                  <a:lnTo>
                    <a:pt x="18661" y="10070"/>
                  </a:lnTo>
                  <a:lnTo>
                    <a:pt x="10942" y="17788"/>
                  </a:lnTo>
                  <a:lnTo>
                    <a:pt x="10942" y="23067"/>
                  </a:lnTo>
                  <a:lnTo>
                    <a:pt x="5856" y="28153"/>
                  </a:lnTo>
                  <a:lnTo>
                    <a:pt x="1538" y="28153"/>
                  </a:lnTo>
                  <a:cubicBezTo>
                    <a:pt x="1524" y="27991"/>
                    <a:pt x="1450" y="27857"/>
                    <a:pt x="1331" y="27739"/>
                  </a:cubicBezTo>
                  <a:cubicBezTo>
                    <a:pt x="1191" y="27591"/>
                    <a:pt x="1002" y="27517"/>
                    <a:pt x="814" y="27517"/>
                  </a:cubicBezTo>
                  <a:cubicBezTo>
                    <a:pt x="625" y="27517"/>
                    <a:pt x="437" y="27591"/>
                    <a:pt x="296" y="27739"/>
                  </a:cubicBezTo>
                  <a:cubicBezTo>
                    <a:pt x="1" y="28020"/>
                    <a:pt x="1" y="28493"/>
                    <a:pt x="296" y="28774"/>
                  </a:cubicBezTo>
                  <a:cubicBezTo>
                    <a:pt x="437" y="28922"/>
                    <a:pt x="625" y="28996"/>
                    <a:pt x="814" y="28996"/>
                  </a:cubicBezTo>
                  <a:cubicBezTo>
                    <a:pt x="1002" y="28996"/>
                    <a:pt x="1191" y="28922"/>
                    <a:pt x="1331" y="28774"/>
                  </a:cubicBezTo>
                  <a:cubicBezTo>
                    <a:pt x="1450" y="28671"/>
                    <a:pt x="1524" y="28523"/>
                    <a:pt x="1538" y="28375"/>
                  </a:cubicBezTo>
                  <a:lnTo>
                    <a:pt x="5945" y="28375"/>
                  </a:lnTo>
                  <a:lnTo>
                    <a:pt x="11149" y="23155"/>
                  </a:lnTo>
                  <a:lnTo>
                    <a:pt x="11149" y="17892"/>
                  </a:lnTo>
                  <a:lnTo>
                    <a:pt x="18750" y="10291"/>
                  </a:lnTo>
                  <a:lnTo>
                    <a:pt x="23999" y="10291"/>
                  </a:lnTo>
                  <a:lnTo>
                    <a:pt x="28642" y="5634"/>
                  </a:lnTo>
                  <a:cubicBezTo>
                    <a:pt x="28775" y="5737"/>
                    <a:pt x="28937" y="5782"/>
                    <a:pt x="29115" y="5782"/>
                  </a:cubicBezTo>
                  <a:cubicBezTo>
                    <a:pt x="29307" y="5767"/>
                    <a:pt x="29484" y="5693"/>
                    <a:pt x="29617" y="5545"/>
                  </a:cubicBezTo>
                  <a:cubicBezTo>
                    <a:pt x="29765" y="5397"/>
                    <a:pt x="29824" y="5205"/>
                    <a:pt x="29824" y="5013"/>
                  </a:cubicBezTo>
                  <a:cubicBezTo>
                    <a:pt x="29810" y="4821"/>
                    <a:pt x="29736" y="4658"/>
                    <a:pt x="29603" y="4525"/>
                  </a:cubicBezTo>
                  <a:cubicBezTo>
                    <a:pt x="29603" y="4510"/>
                    <a:pt x="29588" y="4510"/>
                    <a:pt x="29588" y="4495"/>
                  </a:cubicBezTo>
                  <a:cubicBezTo>
                    <a:pt x="29452" y="4373"/>
                    <a:pt x="29280" y="4301"/>
                    <a:pt x="29104" y="4301"/>
                  </a:cubicBezTo>
                  <a:cubicBezTo>
                    <a:pt x="29088" y="4301"/>
                    <a:pt x="29072" y="4302"/>
                    <a:pt x="29056" y="4303"/>
                  </a:cubicBezTo>
                  <a:cubicBezTo>
                    <a:pt x="28982" y="4303"/>
                    <a:pt x="28908" y="4318"/>
                    <a:pt x="28849" y="4347"/>
                  </a:cubicBezTo>
                  <a:lnTo>
                    <a:pt x="31821" y="1361"/>
                  </a:lnTo>
                  <a:cubicBezTo>
                    <a:pt x="31939" y="1449"/>
                    <a:pt x="32087" y="1479"/>
                    <a:pt x="32235" y="1479"/>
                  </a:cubicBezTo>
                  <a:cubicBezTo>
                    <a:pt x="32427" y="1464"/>
                    <a:pt x="32619" y="1390"/>
                    <a:pt x="32752" y="1242"/>
                  </a:cubicBezTo>
                  <a:cubicBezTo>
                    <a:pt x="32885" y="1094"/>
                    <a:pt x="32959" y="902"/>
                    <a:pt x="32944" y="710"/>
                  </a:cubicBezTo>
                  <a:cubicBezTo>
                    <a:pt x="32944" y="518"/>
                    <a:pt x="32856" y="355"/>
                    <a:pt x="32737" y="222"/>
                  </a:cubicBezTo>
                  <a:cubicBezTo>
                    <a:pt x="32723" y="207"/>
                    <a:pt x="32723" y="207"/>
                    <a:pt x="32708" y="193"/>
                  </a:cubicBezTo>
                  <a:cubicBezTo>
                    <a:pt x="32575" y="74"/>
                    <a:pt x="32397" y="0"/>
                    <a:pt x="3220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53;p5"/>
          <p:cNvSpPr/>
          <p:nvPr/>
        </p:nvSpPr>
        <p:spPr>
          <a:xfrm flipH="1">
            <a:off x="375151" y="2852375"/>
            <a:ext cx="100741" cy="572652"/>
          </a:xfrm>
          <a:custGeom>
            <a:avLst/>
            <a:gdLst/>
            <a:ahLst/>
            <a:cxnLst/>
            <a:rect l="l" t="t" r="r" b="b"/>
            <a:pathLst>
              <a:path w="1657" h="9419" extrusionOk="0">
                <a:moveTo>
                  <a:pt x="813" y="0"/>
                </a:moveTo>
                <a:cubicBezTo>
                  <a:pt x="621" y="0"/>
                  <a:pt x="429" y="74"/>
                  <a:pt x="281" y="222"/>
                </a:cubicBezTo>
                <a:cubicBezTo>
                  <a:pt x="0" y="503"/>
                  <a:pt x="0" y="976"/>
                  <a:pt x="281" y="1257"/>
                </a:cubicBezTo>
                <a:cubicBezTo>
                  <a:pt x="414" y="1390"/>
                  <a:pt x="562" y="1449"/>
                  <a:pt x="725" y="1479"/>
                </a:cubicBezTo>
                <a:lnTo>
                  <a:pt x="725" y="7955"/>
                </a:lnTo>
                <a:cubicBezTo>
                  <a:pt x="577" y="7985"/>
                  <a:pt x="444" y="8044"/>
                  <a:pt x="325" y="8162"/>
                </a:cubicBezTo>
                <a:cubicBezTo>
                  <a:pt x="30" y="8443"/>
                  <a:pt x="30" y="8916"/>
                  <a:pt x="325" y="9197"/>
                </a:cubicBezTo>
                <a:cubicBezTo>
                  <a:pt x="466" y="9345"/>
                  <a:pt x="654" y="9419"/>
                  <a:pt x="845" y="9419"/>
                </a:cubicBezTo>
                <a:cubicBezTo>
                  <a:pt x="1035" y="9419"/>
                  <a:pt x="1227" y="9345"/>
                  <a:pt x="1375" y="9197"/>
                </a:cubicBezTo>
                <a:cubicBezTo>
                  <a:pt x="1656" y="8916"/>
                  <a:pt x="1656" y="8443"/>
                  <a:pt x="1375" y="8162"/>
                </a:cubicBezTo>
                <a:cubicBezTo>
                  <a:pt x="1242" y="8044"/>
                  <a:pt x="1094" y="7970"/>
                  <a:pt x="946" y="7955"/>
                </a:cubicBezTo>
                <a:lnTo>
                  <a:pt x="946" y="1464"/>
                </a:lnTo>
                <a:cubicBezTo>
                  <a:pt x="1080" y="1434"/>
                  <a:pt x="1227" y="1375"/>
                  <a:pt x="1331" y="1257"/>
                </a:cubicBezTo>
                <a:cubicBezTo>
                  <a:pt x="1627" y="976"/>
                  <a:pt x="1627" y="503"/>
                  <a:pt x="1331" y="222"/>
                </a:cubicBezTo>
                <a:cubicBezTo>
                  <a:pt x="1183" y="74"/>
                  <a:pt x="1006" y="0"/>
                  <a:pt x="813"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968650" y="3793025"/>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8174475" y="2014300"/>
            <a:ext cx="2818500" cy="28185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lt2"/>
            </a:gs>
            <a:gs pos="100000">
              <a:schemeClr val="lt1"/>
            </a:gs>
          </a:gsLst>
          <a:path path="circle">
            <a:fillToRect l="50000" t="50000" r="50000" b="50000"/>
          </a:path>
          <a:tileRect/>
        </a:gradFill>
        <a:effectLst/>
      </p:bgPr>
    </p:bg>
    <p:spTree>
      <p:nvGrpSpPr>
        <p:cNvPr id="1" name="Shape 56"/>
        <p:cNvGrpSpPr/>
        <p:nvPr/>
      </p:nvGrpSpPr>
      <p:grpSpPr>
        <a:xfrm>
          <a:off x="0" y="0"/>
          <a:ext cx="0" cy="0"/>
          <a:chOff x="0" y="0"/>
          <a:chExt cx="0" cy="0"/>
        </a:xfrm>
      </p:grpSpPr>
      <p:sp>
        <p:nvSpPr>
          <p:cNvPr id="57" name="Google Shape;57;p6"/>
          <p:cNvSpPr/>
          <p:nvPr/>
        </p:nvSpPr>
        <p:spPr>
          <a:xfrm>
            <a:off x="-1084200" y="713000"/>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9" name="Google Shape;59;p6"/>
          <p:cNvGrpSpPr/>
          <p:nvPr/>
        </p:nvGrpSpPr>
        <p:grpSpPr>
          <a:xfrm>
            <a:off x="7466845" y="-519012"/>
            <a:ext cx="3111009" cy="3789122"/>
            <a:chOff x="7466845" y="-519012"/>
            <a:chExt cx="3111009" cy="3789122"/>
          </a:xfrm>
        </p:grpSpPr>
        <p:sp>
          <p:nvSpPr>
            <p:cNvPr id="60" name="Google Shape;60;p6"/>
            <p:cNvSpPr/>
            <p:nvPr/>
          </p:nvSpPr>
          <p:spPr>
            <a:xfrm>
              <a:off x="8677278" y="2368361"/>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a:off x="8801302" y="2583214"/>
              <a:ext cx="100741" cy="572044"/>
            </a:xfrm>
            <a:custGeom>
              <a:avLst/>
              <a:gdLst/>
              <a:ahLst/>
              <a:cxnLst/>
              <a:rect l="l" t="t" r="r" b="b"/>
              <a:pathLst>
                <a:path w="1657" h="9409" extrusionOk="0">
                  <a:moveTo>
                    <a:pt x="799" y="1"/>
                  </a:moveTo>
                  <a:cubicBezTo>
                    <a:pt x="622" y="1"/>
                    <a:pt x="429" y="75"/>
                    <a:pt x="282" y="208"/>
                  </a:cubicBezTo>
                  <a:cubicBezTo>
                    <a:pt x="1" y="504"/>
                    <a:pt x="1" y="977"/>
                    <a:pt x="282" y="1258"/>
                  </a:cubicBezTo>
                  <a:cubicBezTo>
                    <a:pt x="400" y="1376"/>
                    <a:pt x="563" y="1450"/>
                    <a:pt x="710" y="1465"/>
                  </a:cubicBezTo>
                  <a:lnTo>
                    <a:pt x="710" y="7941"/>
                  </a:lnTo>
                  <a:cubicBezTo>
                    <a:pt x="577" y="7971"/>
                    <a:pt x="429" y="8045"/>
                    <a:pt x="326" y="8148"/>
                  </a:cubicBezTo>
                  <a:cubicBezTo>
                    <a:pt x="30" y="8444"/>
                    <a:pt x="30" y="8902"/>
                    <a:pt x="326" y="9198"/>
                  </a:cubicBezTo>
                  <a:cubicBezTo>
                    <a:pt x="466" y="9338"/>
                    <a:pt x="655" y="9409"/>
                    <a:pt x="843" y="9409"/>
                  </a:cubicBezTo>
                  <a:cubicBezTo>
                    <a:pt x="1032" y="9409"/>
                    <a:pt x="1220" y="9338"/>
                    <a:pt x="1361" y="9198"/>
                  </a:cubicBezTo>
                  <a:cubicBezTo>
                    <a:pt x="1657" y="8902"/>
                    <a:pt x="1657" y="8444"/>
                    <a:pt x="1361" y="8148"/>
                  </a:cubicBezTo>
                  <a:cubicBezTo>
                    <a:pt x="1243" y="8030"/>
                    <a:pt x="1095" y="7971"/>
                    <a:pt x="932" y="7941"/>
                  </a:cubicBezTo>
                  <a:lnTo>
                    <a:pt x="932" y="1465"/>
                  </a:lnTo>
                  <a:cubicBezTo>
                    <a:pt x="1080" y="1435"/>
                    <a:pt x="1213" y="1376"/>
                    <a:pt x="1331" y="1258"/>
                  </a:cubicBezTo>
                  <a:cubicBezTo>
                    <a:pt x="1612" y="977"/>
                    <a:pt x="1612" y="504"/>
                    <a:pt x="1331" y="208"/>
                  </a:cubicBezTo>
                  <a:cubicBezTo>
                    <a:pt x="1184" y="75"/>
                    <a:pt x="991" y="1"/>
                    <a:pt x="79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rot="-8100000" flipH="1">
              <a:off x="8046167" y="19648"/>
              <a:ext cx="2233987" cy="1767370"/>
            </a:xfrm>
            <a:custGeom>
              <a:avLst/>
              <a:gdLst/>
              <a:ahLst/>
              <a:cxnLst/>
              <a:rect l="l" t="t" r="r" b="b"/>
              <a:pathLst>
                <a:path w="36745" h="29070" extrusionOk="0">
                  <a:moveTo>
                    <a:pt x="35414" y="207"/>
                  </a:moveTo>
                  <a:cubicBezTo>
                    <a:pt x="35148" y="488"/>
                    <a:pt x="35133" y="917"/>
                    <a:pt x="35384" y="1213"/>
                  </a:cubicBezTo>
                  <a:lnTo>
                    <a:pt x="35384" y="1213"/>
                  </a:lnTo>
                  <a:lnTo>
                    <a:pt x="28937" y="7645"/>
                  </a:lnTo>
                  <a:lnTo>
                    <a:pt x="23540" y="7645"/>
                  </a:lnTo>
                  <a:lnTo>
                    <a:pt x="15630" y="15555"/>
                  </a:lnTo>
                  <a:lnTo>
                    <a:pt x="15630" y="21174"/>
                  </a:lnTo>
                  <a:lnTo>
                    <a:pt x="10750" y="26054"/>
                  </a:lnTo>
                  <a:lnTo>
                    <a:pt x="2869" y="26054"/>
                  </a:lnTo>
                  <a:lnTo>
                    <a:pt x="2825" y="26054"/>
                  </a:lnTo>
                  <a:lnTo>
                    <a:pt x="1169" y="27710"/>
                  </a:lnTo>
                  <a:cubicBezTo>
                    <a:pt x="1051" y="27621"/>
                    <a:pt x="888" y="27577"/>
                    <a:pt x="725" y="27577"/>
                  </a:cubicBezTo>
                  <a:lnTo>
                    <a:pt x="725" y="27577"/>
                  </a:lnTo>
                  <a:cubicBezTo>
                    <a:pt x="326" y="27606"/>
                    <a:pt x="1" y="27946"/>
                    <a:pt x="16" y="28345"/>
                  </a:cubicBezTo>
                  <a:lnTo>
                    <a:pt x="16" y="28345"/>
                  </a:lnTo>
                  <a:cubicBezTo>
                    <a:pt x="30" y="28538"/>
                    <a:pt x="104" y="28715"/>
                    <a:pt x="237" y="28848"/>
                  </a:cubicBezTo>
                  <a:lnTo>
                    <a:pt x="237" y="28848"/>
                  </a:lnTo>
                  <a:cubicBezTo>
                    <a:pt x="370" y="28981"/>
                    <a:pt x="577" y="29070"/>
                    <a:pt x="784" y="29055"/>
                  </a:cubicBezTo>
                  <a:lnTo>
                    <a:pt x="784" y="29055"/>
                  </a:lnTo>
                  <a:lnTo>
                    <a:pt x="784" y="29055"/>
                  </a:lnTo>
                  <a:cubicBezTo>
                    <a:pt x="1198" y="29040"/>
                    <a:pt x="1509" y="28700"/>
                    <a:pt x="1494" y="28286"/>
                  </a:cubicBezTo>
                  <a:lnTo>
                    <a:pt x="1494" y="28286"/>
                  </a:lnTo>
                  <a:cubicBezTo>
                    <a:pt x="1494" y="28124"/>
                    <a:pt x="1435" y="27976"/>
                    <a:pt x="1331" y="27857"/>
                  </a:cubicBezTo>
                  <a:lnTo>
                    <a:pt x="1331" y="27857"/>
                  </a:lnTo>
                  <a:lnTo>
                    <a:pt x="2914" y="26275"/>
                  </a:lnTo>
                  <a:lnTo>
                    <a:pt x="10795" y="26275"/>
                  </a:lnTo>
                  <a:lnTo>
                    <a:pt x="10839" y="26275"/>
                  </a:lnTo>
                  <a:lnTo>
                    <a:pt x="15852" y="21263"/>
                  </a:lnTo>
                  <a:lnTo>
                    <a:pt x="15852" y="15644"/>
                  </a:lnTo>
                  <a:lnTo>
                    <a:pt x="23629" y="7866"/>
                  </a:lnTo>
                  <a:lnTo>
                    <a:pt x="29026" y="7866"/>
                  </a:lnTo>
                  <a:lnTo>
                    <a:pt x="35547" y="1361"/>
                  </a:lnTo>
                  <a:cubicBezTo>
                    <a:pt x="35828" y="1538"/>
                    <a:pt x="36212" y="1508"/>
                    <a:pt x="36463" y="1257"/>
                  </a:cubicBezTo>
                  <a:lnTo>
                    <a:pt x="36463" y="1257"/>
                  </a:lnTo>
                  <a:cubicBezTo>
                    <a:pt x="36744" y="961"/>
                    <a:pt x="36744" y="503"/>
                    <a:pt x="36463" y="207"/>
                  </a:cubicBezTo>
                  <a:lnTo>
                    <a:pt x="36463" y="207"/>
                  </a:lnTo>
                  <a:cubicBezTo>
                    <a:pt x="36316" y="59"/>
                    <a:pt x="36123" y="0"/>
                    <a:pt x="35931" y="0"/>
                  </a:cubicBezTo>
                  <a:lnTo>
                    <a:pt x="35931" y="0"/>
                  </a:lnTo>
                  <a:cubicBezTo>
                    <a:pt x="35754" y="0"/>
                    <a:pt x="35562" y="59"/>
                    <a:pt x="35414" y="207"/>
                  </a:cubicBezTo>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rot="-8100000" flipH="1">
              <a:off x="7796809" y="-69035"/>
              <a:ext cx="2002959" cy="1762932"/>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rot="-8100000" flipH="1">
              <a:off x="7948860" y="41638"/>
              <a:ext cx="2084731" cy="1807861"/>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6"/>
          <p:cNvGrpSpPr/>
          <p:nvPr/>
        </p:nvGrpSpPr>
        <p:grpSpPr>
          <a:xfrm>
            <a:off x="-1109500" y="382076"/>
            <a:ext cx="2785746" cy="3818577"/>
            <a:chOff x="-1109500" y="382076"/>
            <a:chExt cx="2785746" cy="3818577"/>
          </a:xfrm>
        </p:grpSpPr>
        <p:sp>
          <p:nvSpPr>
            <p:cNvPr id="66" name="Google Shape;66;p6"/>
            <p:cNvSpPr/>
            <p:nvPr/>
          </p:nvSpPr>
          <p:spPr>
            <a:xfrm>
              <a:off x="200594" y="382076"/>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311121" y="497163"/>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rot="-8100000" flipH="1">
              <a:off x="-486593" y="1823141"/>
              <a:ext cx="1666001" cy="2095349"/>
            </a:xfrm>
            <a:custGeom>
              <a:avLst/>
              <a:gdLst/>
              <a:ahLst/>
              <a:cxnLst/>
              <a:rect l="l" t="t" r="r" b="b"/>
              <a:pathLst>
                <a:path w="29145" h="36656" extrusionOk="0">
                  <a:moveTo>
                    <a:pt x="28390" y="1"/>
                  </a:moveTo>
                  <a:cubicBezTo>
                    <a:pt x="28006" y="1"/>
                    <a:pt x="27666" y="311"/>
                    <a:pt x="27651" y="711"/>
                  </a:cubicBezTo>
                  <a:cubicBezTo>
                    <a:pt x="27651" y="873"/>
                    <a:pt x="27695" y="1021"/>
                    <a:pt x="27784" y="1139"/>
                  </a:cubicBezTo>
                  <a:lnTo>
                    <a:pt x="26128" y="2810"/>
                  </a:lnTo>
                  <a:lnTo>
                    <a:pt x="26128" y="2855"/>
                  </a:lnTo>
                  <a:lnTo>
                    <a:pt x="26128" y="10721"/>
                  </a:lnTo>
                  <a:lnTo>
                    <a:pt x="21248" y="15600"/>
                  </a:lnTo>
                  <a:lnTo>
                    <a:pt x="15630" y="15600"/>
                  </a:lnTo>
                  <a:lnTo>
                    <a:pt x="7719" y="23511"/>
                  </a:lnTo>
                  <a:lnTo>
                    <a:pt x="7719" y="28908"/>
                  </a:lnTo>
                  <a:lnTo>
                    <a:pt x="1287" y="35355"/>
                  </a:lnTo>
                  <a:cubicBezTo>
                    <a:pt x="1145" y="35234"/>
                    <a:pt x="973" y="35175"/>
                    <a:pt x="802" y="35175"/>
                  </a:cubicBezTo>
                  <a:cubicBezTo>
                    <a:pt x="615" y="35175"/>
                    <a:pt x="428" y="35246"/>
                    <a:pt x="281" y="35384"/>
                  </a:cubicBezTo>
                  <a:cubicBezTo>
                    <a:pt x="1" y="35680"/>
                    <a:pt x="1" y="36153"/>
                    <a:pt x="281" y="36434"/>
                  </a:cubicBezTo>
                  <a:cubicBezTo>
                    <a:pt x="429" y="36582"/>
                    <a:pt x="618" y="36656"/>
                    <a:pt x="806" y="36656"/>
                  </a:cubicBezTo>
                  <a:cubicBezTo>
                    <a:pt x="995" y="36656"/>
                    <a:pt x="1183" y="36582"/>
                    <a:pt x="1331" y="36434"/>
                  </a:cubicBezTo>
                  <a:cubicBezTo>
                    <a:pt x="1583" y="36183"/>
                    <a:pt x="1612" y="35798"/>
                    <a:pt x="1435" y="35517"/>
                  </a:cubicBezTo>
                  <a:lnTo>
                    <a:pt x="7941" y="29011"/>
                  </a:lnTo>
                  <a:lnTo>
                    <a:pt x="7941" y="23614"/>
                  </a:lnTo>
                  <a:lnTo>
                    <a:pt x="15718" y="15822"/>
                  </a:lnTo>
                  <a:lnTo>
                    <a:pt x="21337" y="15822"/>
                  </a:lnTo>
                  <a:lnTo>
                    <a:pt x="26350" y="10824"/>
                  </a:lnTo>
                  <a:lnTo>
                    <a:pt x="26350" y="10765"/>
                  </a:lnTo>
                  <a:lnTo>
                    <a:pt x="26350" y="2899"/>
                  </a:lnTo>
                  <a:lnTo>
                    <a:pt x="27932" y="1302"/>
                  </a:lnTo>
                  <a:cubicBezTo>
                    <a:pt x="28050" y="1406"/>
                    <a:pt x="28198" y="1465"/>
                    <a:pt x="28360" y="1480"/>
                  </a:cubicBezTo>
                  <a:cubicBezTo>
                    <a:pt x="28370" y="1480"/>
                    <a:pt x="28379" y="1480"/>
                    <a:pt x="28388" y="1480"/>
                  </a:cubicBezTo>
                  <a:cubicBezTo>
                    <a:pt x="28789" y="1480"/>
                    <a:pt x="29115" y="1160"/>
                    <a:pt x="29129" y="770"/>
                  </a:cubicBezTo>
                  <a:cubicBezTo>
                    <a:pt x="29144" y="548"/>
                    <a:pt x="29055" y="356"/>
                    <a:pt x="28922" y="208"/>
                  </a:cubicBezTo>
                  <a:cubicBezTo>
                    <a:pt x="28789" y="90"/>
                    <a:pt x="28612" y="1"/>
                    <a:pt x="2842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rot="-8100000" flipH="1">
              <a:off x="62928" y="1755044"/>
              <a:ext cx="997429" cy="1132847"/>
            </a:xfrm>
            <a:custGeom>
              <a:avLst/>
              <a:gdLst/>
              <a:ahLst/>
              <a:cxnLst/>
              <a:rect l="l" t="t" r="r" b="b"/>
              <a:pathLst>
                <a:path w="17449" h="19818" extrusionOk="0">
                  <a:moveTo>
                    <a:pt x="16635" y="0"/>
                  </a:moveTo>
                  <a:cubicBezTo>
                    <a:pt x="16443" y="0"/>
                    <a:pt x="16251" y="74"/>
                    <a:pt x="16118" y="222"/>
                  </a:cubicBezTo>
                  <a:cubicBezTo>
                    <a:pt x="16014" y="311"/>
                    <a:pt x="15955" y="429"/>
                    <a:pt x="15925" y="548"/>
                  </a:cubicBezTo>
                  <a:lnTo>
                    <a:pt x="14003" y="548"/>
                  </a:lnTo>
                  <a:lnTo>
                    <a:pt x="8799" y="5767"/>
                  </a:lnTo>
                  <a:lnTo>
                    <a:pt x="8799" y="10972"/>
                  </a:lnTo>
                  <a:lnTo>
                    <a:pt x="1258" y="18513"/>
                  </a:lnTo>
                  <a:cubicBezTo>
                    <a:pt x="1125" y="18401"/>
                    <a:pt x="960" y="18346"/>
                    <a:pt x="795" y="18346"/>
                  </a:cubicBezTo>
                  <a:cubicBezTo>
                    <a:pt x="609" y="18346"/>
                    <a:pt x="423" y="18416"/>
                    <a:pt x="282" y="18557"/>
                  </a:cubicBezTo>
                  <a:cubicBezTo>
                    <a:pt x="1" y="18853"/>
                    <a:pt x="1" y="19311"/>
                    <a:pt x="282" y="19607"/>
                  </a:cubicBezTo>
                  <a:cubicBezTo>
                    <a:pt x="430" y="19747"/>
                    <a:pt x="618" y="19818"/>
                    <a:pt x="807" y="19818"/>
                  </a:cubicBezTo>
                  <a:cubicBezTo>
                    <a:pt x="995" y="19818"/>
                    <a:pt x="1184" y="19747"/>
                    <a:pt x="1331" y="19607"/>
                  </a:cubicBezTo>
                  <a:cubicBezTo>
                    <a:pt x="1583" y="19356"/>
                    <a:pt x="1612" y="18956"/>
                    <a:pt x="1420" y="18661"/>
                  </a:cubicBezTo>
                  <a:lnTo>
                    <a:pt x="9020" y="11061"/>
                  </a:lnTo>
                  <a:lnTo>
                    <a:pt x="9020" y="5856"/>
                  </a:lnTo>
                  <a:lnTo>
                    <a:pt x="14092" y="769"/>
                  </a:lnTo>
                  <a:lnTo>
                    <a:pt x="15896" y="769"/>
                  </a:lnTo>
                  <a:cubicBezTo>
                    <a:pt x="15911" y="947"/>
                    <a:pt x="15970" y="1124"/>
                    <a:pt x="16118" y="1257"/>
                  </a:cubicBezTo>
                  <a:cubicBezTo>
                    <a:pt x="16258" y="1405"/>
                    <a:pt x="16447" y="1479"/>
                    <a:pt x="16635" y="1479"/>
                  </a:cubicBezTo>
                  <a:cubicBezTo>
                    <a:pt x="16824" y="1479"/>
                    <a:pt x="17012" y="1405"/>
                    <a:pt x="17153" y="1257"/>
                  </a:cubicBezTo>
                  <a:cubicBezTo>
                    <a:pt x="17448" y="976"/>
                    <a:pt x="17448" y="503"/>
                    <a:pt x="17153" y="222"/>
                  </a:cubicBezTo>
                  <a:cubicBezTo>
                    <a:pt x="17005" y="74"/>
                    <a:pt x="16827" y="0"/>
                    <a:pt x="1663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rot="-8100000" flipH="1">
              <a:off x="-667764" y="1853946"/>
              <a:ext cx="1704014" cy="1955244"/>
            </a:xfrm>
            <a:custGeom>
              <a:avLst/>
              <a:gdLst/>
              <a:ahLst/>
              <a:cxnLst/>
              <a:rect l="l" t="t" r="r" b="b"/>
              <a:pathLst>
                <a:path w="29810" h="34205" extrusionOk="0">
                  <a:moveTo>
                    <a:pt x="29070" y="0"/>
                  </a:moveTo>
                  <a:cubicBezTo>
                    <a:pt x="28878" y="0"/>
                    <a:pt x="28700" y="74"/>
                    <a:pt x="28567" y="192"/>
                  </a:cubicBezTo>
                  <a:cubicBezTo>
                    <a:pt x="28419" y="325"/>
                    <a:pt x="28331" y="518"/>
                    <a:pt x="28331" y="710"/>
                  </a:cubicBezTo>
                  <a:cubicBezTo>
                    <a:pt x="28316" y="873"/>
                    <a:pt x="28375" y="1035"/>
                    <a:pt x="28479" y="1168"/>
                  </a:cubicBezTo>
                  <a:lnTo>
                    <a:pt x="26364" y="3283"/>
                  </a:lnTo>
                  <a:lnTo>
                    <a:pt x="26364" y="3327"/>
                  </a:lnTo>
                  <a:lnTo>
                    <a:pt x="26364" y="11031"/>
                  </a:lnTo>
                  <a:lnTo>
                    <a:pt x="23939" y="13456"/>
                  </a:lnTo>
                  <a:lnTo>
                    <a:pt x="18616" y="13456"/>
                  </a:lnTo>
                  <a:lnTo>
                    <a:pt x="13796" y="18261"/>
                  </a:lnTo>
                  <a:lnTo>
                    <a:pt x="10853" y="21144"/>
                  </a:lnTo>
                  <a:lnTo>
                    <a:pt x="8074" y="21144"/>
                  </a:lnTo>
                  <a:lnTo>
                    <a:pt x="5146" y="24057"/>
                  </a:lnTo>
                  <a:lnTo>
                    <a:pt x="5146" y="28892"/>
                  </a:lnTo>
                  <a:lnTo>
                    <a:pt x="1198" y="32840"/>
                  </a:lnTo>
                  <a:cubicBezTo>
                    <a:pt x="1079" y="32765"/>
                    <a:pt x="942" y="32727"/>
                    <a:pt x="805" y="32727"/>
                  </a:cubicBezTo>
                  <a:cubicBezTo>
                    <a:pt x="616" y="32727"/>
                    <a:pt x="427" y="32799"/>
                    <a:pt x="281" y="32944"/>
                  </a:cubicBezTo>
                  <a:cubicBezTo>
                    <a:pt x="0" y="33240"/>
                    <a:pt x="0" y="33698"/>
                    <a:pt x="281" y="33994"/>
                  </a:cubicBezTo>
                  <a:cubicBezTo>
                    <a:pt x="429" y="34134"/>
                    <a:pt x="618" y="34204"/>
                    <a:pt x="806" y="34204"/>
                  </a:cubicBezTo>
                  <a:cubicBezTo>
                    <a:pt x="995" y="34204"/>
                    <a:pt x="1183" y="34134"/>
                    <a:pt x="1331" y="33994"/>
                  </a:cubicBezTo>
                  <a:cubicBezTo>
                    <a:pt x="1597" y="33713"/>
                    <a:pt x="1612" y="33284"/>
                    <a:pt x="1361" y="32988"/>
                  </a:cubicBezTo>
                  <a:lnTo>
                    <a:pt x="5368" y="28996"/>
                  </a:lnTo>
                  <a:lnTo>
                    <a:pt x="5368" y="24146"/>
                  </a:lnTo>
                  <a:lnTo>
                    <a:pt x="8162" y="21366"/>
                  </a:lnTo>
                  <a:lnTo>
                    <a:pt x="10942" y="21366"/>
                  </a:lnTo>
                  <a:lnTo>
                    <a:pt x="10987" y="21337"/>
                  </a:lnTo>
                  <a:lnTo>
                    <a:pt x="13959" y="18424"/>
                  </a:lnTo>
                  <a:lnTo>
                    <a:pt x="18705" y="13677"/>
                  </a:lnTo>
                  <a:lnTo>
                    <a:pt x="24028" y="13677"/>
                  </a:lnTo>
                  <a:lnTo>
                    <a:pt x="26586" y="11134"/>
                  </a:lnTo>
                  <a:lnTo>
                    <a:pt x="26586" y="11075"/>
                  </a:lnTo>
                  <a:lnTo>
                    <a:pt x="26586" y="3371"/>
                  </a:lnTo>
                  <a:lnTo>
                    <a:pt x="28626" y="1331"/>
                  </a:lnTo>
                  <a:cubicBezTo>
                    <a:pt x="28745" y="1420"/>
                    <a:pt x="28893" y="1464"/>
                    <a:pt x="29040" y="1479"/>
                  </a:cubicBezTo>
                  <a:cubicBezTo>
                    <a:pt x="29233" y="1479"/>
                    <a:pt x="29425" y="1420"/>
                    <a:pt x="29573" y="1287"/>
                  </a:cubicBezTo>
                  <a:cubicBezTo>
                    <a:pt x="29706" y="1139"/>
                    <a:pt x="29795" y="961"/>
                    <a:pt x="29809" y="769"/>
                  </a:cubicBezTo>
                  <a:cubicBezTo>
                    <a:pt x="29809" y="562"/>
                    <a:pt x="29735" y="385"/>
                    <a:pt x="29602" y="237"/>
                  </a:cubicBezTo>
                  <a:cubicBezTo>
                    <a:pt x="29602" y="222"/>
                    <a:pt x="29588" y="222"/>
                    <a:pt x="29588" y="207"/>
                  </a:cubicBezTo>
                  <a:cubicBezTo>
                    <a:pt x="29454" y="89"/>
                    <a:pt x="29277" y="0"/>
                    <a:pt x="2910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6"/>
          <p:cNvSpPr/>
          <p:nvPr/>
        </p:nvSpPr>
        <p:spPr>
          <a:xfrm>
            <a:off x="3669900" y="4608500"/>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8082450" y="-656675"/>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chemeClr val="lt2"/>
            </a:gs>
            <a:gs pos="100000">
              <a:schemeClr val="lt1"/>
            </a:gs>
          </a:gsLst>
          <a:path path="circle">
            <a:fillToRect l="50000" t="50000" r="50000" b="50000"/>
          </a:path>
          <a:tileRect/>
        </a:gradFill>
        <a:effectLst/>
      </p:bgPr>
    </p:bg>
    <p:spTree>
      <p:nvGrpSpPr>
        <p:cNvPr id="1" name="Shape 73"/>
        <p:cNvGrpSpPr/>
        <p:nvPr/>
      </p:nvGrpSpPr>
      <p:grpSpPr>
        <a:xfrm>
          <a:off x="0" y="0"/>
          <a:ext cx="0" cy="0"/>
          <a:chOff x="0" y="0"/>
          <a:chExt cx="0" cy="0"/>
        </a:xfrm>
      </p:grpSpPr>
      <p:sp>
        <p:nvSpPr>
          <p:cNvPr id="74" name="Google Shape;74;p7"/>
          <p:cNvSpPr/>
          <p:nvPr/>
        </p:nvSpPr>
        <p:spPr>
          <a:xfrm>
            <a:off x="3698850" y="-130200"/>
            <a:ext cx="5403900" cy="54039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
          <p:cNvSpPr txBox="1">
            <a:spLocks noGrp="1"/>
          </p:cNvSpPr>
          <p:nvPr>
            <p:ph type="title"/>
          </p:nvPr>
        </p:nvSpPr>
        <p:spPr>
          <a:xfrm>
            <a:off x="720000" y="445025"/>
            <a:ext cx="4549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7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76" name="Google Shape;76;p7"/>
          <p:cNvSpPr txBox="1">
            <a:spLocks noGrp="1"/>
          </p:cNvSpPr>
          <p:nvPr>
            <p:ph type="body" idx="1"/>
          </p:nvPr>
        </p:nvSpPr>
        <p:spPr>
          <a:xfrm>
            <a:off x="720000" y="1459825"/>
            <a:ext cx="3340800" cy="2776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77" name="Google Shape;77;p7"/>
          <p:cNvSpPr>
            <a:spLocks noGrp="1"/>
          </p:cNvSpPr>
          <p:nvPr>
            <p:ph type="pic" idx="2"/>
          </p:nvPr>
        </p:nvSpPr>
        <p:spPr>
          <a:xfrm>
            <a:off x="4572000" y="742953"/>
            <a:ext cx="3657600" cy="3657600"/>
          </a:xfrm>
          <a:prstGeom prst="ellipse">
            <a:avLst/>
          </a:prstGeom>
          <a:noFill/>
          <a:ln w="28575" cap="flat" cmpd="sng">
            <a:solidFill>
              <a:schemeClr val="accent4"/>
            </a:solidFill>
            <a:prstDash val="solid"/>
            <a:round/>
            <a:headEnd type="none" w="sm" len="sm"/>
            <a:tailEnd type="none" w="sm" len="sm"/>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lt2"/>
            </a:gs>
            <a:gs pos="100000">
              <a:schemeClr val="lt1"/>
            </a:gs>
          </a:gsLst>
          <a:path path="circle">
            <a:fillToRect l="50000" t="50000" r="50000" b="50000"/>
          </a:path>
          <a:tileRect/>
        </a:gradFill>
        <a:effectLst/>
      </p:bgPr>
    </p:bg>
    <p:spTree>
      <p:nvGrpSpPr>
        <p:cNvPr id="1" name="Shape 83"/>
        <p:cNvGrpSpPr/>
        <p:nvPr/>
      </p:nvGrpSpPr>
      <p:grpSpPr>
        <a:xfrm>
          <a:off x="0" y="0"/>
          <a:ext cx="0" cy="0"/>
          <a:chOff x="0" y="0"/>
          <a:chExt cx="0" cy="0"/>
        </a:xfrm>
      </p:grpSpPr>
      <p:sp>
        <p:nvSpPr>
          <p:cNvPr id="84" name="Google Shape;84;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5" name="Google Shape;85;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6" name="Google Shape;86;p9"/>
          <p:cNvSpPr/>
          <p:nvPr/>
        </p:nvSpPr>
        <p:spPr>
          <a:xfrm flipH="1">
            <a:off x="197188" y="1582824"/>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9"/>
          <p:cNvSpPr/>
          <p:nvPr/>
        </p:nvSpPr>
        <p:spPr>
          <a:xfrm flipH="1">
            <a:off x="307781" y="1797677"/>
            <a:ext cx="100741" cy="572044"/>
          </a:xfrm>
          <a:custGeom>
            <a:avLst/>
            <a:gdLst/>
            <a:ahLst/>
            <a:cxnLst/>
            <a:rect l="l" t="t" r="r" b="b"/>
            <a:pathLst>
              <a:path w="1657" h="9409" extrusionOk="0">
                <a:moveTo>
                  <a:pt x="799" y="1"/>
                </a:moveTo>
                <a:cubicBezTo>
                  <a:pt x="622" y="1"/>
                  <a:pt x="429" y="75"/>
                  <a:pt x="282" y="208"/>
                </a:cubicBezTo>
                <a:cubicBezTo>
                  <a:pt x="1" y="504"/>
                  <a:pt x="1" y="977"/>
                  <a:pt x="282" y="1258"/>
                </a:cubicBezTo>
                <a:cubicBezTo>
                  <a:pt x="400" y="1376"/>
                  <a:pt x="563" y="1450"/>
                  <a:pt x="710" y="1465"/>
                </a:cubicBezTo>
                <a:lnTo>
                  <a:pt x="710" y="7941"/>
                </a:lnTo>
                <a:cubicBezTo>
                  <a:pt x="577" y="7971"/>
                  <a:pt x="429" y="8045"/>
                  <a:pt x="326" y="8148"/>
                </a:cubicBezTo>
                <a:cubicBezTo>
                  <a:pt x="30" y="8444"/>
                  <a:pt x="30" y="8902"/>
                  <a:pt x="326" y="9198"/>
                </a:cubicBezTo>
                <a:cubicBezTo>
                  <a:pt x="466" y="9338"/>
                  <a:pt x="655" y="9409"/>
                  <a:pt x="843" y="9409"/>
                </a:cubicBezTo>
                <a:cubicBezTo>
                  <a:pt x="1032" y="9409"/>
                  <a:pt x="1220" y="9338"/>
                  <a:pt x="1361" y="9198"/>
                </a:cubicBezTo>
                <a:cubicBezTo>
                  <a:pt x="1657" y="8902"/>
                  <a:pt x="1657" y="8444"/>
                  <a:pt x="1361" y="8148"/>
                </a:cubicBezTo>
                <a:cubicBezTo>
                  <a:pt x="1243" y="8030"/>
                  <a:pt x="1095" y="7971"/>
                  <a:pt x="932" y="7941"/>
                </a:cubicBezTo>
                <a:lnTo>
                  <a:pt x="932" y="1465"/>
                </a:lnTo>
                <a:cubicBezTo>
                  <a:pt x="1080" y="1435"/>
                  <a:pt x="1213" y="1376"/>
                  <a:pt x="1331" y="1258"/>
                </a:cubicBezTo>
                <a:cubicBezTo>
                  <a:pt x="1612" y="977"/>
                  <a:pt x="1612" y="504"/>
                  <a:pt x="1331" y="208"/>
                </a:cubicBezTo>
                <a:cubicBezTo>
                  <a:pt x="1184" y="75"/>
                  <a:pt x="991" y="1"/>
                  <a:pt x="79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9"/>
          <p:cNvSpPr/>
          <p:nvPr/>
        </p:nvSpPr>
        <p:spPr>
          <a:xfrm flipH="1">
            <a:off x="190472" y="2484564"/>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9"/>
          <p:cNvSpPr/>
          <p:nvPr/>
        </p:nvSpPr>
        <p:spPr>
          <a:xfrm flipH="1">
            <a:off x="314562" y="2599651"/>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flipH="1">
            <a:off x="193825" y="3850336"/>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9"/>
          <p:cNvSpPr/>
          <p:nvPr/>
        </p:nvSpPr>
        <p:spPr>
          <a:xfrm flipH="1">
            <a:off x="187109" y="4752076"/>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9"/>
          <p:cNvSpPr/>
          <p:nvPr/>
        </p:nvSpPr>
        <p:spPr>
          <a:xfrm flipH="1">
            <a:off x="304425" y="547688"/>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93;p9"/>
          <p:cNvGrpSpPr/>
          <p:nvPr/>
        </p:nvGrpSpPr>
        <p:grpSpPr>
          <a:xfrm>
            <a:off x="6638688" y="1317128"/>
            <a:ext cx="3810271" cy="5096351"/>
            <a:chOff x="6638688" y="1317128"/>
            <a:chExt cx="3810271" cy="5096351"/>
          </a:xfrm>
        </p:grpSpPr>
        <p:sp>
          <p:nvSpPr>
            <p:cNvPr id="94" name="Google Shape;94;p9"/>
            <p:cNvSpPr/>
            <p:nvPr/>
          </p:nvSpPr>
          <p:spPr>
            <a:xfrm rot="10800000">
              <a:off x="9032937" y="1317128"/>
              <a:ext cx="452268" cy="441242"/>
            </a:xfrm>
            <a:custGeom>
              <a:avLst/>
              <a:gdLst/>
              <a:ahLst/>
              <a:cxnLst/>
              <a:rect l="l" t="t" r="r" b="b"/>
              <a:pathLst>
                <a:path w="6522" h="6363" extrusionOk="0">
                  <a:moveTo>
                    <a:pt x="5782" y="1"/>
                  </a:moveTo>
                  <a:cubicBezTo>
                    <a:pt x="5590" y="1"/>
                    <a:pt x="5413" y="75"/>
                    <a:pt x="5279" y="208"/>
                  </a:cubicBezTo>
                  <a:cubicBezTo>
                    <a:pt x="5132" y="341"/>
                    <a:pt x="5043" y="518"/>
                    <a:pt x="5043" y="711"/>
                  </a:cubicBezTo>
                  <a:cubicBezTo>
                    <a:pt x="5028" y="873"/>
                    <a:pt x="5072" y="1021"/>
                    <a:pt x="5161" y="1139"/>
                  </a:cubicBezTo>
                  <a:lnTo>
                    <a:pt x="1258" y="5043"/>
                  </a:lnTo>
                  <a:cubicBezTo>
                    <a:pt x="1121" y="4940"/>
                    <a:pt x="959" y="4888"/>
                    <a:pt x="798" y="4888"/>
                  </a:cubicBezTo>
                  <a:cubicBezTo>
                    <a:pt x="611" y="4888"/>
                    <a:pt x="425" y="4959"/>
                    <a:pt x="282" y="5102"/>
                  </a:cubicBezTo>
                  <a:cubicBezTo>
                    <a:pt x="1" y="5398"/>
                    <a:pt x="1" y="5871"/>
                    <a:pt x="282" y="6152"/>
                  </a:cubicBezTo>
                  <a:cubicBezTo>
                    <a:pt x="430" y="6292"/>
                    <a:pt x="618" y="6363"/>
                    <a:pt x="807" y="6363"/>
                  </a:cubicBezTo>
                  <a:cubicBezTo>
                    <a:pt x="995" y="6363"/>
                    <a:pt x="1184" y="6292"/>
                    <a:pt x="1332" y="6152"/>
                  </a:cubicBezTo>
                  <a:cubicBezTo>
                    <a:pt x="1583" y="5900"/>
                    <a:pt x="1613" y="5486"/>
                    <a:pt x="1406" y="5206"/>
                  </a:cubicBezTo>
                  <a:lnTo>
                    <a:pt x="5309" y="1302"/>
                  </a:lnTo>
                  <a:cubicBezTo>
                    <a:pt x="5427" y="1405"/>
                    <a:pt x="5575" y="1479"/>
                    <a:pt x="5753" y="1479"/>
                  </a:cubicBezTo>
                  <a:cubicBezTo>
                    <a:pt x="5769" y="1481"/>
                    <a:pt x="5785" y="1481"/>
                    <a:pt x="5801" y="1481"/>
                  </a:cubicBezTo>
                  <a:cubicBezTo>
                    <a:pt x="5977" y="1481"/>
                    <a:pt x="6150" y="1409"/>
                    <a:pt x="6285" y="1287"/>
                  </a:cubicBezTo>
                  <a:cubicBezTo>
                    <a:pt x="6418" y="1154"/>
                    <a:pt x="6507" y="977"/>
                    <a:pt x="6522" y="770"/>
                  </a:cubicBezTo>
                  <a:cubicBezTo>
                    <a:pt x="6522" y="577"/>
                    <a:pt x="6448" y="385"/>
                    <a:pt x="6315" y="237"/>
                  </a:cubicBezTo>
                  <a:cubicBezTo>
                    <a:pt x="6315" y="237"/>
                    <a:pt x="6300" y="223"/>
                    <a:pt x="6300" y="223"/>
                  </a:cubicBezTo>
                  <a:cubicBezTo>
                    <a:pt x="6167" y="89"/>
                    <a:pt x="5989" y="16"/>
                    <a:pt x="5812"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 name="Google Shape;95;p9"/>
            <p:cNvGrpSpPr/>
            <p:nvPr/>
          </p:nvGrpSpPr>
          <p:grpSpPr>
            <a:xfrm>
              <a:off x="6638688" y="1813567"/>
              <a:ext cx="3810271" cy="4599912"/>
              <a:chOff x="6638688" y="1813567"/>
              <a:chExt cx="3810271" cy="4599912"/>
            </a:xfrm>
          </p:grpSpPr>
          <p:grpSp>
            <p:nvGrpSpPr>
              <p:cNvPr id="96" name="Google Shape;96;p9"/>
              <p:cNvGrpSpPr/>
              <p:nvPr/>
            </p:nvGrpSpPr>
            <p:grpSpPr>
              <a:xfrm rot="2700000">
                <a:off x="7018175" y="3868443"/>
                <a:ext cx="2303575" cy="2027523"/>
                <a:chOff x="715100" y="1571201"/>
                <a:chExt cx="2303597" cy="2027543"/>
              </a:xfrm>
            </p:grpSpPr>
            <p:sp>
              <p:nvSpPr>
                <p:cNvPr id="97" name="Google Shape;97;p9"/>
                <p:cNvSpPr/>
                <p:nvPr/>
              </p:nvSpPr>
              <p:spPr>
                <a:xfrm>
                  <a:off x="715100" y="1571201"/>
                  <a:ext cx="2303597" cy="2027543"/>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861935" y="2976281"/>
                  <a:ext cx="902630" cy="612241"/>
                </a:xfrm>
                <a:custGeom>
                  <a:avLst/>
                  <a:gdLst/>
                  <a:ahLst/>
                  <a:cxnLst/>
                  <a:rect l="l" t="t" r="r" b="b"/>
                  <a:pathLst>
                    <a:path w="12909" h="8756" extrusionOk="0">
                      <a:moveTo>
                        <a:pt x="12125" y="0"/>
                      </a:moveTo>
                      <a:cubicBezTo>
                        <a:pt x="11711" y="15"/>
                        <a:pt x="11401" y="355"/>
                        <a:pt x="11415" y="769"/>
                      </a:cubicBezTo>
                      <a:cubicBezTo>
                        <a:pt x="11415" y="947"/>
                        <a:pt x="11489" y="1124"/>
                        <a:pt x="11622" y="1257"/>
                      </a:cubicBezTo>
                      <a:cubicBezTo>
                        <a:pt x="11637" y="1272"/>
                        <a:pt x="11637" y="1272"/>
                        <a:pt x="11652" y="1287"/>
                      </a:cubicBezTo>
                      <a:cubicBezTo>
                        <a:pt x="11770" y="1390"/>
                        <a:pt x="11903" y="1449"/>
                        <a:pt x="12051" y="1464"/>
                      </a:cubicBezTo>
                      <a:lnTo>
                        <a:pt x="12051" y="3519"/>
                      </a:lnTo>
                      <a:lnTo>
                        <a:pt x="10750" y="4821"/>
                      </a:lnTo>
                      <a:lnTo>
                        <a:pt x="3712" y="4821"/>
                      </a:lnTo>
                      <a:lnTo>
                        <a:pt x="1139" y="7393"/>
                      </a:lnTo>
                      <a:cubicBezTo>
                        <a:pt x="1006" y="7319"/>
                        <a:pt x="873" y="7275"/>
                        <a:pt x="725" y="7275"/>
                      </a:cubicBezTo>
                      <a:cubicBezTo>
                        <a:pt x="518" y="7290"/>
                        <a:pt x="341" y="7379"/>
                        <a:pt x="208" y="7512"/>
                      </a:cubicBezTo>
                      <a:cubicBezTo>
                        <a:pt x="74" y="7659"/>
                        <a:pt x="1" y="7852"/>
                        <a:pt x="15" y="8044"/>
                      </a:cubicBezTo>
                      <a:cubicBezTo>
                        <a:pt x="15" y="8236"/>
                        <a:pt x="89" y="8414"/>
                        <a:pt x="222" y="8547"/>
                      </a:cubicBezTo>
                      <a:cubicBezTo>
                        <a:pt x="237" y="8547"/>
                        <a:pt x="237" y="8547"/>
                        <a:pt x="252" y="8561"/>
                      </a:cubicBezTo>
                      <a:cubicBezTo>
                        <a:pt x="374" y="8683"/>
                        <a:pt x="545" y="8756"/>
                        <a:pt x="721" y="8756"/>
                      </a:cubicBezTo>
                      <a:cubicBezTo>
                        <a:pt x="737" y="8756"/>
                        <a:pt x="753" y="8755"/>
                        <a:pt x="769" y="8754"/>
                      </a:cubicBezTo>
                      <a:cubicBezTo>
                        <a:pt x="976" y="8754"/>
                        <a:pt x="1154" y="8665"/>
                        <a:pt x="1287" y="8517"/>
                      </a:cubicBezTo>
                      <a:cubicBezTo>
                        <a:pt x="1420" y="8369"/>
                        <a:pt x="1494" y="8192"/>
                        <a:pt x="1479" y="7985"/>
                      </a:cubicBezTo>
                      <a:cubicBezTo>
                        <a:pt x="1479" y="7822"/>
                        <a:pt x="1405" y="7659"/>
                        <a:pt x="1302" y="7541"/>
                      </a:cubicBezTo>
                      <a:lnTo>
                        <a:pt x="3801" y="5042"/>
                      </a:lnTo>
                      <a:lnTo>
                        <a:pt x="10854" y="5042"/>
                      </a:lnTo>
                      <a:lnTo>
                        <a:pt x="12273" y="3623"/>
                      </a:lnTo>
                      <a:lnTo>
                        <a:pt x="12273" y="1464"/>
                      </a:lnTo>
                      <a:cubicBezTo>
                        <a:pt x="12628" y="1405"/>
                        <a:pt x="12909" y="1080"/>
                        <a:pt x="12894" y="710"/>
                      </a:cubicBezTo>
                      <a:cubicBezTo>
                        <a:pt x="12879" y="311"/>
                        <a:pt x="12539" y="0"/>
                        <a:pt x="1215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9"/>
              <p:cNvSpPr/>
              <p:nvPr/>
            </p:nvSpPr>
            <p:spPr>
              <a:xfrm rot="8100000">
                <a:off x="7804003" y="2323730"/>
                <a:ext cx="2270858" cy="1998728"/>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p:nvPr/>
            </p:nvSpPr>
            <p:spPr>
              <a:xfrm rot="8100000">
                <a:off x="7630653" y="2447034"/>
                <a:ext cx="2363567" cy="2049666"/>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 name="Google Shape;101;p9"/>
          <p:cNvSpPr/>
          <p:nvPr/>
        </p:nvSpPr>
        <p:spPr>
          <a:xfrm flipH="1">
            <a:off x="7831287" y="3850400"/>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9"/>
          <p:cNvSpPr/>
          <p:nvPr/>
        </p:nvSpPr>
        <p:spPr>
          <a:xfrm flipH="1">
            <a:off x="-1178400" y="1414300"/>
            <a:ext cx="2141400" cy="21414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bg>
      <p:bgPr>
        <a:gradFill>
          <a:gsLst>
            <a:gs pos="0">
              <a:schemeClr val="lt2"/>
            </a:gs>
            <a:gs pos="100000">
              <a:schemeClr val="lt1"/>
            </a:gs>
          </a:gsLst>
          <a:path path="circle">
            <a:fillToRect l="50000" t="50000" r="50000" b="50000"/>
          </a:path>
          <a:tileRect/>
        </a:gradFill>
        <a:effectLst/>
      </p:bgPr>
    </p:bg>
    <p:spTree>
      <p:nvGrpSpPr>
        <p:cNvPr id="1" name="Shape 103"/>
        <p:cNvGrpSpPr/>
        <p:nvPr/>
      </p:nvGrpSpPr>
      <p:grpSpPr>
        <a:xfrm>
          <a:off x="0" y="0"/>
          <a:ext cx="0" cy="0"/>
          <a:chOff x="0" y="0"/>
          <a:chExt cx="0" cy="0"/>
        </a:xfrm>
      </p:grpSpPr>
      <p:sp>
        <p:nvSpPr>
          <p:cNvPr id="104" name="Google Shape;104;p10"/>
          <p:cNvSpPr>
            <a:spLocks noGrp="1"/>
          </p:cNvSpPr>
          <p:nvPr>
            <p:ph type="pic" idx="2"/>
          </p:nvPr>
        </p:nvSpPr>
        <p:spPr>
          <a:xfrm>
            <a:off x="0" y="0"/>
            <a:ext cx="9144000" cy="5143500"/>
          </a:xfrm>
          <a:prstGeom prst="rect">
            <a:avLst/>
          </a:prstGeom>
          <a:noFill/>
          <a:ln>
            <a:noFill/>
          </a:ln>
        </p:spPr>
      </p:sp>
      <p:sp>
        <p:nvSpPr>
          <p:cNvPr id="105" name="Google Shape;105;p10"/>
          <p:cNvSpPr txBox="1">
            <a:spLocks noGrp="1"/>
          </p:cNvSpPr>
          <p:nvPr>
            <p:ph type="title"/>
          </p:nvPr>
        </p:nvSpPr>
        <p:spPr>
          <a:xfrm>
            <a:off x="720000" y="3859100"/>
            <a:ext cx="7704000" cy="749400"/>
          </a:xfrm>
          <a:prstGeom prst="rect">
            <a:avLst/>
          </a:prstGeom>
          <a:solidFill>
            <a:schemeClr val="accent3"/>
          </a:solidFill>
        </p:spPr>
        <p:txBody>
          <a:bodyPr spcFirstLastPara="1" wrap="square" lIns="91425" tIns="91425" rIns="91425" bIns="91425" anchor="t" anchorCtr="0">
            <a:noAutofit/>
          </a:bodyPr>
          <a:lstStyle>
            <a:lvl1pPr lvl="0" algn="ctr" rtl="0">
              <a:spcBef>
                <a:spcPts val="0"/>
              </a:spcBef>
              <a:spcAft>
                <a:spcPts val="0"/>
              </a:spcAft>
              <a:buSzPts val="27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chemeClr val="lt2"/>
            </a:gs>
            <a:gs pos="100000">
              <a:schemeClr val="lt1"/>
            </a:gs>
          </a:gsLst>
          <a:path path="circle">
            <a:fillToRect l="50000" t="50000" r="50000" b="50000"/>
          </a:path>
          <a:tileRect/>
        </a:gradFill>
        <a:effectLst/>
      </p:bgPr>
    </p:bg>
    <p:spTree>
      <p:nvGrpSpPr>
        <p:cNvPr id="1" name="Shape 106"/>
        <p:cNvGrpSpPr/>
        <p:nvPr/>
      </p:nvGrpSpPr>
      <p:grpSpPr>
        <a:xfrm>
          <a:off x="0" y="0"/>
          <a:ext cx="0" cy="0"/>
          <a:chOff x="0" y="0"/>
          <a:chExt cx="0" cy="0"/>
        </a:xfrm>
      </p:grpSpPr>
      <p:sp>
        <p:nvSpPr>
          <p:cNvPr id="107" name="Google Shape;107;p11"/>
          <p:cNvSpPr txBox="1">
            <a:spLocks noGrp="1"/>
          </p:cNvSpPr>
          <p:nvPr>
            <p:ph type="title" hasCustomPrompt="1"/>
          </p:nvPr>
        </p:nvSpPr>
        <p:spPr>
          <a:xfrm>
            <a:off x="1284000" y="1366338"/>
            <a:ext cx="6576000" cy="15111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96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8" name="Google Shape;108;p11"/>
          <p:cNvSpPr txBox="1">
            <a:spLocks noGrp="1"/>
          </p:cNvSpPr>
          <p:nvPr>
            <p:ph type="subTitle" idx="1"/>
          </p:nvPr>
        </p:nvSpPr>
        <p:spPr>
          <a:xfrm>
            <a:off x="1284000" y="3063763"/>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09" name="Google Shape;109;p11"/>
          <p:cNvGrpSpPr/>
          <p:nvPr/>
        </p:nvGrpSpPr>
        <p:grpSpPr>
          <a:xfrm>
            <a:off x="7668200" y="-880263"/>
            <a:ext cx="2239418" cy="2778714"/>
            <a:chOff x="7668200" y="-880263"/>
            <a:chExt cx="2239418" cy="2778714"/>
          </a:xfrm>
        </p:grpSpPr>
        <p:sp>
          <p:nvSpPr>
            <p:cNvPr id="110" name="Google Shape;110;p11"/>
            <p:cNvSpPr/>
            <p:nvPr/>
          </p:nvSpPr>
          <p:spPr>
            <a:xfrm rot="10800000" flipH="1">
              <a:off x="7886558" y="-880263"/>
              <a:ext cx="2021060" cy="2541910"/>
            </a:xfrm>
            <a:custGeom>
              <a:avLst/>
              <a:gdLst/>
              <a:ahLst/>
              <a:cxnLst/>
              <a:rect l="l" t="t" r="r" b="b"/>
              <a:pathLst>
                <a:path w="29145" h="36656" extrusionOk="0">
                  <a:moveTo>
                    <a:pt x="28390" y="1"/>
                  </a:moveTo>
                  <a:cubicBezTo>
                    <a:pt x="28006" y="1"/>
                    <a:pt x="27666" y="311"/>
                    <a:pt x="27651" y="711"/>
                  </a:cubicBezTo>
                  <a:cubicBezTo>
                    <a:pt x="27651" y="873"/>
                    <a:pt x="27695" y="1021"/>
                    <a:pt x="27784" y="1139"/>
                  </a:cubicBezTo>
                  <a:lnTo>
                    <a:pt x="26128" y="2810"/>
                  </a:lnTo>
                  <a:lnTo>
                    <a:pt x="26128" y="2855"/>
                  </a:lnTo>
                  <a:lnTo>
                    <a:pt x="26128" y="10721"/>
                  </a:lnTo>
                  <a:lnTo>
                    <a:pt x="21248" y="15600"/>
                  </a:lnTo>
                  <a:lnTo>
                    <a:pt x="15630" y="15600"/>
                  </a:lnTo>
                  <a:lnTo>
                    <a:pt x="7719" y="23511"/>
                  </a:lnTo>
                  <a:lnTo>
                    <a:pt x="7719" y="28908"/>
                  </a:lnTo>
                  <a:lnTo>
                    <a:pt x="1287" y="35355"/>
                  </a:lnTo>
                  <a:cubicBezTo>
                    <a:pt x="1145" y="35234"/>
                    <a:pt x="973" y="35175"/>
                    <a:pt x="802" y="35175"/>
                  </a:cubicBezTo>
                  <a:cubicBezTo>
                    <a:pt x="615" y="35175"/>
                    <a:pt x="428" y="35246"/>
                    <a:pt x="281" y="35384"/>
                  </a:cubicBezTo>
                  <a:cubicBezTo>
                    <a:pt x="1" y="35680"/>
                    <a:pt x="1" y="36153"/>
                    <a:pt x="281" y="36434"/>
                  </a:cubicBezTo>
                  <a:cubicBezTo>
                    <a:pt x="429" y="36582"/>
                    <a:pt x="618" y="36656"/>
                    <a:pt x="806" y="36656"/>
                  </a:cubicBezTo>
                  <a:cubicBezTo>
                    <a:pt x="995" y="36656"/>
                    <a:pt x="1183" y="36582"/>
                    <a:pt x="1331" y="36434"/>
                  </a:cubicBezTo>
                  <a:cubicBezTo>
                    <a:pt x="1583" y="36183"/>
                    <a:pt x="1612" y="35798"/>
                    <a:pt x="1435" y="35517"/>
                  </a:cubicBezTo>
                  <a:lnTo>
                    <a:pt x="7941" y="29011"/>
                  </a:lnTo>
                  <a:lnTo>
                    <a:pt x="7941" y="23614"/>
                  </a:lnTo>
                  <a:lnTo>
                    <a:pt x="15718" y="15822"/>
                  </a:lnTo>
                  <a:lnTo>
                    <a:pt x="21337" y="15822"/>
                  </a:lnTo>
                  <a:lnTo>
                    <a:pt x="26350" y="10824"/>
                  </a:lnTo>
                  <a:lnTo>
                    <a:pt x="26350" y="10765"/>
                  </a:lnTo>
                  <a:lnTo>
                    <a:pt x="26350" y="2899"/>
                  </a:lnTo>
                  <a:lnTo>
                    <a:pt x="27932" y="1302"/>
                  </a:lnTo>
                  <a:cubicBezTo>
                    <a:pt x="28050" y="1406"/>
                    <a:pt x="28198" y="1465"/>
                    <a:pt x="28360" y="1480"/>
                  </a:cubicBezTo>
                  <a:cubicBezTo>
                    <a:pt x="28370" y="1480"/>
                    <a:pt x="28379" y="1480"/>
                    <a:pt x="28388" y="1480"/>
                  </a:cubicBezTo>
                  <a:cubicBezTo>
                    <a:pt x="28789" y="1480"/>
                    <a:pt x="29115" y="1160"/>
                    <a:pt x="29129" y="770"/>
                  </a:cubicBezTo>
                  <a:cubicBezTo>
                    <a:pt x="29144" y="548"/>
                    <a:pt x="29055" y="356"/>
                    <a:pt x="28922" y="208"/>
                  </a:cubicBezTo>
                  <a:cubicBezTo>
                    <a:pt x="28789" y="90"/>
                    <a:pt x="28612" y="1"/>
                    <a:pt x="2842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10800000" flipH="1">
              <a:off x="7668200" y="-380156"/>
              <a:ext cx="2015859" cy="2278607"/>
            </a:xfrm>
            <a:custGeom>
              <a:avLst/>
              <a:gdLst/>
              <a:ahLst/>
              <a:cxnLst/>
              <a:rect l="l" t="t" r="r" b="b"/>
              <a:pathLst>
                <a:path w="29070" h="32859" extrusionOk="0">
                  <a:moveTo>
                    <a:pt x="28330" y="0"/>
                  </a:moveTo>
                  <a:cubicBezTo>
                    <a:pt x="28138" y="0"/>
                    <a:pt x="27961" y="59"/>
                    <a:pt x="27828" y="193"/>
                  </a:cubicBezTo>
                  <a:cubicBezTo>
                    <a:pt x="27680" y="326"/>
                    <a:pt x="27591" y="503"/>
                    <a:pt x="27591" y="710"/>
                  </a:cubicBezTo>
                  <a:cubicBezTo>
                    <a:pt x="27576" y="858"/>
                    <a:pt x="27621" y="991"/>
                    <a:pt x="27695" y="1124"/>
                  </a:cubicBezTo>
                  <a:lnTo>
                    <a:pt x="24723" y="4096"/>
                  </a:lnTo>
                  <a:cubicBezTo>
                    <a:pt x="24737" y="4022"/>
                    <a:pt x="24767" y="3963"/>
                    <a:pt x="24767" y="3889"/>
                  </a:cubicBezTo>
                  <a:cubicBezTo>
                    <a:pt x="24767" y="3682"/>
                    <a:pt x="24708" y="3505"/>
                    <a:pt x="24560" y="3357"/>
                  </a:cubicBezTo>
                  <a:cubicBezTo>
                    <a:pt x="24560" y="3342"/>
                    <a:pt x="24560" y="3342"/>
                    <a:pt x="24545" y="3327"/>
                  </a:cubicBezTo>
                  <a:cubicBezTo>
                    <a:pt x="24412" y="3209"/>
                    <a:pt x="24235" y="3120"/>
                    <a:pt x="24057" y="3120"/>
                  </a:cubicBezTo>
                  <a:cubicBezTo>
                    <a:pt x="24040" y="3119"/>
                    <a:pt x="24022" y="3118"/>
                    <a:pt x="24005" y="3118"/>
                  </a:cubicBezTo>
                  <a:cubicBezTo>
                    <a:pt x="23820" y="3118"/>
                    <a:pt x="23660" y="3191"/>
                    <a:pt x="23525" y="3312"/>
                  </a:cubicBezTo>
                  <a:cubicBezTo>
                    <a:pt x="23377" y="3445"/>
                    <a:pt x="23288" y="3638"/>
                    <a:pt x="23288" y="3830"/>
                  </a:cubicBezTo>
                  <a:cubicBezTo>
                    <a:pt x="23274" y="3993"/>
                    <a:pt x="23333" y="4155"/>
                    <a:pt x="23436" y="4288"/>
                  </a:cubicBezTo>
                  <a:lnTo>
                    <a:pt x="18779" y="8946"/>
                  </a:lnTo>
                  <a:lnTo>
                    <a:pt x="18779" y="14180"/>
                  </a:lnTo>
                  <a:lnTo>
                    <a:pt x="11178" y="21780"/>
                  </a:lnTo>
                  <a:lnTo>
                    <a:pt x="5915" y="21780"/>
                  </a:lnTo>
                  <a:lnTo>
                    <a:pt x="695" y="27000"/>
                  </a:lnTo>
                  <a:lnTo>
                    <a:pt x="695" y="31391"/>
                  </a:lnTo>
                  <a:cubicBezTo>
                    <a:pt x="547" y="31421"/>
                    <a:pt x="399" y="31495"/>
                    <a:pt x="281" y="31598"/>
                  </a:cubicBezTo>
                  <a:cubicBezTo>
                    <a:pt x="0" y="31894"/>
                    <a:pt x="0" y="32367"/>
                    <a:pt x="281" y="32648"/>
                  </a:cubicBezTo>
                  <a:cubicBezTo>
                    <a:pt x="429" y="32789"/>
                    <a:pt x="617" y="32859"/>
                    <a:pt x="806" y="32859"/>
                  </a:cubicBezTo>
                  <a:cubicBezTo>
                    <a:pt x="994" y="32859"/>
                    <a:pt x="1183" y="32789"/>
                    <a:pt x="1331" y="32648"/>
                  </a:cubicBezTo>
                  <a:cubicBezTo>
                    <a:pt x="1612" y="32367"/>
                    <a:pt x="1612" y="31894"/>
                    <a:pt x="1331" y="31598"/>
                  </a:cubicBezTo>
                  <a:cubicBezTo>
                    <a:pt x="1213" y="31495"/>
                    <a:pt x="1065" y="31421"/>
                    <a:pt x="917" y="31391"/>
                  </a:cubicBezTo>
                  <a:lnTo>
                    <a:pt x="917" y="27089"/>
                  </a:lnTo>
                  <a:lnTo>
                    <a:pt x="6003" y="22002"/>
                  </a:lnTo>
                  <a:lnTo>
                    <a:pt x="11267" y="22002"/>
                  </a:lnTo>
                  <a:lnTo>
                    <a:pt x="19000" y="14284"/>
                  </a:lnTo>
                  <a:lnTo>
                    <a:pt x="19000" y="9035"/>
                  </a:lnTo>
                  <a:lnTo>
                    <a:pt x="23584" y="4451"/>
                  </a:lnTo>
                  <a:cubicBezTo>
                    <a:pt x="23599" y="4466"/>
                    <a:pt x="23614" y="4466"/>
                    <a:pt x="23643" y="4481"/>
                  </a:cubicBezTo>
                  <a:cubicBezTo>
                    <a:pt x="23614" y="4554"/>
                    <a:pt x="23599" y="4628"/>
                    <a:pt x="23599" y="4702"/>
                  </a:cubicBezTo>
                  <a:cubicBezTo>
                    <a:pt x="23584" y="4895"/>
                    <a:pt x="23658" y="5087"/>
                    <a:pt x="23791" y="5235"/>
                  </a:cubicBezTo>
                  <a:cubicBezTo>
                    <a:pt x="23835" y="5279"/>
                    <a:pt x="23895" y="5323"/>
                    <a:pt x="23939" y="5353"/>
                  </a:cubicBezTo>
                  <a:cubicBezTo>
                    <a:pt x="23909" y="5353"/>
                    <a:pt x="23880" y="5338"/>
                    <a:pt x="23850" y="5338"/>
                  </a:cubicBezTo>
                  <a:cubicBezTo>
                    <a:pt x="23658" y="5338"/>
                    <a:pt x="23466" y="5397"/>
                    <a:pt x="23318" y="5530"/>
                  </a:cubicBezTo>
                  <a:cubicBezTo>
                    <a:pt x="23170" y="5663"/>
                    <a:pt x="23096" y="5856"/>
                    <a:pt x="23081" y="6048"/>
                  </a:cubicBezTo>
                  <a:cubicBezTo>
                    <a:pt x="23081" y="6240"/>
                    <a:pt x="23140" y="6432"/>
                    <a:pt x="23274" y="6580"/>
                  </a:cubicBezTo>
                  <a:cubicBezTo>
                    <a:pt x="23407" y="6713"/>
                    <a:pt x="23569" y="6787"/>
                    <a:pt x="23747" y="6817"/>
                  </a:cubicBezTo>
                  <a:lnTo>
                    <a:pt x="23747" y="11607"/>
                  </a:lnTo>
                  <a:lnTo>
                    <a:pt x="23155" y="12214"/>
                  </a:lnTo>
                  <a:lnTo>
                    <a:pt x="21470" y="12214"/>
                  </a:lnTo>
                  <a:cubicBezTo>
                    <a:pt x="21455" y="12036"/>
                    <a:pt x="21396" y="11888"/>
                    <a:pt x="21277" y="11755"/>
                  </a:cubicBezTo>
                  <a:cubicBezTo>
                    <a:pt x="21277" y="11755"/>
                    <a:pt x="21263" y="11741"/>
                    <a:pt x="21263" y="11741"/>
                  </a:cubicBezTo>
                  <a:cubicBezTo>
                    <a:pt x="21130" y="11607"/>
                    <a:pt x="20952" y="11534"/>
                    <a:pt x="20760" y="11519"/>
                  </a:cubicBezTo>
                  <a:cubicBezTo>
                    <a:pt x="20568" y="11519"/>
                    <a:pt x="20375" y="11593"/>
                    <a:pt x="20242" y="11726"/>
                  </a:cubicBezTo>
                  <a:cubicBezTo>
                    <a:pt x="20095" y="11859"/>
                    <a:pt x="20006" y="12036"/>
                    <a:pt x="20006" y="12228"/>
                  </a:cubicBezTo>
                  <a:cubicBezTo>
                    <a:pt x="19991" y="12435"/>
                    <a:pt x="20065" y="12628"/>
                    <a:pt x="20198" y="12761"/>
                  </a:cubicBezTo>
                  <a:cubicBezTo>
                    <a:pt x="20331" y="12909"/>
                    <a:pt x="20509" y="12997"/>
                    <a:pt x="20701" y="12997"/>
                  </a:cubicBezTo>
                  <a:cubicBezTo>
                    <a:pt x="20718" y="12999"/>
                    <a:pt x="20736" y="12999"/>
                    <a:pt x="20753" y="12999"/>
                  </a:cubicBezTo>
                  <a:cubicBezTo>
                    <a:pt x="20940" y="12999"/>
                    <a:pt x="21111" y="12927"/>
                    <a:pt x="21233" y="12805"/>
                  </a:cubicBezTo>
                  <a:cubicBezTo>
                    <a:pt x="21351" y="12702"/>
                    <a:pt x="21425" y="12569"/>
                    <a:pt x="21455" y="12421"/>
                  </a:cubicBezTo>
                  <a:lnTo>
                    <a:pt x="23244" y="12421"/>
                  </a:lnTo>
                  <a:lnTo>
                    <a:pt x="23969" y="11696"/>
                  </a:lnTo>
                  <a:lnTo>
                    <a:pt x="23969" y="6802"/>
                  </a:lnTo>
                  <a:cubicBezTo>
                    <a:pt x="24102" y="6772"/>
                    <a:pt x="24220" y="6713"/>
                    <a:pt x="24323" y="6625"/>
                  </a:cubicBezTo>
                  <a:cubicBezTo>
                    <a:pt x="24471" y="6491"/>
                    <a:pt x="24545" y="6299"/>
                    <a:pt x="24560" y="6107"/>
                  </a:cubicBezTo>
                  <a:cubicBezTo>
                    <a:pt x="24560" y="5915"/>
                    <a:pt x="24501" y="5723"/>
                    <a:pt x="24368" y="5575"/>
                  </a:cubicBezTo>
                  <a:cubicBezTo>
                    <a:pt x="24353" y="5575"/>
                    <a:pt x="24353" y="5560"/>
                    <a:pt x="24338" y="5560"/>
                  </a:cubicBezTo>
                  <a:cubicBezTo>
                    <a:pt x="24309" y="5516"/>
                    <a:pt x="24264" y="5486"/>
                    <a:pt x="24205" y="5456"/>
                  </a:cubicBezTo>
                  <a:cubicBezTo>
                    <a:pt x="24235" y="5456"/>
                    <a:pt x="24264" y="5471"/>
                    <a:pt x="24309" y="5471"/>
                  </a:cubicBezTo>
                  <a:cubicBezTo>
                    <a:pt x="24501" y="5471"/>
                    <a:pt x="24693" y="5397"/>
                    <a:pt x="24826" y="5264"/>
                  </a:cubicBezTo>
                  <a:cubicBezTo>
                    <a:pt x="24974" y="5131"/>
                    <a:pt x="25063" y="4954"/>
                    <a:pt x="25063" y="4761"/>
                  </a:cubicBezTo>
                  <a:cubicBezTo>
                    <a:pt x="25077" y="4569"/>
                    <a:pt x="25018" y="4392"/>
                    <a:pt x="24885" y="4244"/>
                  </a:cubicBezTo>
                  <a:lnTo>
                    <a:pt x="27842" y="1287"/>
                  </a:lnTo>
                  <a:cubicBezTo>
                    <a:pt x="27976" y="1390"/>
                    <a:pt x="28123" y="1464"/>
                    <a:pt x="28301" y="1464"/>
                  </a:cubicBezTo>
                  <a:cubicBezTo>
                    <a:pt x="28317" y="1465"/>
                    <a:pt x="28333" y="1466"/>
                    <a:pt x="28350" y="1466"/>
                  </a:cubicBezTo>
                  <a:cubicBezTo>
                    <a:pt x="28525" y="1466"/>
                    <a:pt x="28698" y="1394"/>
                    <a:pt x="28833" y="1272"/>
                  </a:cubicBezTo>
                  <a:cubicBezTo>
                    <a:pt x="28981" y="1139"/>
                    <a:pt x="29055" y="961"/>
                    <a:pt x="29070" y="754"/>
                  </a:cubicBezTo>
                  <a:cubicBezTo>
                    <a:pt x="29070" y="562"/>
                    <a:pt x="29011" y="370"/>
                    <a:pt x="28863" y="237"/>
                  </a:cubicBezTo>
                  <a:cubicBezTo>
                    <a:pt x="28863" y="222"/>
                    <a:pt x="28863" y="222"/>
                    <a:pt x="28848" y="207"/>
                  </a:cubicBezTo>
                  <a:cubicBezTo>
                    <a:pt x="28715" y="74"/>
                    <a:pt x="28537" y="0"/>
                    <a:pt x="2836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rot="10800000" flipH="1">
              <a:off x="7690736" y="-689843"/>
              <a:ext cx="2067174" cy="2371946"/>
            </a:xfrm>
            <a:custGeom>
              <a:avLst/>
              <a:gdLst/>
              <a:ahLst/>
              <a:cxnLst/>
              <a:rect l="l" t="t" r="r" b="b"/>
              <a:pathLst>
                <a:path w="29810" h="34205" extrusionOk="0">
                  <a:moveTo>
                    <a:pt x="29070" y="0"/>
                  </a:moveTo>
                  <a:cubicBezTo>
                    <a:pt x="28878" y="0"/>
                    <a:pt x="28700" y="74"/>
                    <a:pt x="28567" y="192"/>
                  </a:cubicBezTo>
                  <a:cubicBezTo>
                    <a:pt x="28419" y="325"/>
                    <a:pt x="28331" y="518"/>
                    <a:pt x="28331" y="710"/>
                  </a:cubicBezTo>
                  <a:cubicBezTo>
                    <a:pt x="28316" y="873"/>
                    <a:pt x="28375" y="1035"/>
                    <a:pt x="28479" y="1168"/>
                  </a:cubicBezTo>
                  <a:lnTo>
                    <a:pt x="26364" y="3283"/>
                  </a:lnTo>
                  <a:lnTo>
                    <a:pt x="26364" y="3327"/>
                  </a:lnTo>
                  <a:lnTo>
                    <a:pt x="26364" y="11031"/>
                  </a:lnTo>
                  <a:lnTo>
                    <a:pt x="23939" y="13456"/>
                  </a:lnTo>
                  <a:lnTo>
                    <a:pt x="18616" y="13456"/>
                  </a:lnTo>
                  <a:lnTo>
                    <a:pt x="13796" y="18261"/>
                  </a:lnTo>
                  <a:lnTo>
                    <a:pt x="10853" y="21144"/>
                  </a:lnTo>
                  <a:lnTo>
                    <a:pt x="8074" y="21144"/>
                  </a:lnTo>
                  <a:lnTo>
                    <a:pt x="5146" y="24057"/>
                  </a:lnTo>
                  <a:lnTo>
                    <a:pt x="5146" y="28892"/>
                  </a:lnTo>
                  <a:lnTo>
                    <a:pt x="1198" y="32840"/>
                  </a:lnTo>
                  <a:cubicBezTo>
                    <a:pt x="1079" y="32765"/>
                    <a:pt x="942" y="32727"/>
                    <a:pt x="805" y="32727"/>
                  </a:cubicBezTo>
                  <a:cubicBezTo>
                    <a:pt x="616" y="32727"/>
                    <a:pt x="427" y="32799"/>
                    <a:pt x="281" y="32944"/>
                  </a:cubicBezTo>
                  <a:cubicBezTo>
                    <a:pt x="0" y="33240"/>
                    <a:pt x="0" y="33698"/>
                    <a:pt x="281" y="33994"/>
                  </a:cubicBezTo>
                  <a:cubicBezTo>
                    <a:pt x="429" y="34134"/>
                    <a:pt x="618" y="34204"/>
                    <a:pt x="806" y="34204"/>
                  </a:cubicBezTo>
                  <a:cubicBezTo>
                    <a:pt x="995" y="34204"/>
                    <a:pt x="1183" y="34134"/>
                    <a:pt x="1331" y="33994"/>
                  </a:cubicBezTo>
                  <a:cubicBezTo>
                    <a:pt x="1597" y="33713"/>
                    <a:pt x="1612" y="33284"/>
                    <a:pt x="1361" y="32988"/>
                  </a:cubicBezTo>
                  <a:lnTo>
                    <a:pt x="5368" y="28996"/>
                  </a:lnTo>
                  <a:lnTo>
                    <a:pt x="5368" y="24146"/>
                  </a:lnTo>
                  <a:lnTo>
                    <a:pt x="8162" y="21366"/>
                  </a:lnTo>
                  <a:lnTo>
                    <a:pt x="10942" y="21366"/>
                  </a:lnTo>
                  <a:lnTo>
                    <a:pt x="10987" y="21337"/>
                  </a:lnTo>
                  <a:lnTo>
                    <a:pt x="13959" y="18424"/>
                  </a:lnTo>
                  <a:lnTo>
                    <a:pt x="18705" y="13677"/>
                  </a:lnTo>
                  <a:lnTo>
                    <a:pt x="24028" y="13677"/>
                  </a:lnTo>
                  <a:lnTo>
                    <a:pt x="26586" y="11134"/>
                  </a:lnTo>
                  <a:lnTo>
                    <a:pt x="26586" y="11075"/>
                  </a:lnTo>
                  <a:lnTo>
                    <a:pt x="26586" y="3371"/>
                  </a:lnTo>
                  <a:lnTo>
                    <a:pt x="28626" y="1331"/>
                  </a:lnTo>
                  <a:cubicBezTo>
                    <a:pt x="28745" y="1420"/>
                    <a:pt x="28893" y="1464"/>
                    <a:pt x="29040" y="1479"/>
                  </a:cubicBezTo>
                  <a:cubicBezTo>
                    <a:pt x="29233" y="1479"/>
                    <a:pt x="29425" y="1420"/>
                    <a:pt x="29573" y="1287"/>
                  </a:cubicBezTo>
                  <a:cubicBezTo>
                    <a:pt x="29706" y="1139"/>
                    <a:pt x="29795" y="961"/>
                    <a:pt x="29809" y="769"/>
                  </a:cubicBezTo>
                  <a:cubicBezTo>
                    <a:pt x="29809" y="562"/>
                    <a:pt x="29735" y="385"/>
                    <a:pt x="29602" y="237"/>
                  </a:cubicBezTo>
                  <a:cubicBezTo>
                    <a:pt x="29602" y="222"/>
                    <a:pt x="29588" y="222"/>
                    <a:pt x="29588" y="207"/>
                  </a:cubicBezTo>
                  <a:cubicBezTo>
                    <a:pt x="29454" y="89"/>
                    <a:pt x="29277" y="0"/>
                    <a:pt x="2910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 name="Google Shape;113;p11"/>
          <p:cNvGrpSpPr/>
          <p:nvPr/>
        </p:nvGrpSpPr>
        <p:grpSpPr>
          <a:xfrm>
            <a:off x="-1299635" y="1140134"/>
            <a:ext cx="3111049" cy="2841636"/>
            <a:chOff x="-1299635" y="1140134"/>
            <a:chExt cx="3111049" cy="2841636"/>
          </a:xfrm>
        </p:grpSpPr>
        <p:sp>
          <p:nvSpPr>
            <p:cNvPr id="114" name="Google Shape;114;p11"/>
            <p:cNvSpPr/>
            <p:nvPr/>
          </p:nvSpPr>
          <p:spPr>
            <a:xfrm rot="2700000" flipH="1">
              <a:off x="-720057" y="1680127"/>
              <a:ext cx="2233987" cy="1766762"/>
            </a:xfrm>
            <a:custGeom>
              <a:avLst/>
              <a:gdLst/>
              <a:ahLst/>
              <a:cxnLst/>
              <a:rect l="l" t="t" r="r" b="b"/>
              <a:pathLst>
                <a:path w="36745" h="29060" extrusionOk="0">
                  <a:moveTo>
                    <a:pt x="35961" y="1"/>
                  </a:moveTo>
                  <a:cubicBezTo>
                    <a:pt x="35562" y="15"/>
                    <a:pt x="35236" y="356"/>
                    <a:pt x="35251" y="755"/>
                  </a:cubicBezTo>
                  <a:cubicBezTo>
                    <a:pt x="35266" y="932"/>
                    <a:pt x="35325" y="1080"/>
                    <a:pt x="35414" y="1198"/>
                  </a:cubicBezTo>
                  <a:lnTo>
                    <a:pt x="33832" y="2780"/>
                  </a:lnTo>
                  <a:lnTo>
                    <a:pt x="25906" y="2780"/>
                  </a:lnTo>
                  <a:lnTo>
                    <a:pt x="20894" y="7793"/>
                  </a:lnTo>
                  <a:lnTo>
                    <a:pt x="20894" y="13412"/>
                  </a:lnTo>
                  <a:lnTo>
                    <a:pt x="13116" y="21189"/>
                  </a:lnTo>
                  <a:lnTo>
                    <a:pt x="7719" y="21189"/>
                  </a:lnTo>
                  <a:lnTo>
                    <a:pt x="1213" y="27695"/>
                  </a:lnTo>
                  <a:cubicBezTo>
                    <a:pt x="1088" y="27620"/>
                    <a:pt x="948" y="27582"/>
                    <a:pt x="809" y="27582"/>
                  </a:cubicBezTo>
                  <a:cubicBezTo>
                    <a:pt x="619" y="27582"/>
                    <a:pt x="433" y="27654"/>
                    <a:pt x="297" y="27799"/>
                  </a:cubicBezTo>
                  <a:cubicBezTo>
                    <a:pt x="1" y="28094"/>
                    <a:pt x="1" y="28553"/>
                    <a:pt x="297" y="28849"/>
                  </a:cubicBezTo>
                  <a:cubicBezTo>
                    <a:pt x="437" y="28989"/>
                    <a:pt x="626" y="29059"/>
                    <a:pt x="814" y="29059"/>
                  </a:cubicBezTo>
                  <a:cubicBezTo>
                    <a:pt x="1003" y="29059"/>
                    <a:pt x="1191" y="28989"/>
                    <a:pt x="1332" y="28849"/>
                  </a:cubicBezTo>
                  <a:cubicBezTo>
                    <a:pt x="1612" y="28568"/>
                    <a:pt x="1612" y="28139"/>
                    <a:pt x="1376" y="27843"/>
                  </a:cubicBezTo>
                  <a:lnTo>
                    <a:pt x="7808" y="21411"/>
                  </a:lnTo>
                  <a:lnTo>
                    <a:pt x="13205" y="21411"/>
                  </a:lnTo>
                  <a:lnTo>
                    <a:pt x="21115" y="13500"/>
                  </a:lnTo>
                  <a:lnTo>
                    <a:pt x="21115" y="7882"/>
                  </a:lnTo>
                  <a:lnTo>
                    <a:pt x="25995" y="3002"/>
                  </a:lnTo>
                  <a:lnTo>
                    <a:pt x="33920" y="3002"/>
                  </a:lnTo>
                  <a:lnTo>
                    <a:pt x="35576" y="1346"/>
                  </a:lnTo>
                  <a:cubicBezTo>
                    <a:pt x="35693" y="1424"/>
                    <a:pt x="35820" y="1467"/>
                    <a:pt x="35959" y="1467"/>
                  </a:cubicBezTo>
                  <a:cubicBezTo>
                    <a:pt x="35979" y="1467"/>
                    <a:pt x="35999" y="1466"/>
                    <a:pt x="36020" y="1465"/>
                  </a:cubicBezTo>
                  <a:cubicBezTo>
                    <a:pt x="36419" y="1450"/>
                    <a:pt x="36744" y="1110"/>
                    <a:pt x="36730" y="710"/>
                  </a:cubicBezTo>
                  <a:cubicBezTo>
                    <a:pt x="36715" y="503"/>
                    <a:pt x="36641" y="341"/>
                    <a:pt x="36508" y="208"/>
                  </a:cubicBezTo>
                  <a:cubicBezTo>
                    <a:pt x="36375" y="75"/>
                    <a:pt x="36197" y="1"/>
                    <a:pt x="3599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2700000" flipH="1">
              <a:off x="-817063" y="1701393"/>
              <a:ext cx="2084731" cy="1808104"/>
            </a:xfrm>
            <a:custGeom>
              <a:avLst/>
              <a:gdLst/>
              <a:ahLst/>
              <a:cxnLst/>
              <a:rect l="l" t="t" r="r" b="b"/>
              <a:pathLst>
                <a:path w="34290" h="29740" extrusionOk="0">
                  <a:moveTo>
                    <a:pt x="33521" y="1"/>
                  </a:moveTo>
                  <a:cubicBezTo>
                    <a:pt x="33314" y="15"/>
                    <a:pt x="33136" y="89"/>
                    <a:pt x="33003" y="237"/>
                  </a:cubicBezTo>
                  <a:cubicBezTo>
                    <a:pt x="32870" y="385"/>
                    <a:pt x="32796" y="577"/>
                    <a:pt x="32811" y="770"/>
                  </a:cubicBezTo>
                  <a:cubicBezTo>
                    <a:pt x="32811" y="917"/>
                    <a:pt x="32870" y="1065"/>
                    <a:pt x="32959" y="1184"/>
                  </a:cubicBezTo>
                  <a:lnTo>
                    <a:pt x="30903" y="3224"/>
                  </a:lnTo>
                  <a:lnTo>
                    <a:pt x="23155" y="3224"/>
                  </a:lnTo>
                  <a:lnTo>
                    <a:pt x="20612" y="5767"/>
                  </a:lnTo>
                  <a:lnTo>
                    <a:pt x="20612" y="11105"/>
                  </a:lnTo>
                  <a:lnTo>
                    <a:pt x="15866" y="15851"/>
                  </a:lnTo>
                  <a:lnTo>
                    <a:pt x="12953" y="18824"/>
                  </a:lnTo>
                  <a:lnTo>
                    <a:pt x="12923" y="18853"/>
                  </a:lnTo>
                  <a:lnTo>
                    <a:pt x="12923" y="21648"/>
                  </a:lnTo>
                  <a:lnTo>
                    <a:pt x="10129" y="24442"/>
                  </a:lnTo>
                  <a:lnTo>
                    <a:pt x="5294" y="24442"/>
                  </a:lnTo>
                  <a:lnTo>
                    <a:pt x="1287" y="28435"/>
                  </a:lnTo>
                  <a:cubicBezTo>
                    <a:pt x="1154" y="28323"/>
                    <a:pt x="986" y="28268"/>
                    <a:pt x="817" y="28268"/>
                  </a:cubicBezTo>
                  <a:cubicBezTo>
                    <a:pt x="628" y="28268"/>
                    <a:pt x="437" y="28338"/>
                    <a:pt x="296" y="28479"/>
                  </a:cubicBezTo>
                  <a:cubicBezTo>
                    <a:pt x="0" y="28760"/>
                    <a:pt x="0" y="29233"/>
                    <a:pt x="296" y="29529"/>
                  </a:cubicBezTo>
                  <a:cubicBezTo>
                    <a:pt x="436" y="29669"/>
                    <a:pt x="625" y="29739"/>
                    <a:pt x="815" y="29739"/>
                  </a:cubicBezTo>
                  <a:cubicBezTo>
                    <a:pt x="1006" y="29739"/>
                    <a:pt x="1198" y="29669"/>
                    <a:pt x="1346" y="29529"/>
                  </a:cubicBezTo>
                  <a:cubicBezTo>
                    <a:pt x="1582" y="29277"/>
                    <a:pt x="1627" y="28893"/>
                    <a:pt x="1435" y="28597"/>
                  </a:cubicBezTo>
                  <a:lnTo>
                    <a:pt x="5382" y="24664"/>
                  </a:lnTo>
                  <a:lnTo>
                    <a:pt x="10218" y="24664"/>
                  </a:lnTo>
                  <a:lnTo>
                    <a:pt x="13145" y="21736"/>
                  </a:lnTo>
                  <a:lnTo>
                    <a:pt x="13145" y="18942"/>
                  </a:lnTo>
                  <a:lnTo>
                    <a:pt x="16028" y="15999"/>
                  </a:lnTo>
                  <a:lnTo>
                    <a:pt x="20834" y="11194"/>
                  </a:lnTo>
                  <a:lnTo>
                    <a:pt x="20834" y="5871"/>
                  </a:lnTo>
                  <a:lnTo>
                    <a:pt x="23244" y="3446"/>
                  </a:lnTo>
                  <a:lnTo>
                    <a:pt x="31007" y="3446"/>
                  </a:lnTo>
                  <a:lnTo>
                    <a:pt x="33107" y="1331"/>
                  </a:lnTo>
                  <a:cubicBezTo>
                    <a:pt x="33240" y="1435"/>
                    <a:pt x="33402" y="1479"/>
                    <a:pt x="33580" y="1479"/>
                  </a:cubicBezTo>
                  <a:cubicBezTo>
                    <a:pt x="33772" y="1479"/>
                    <a:pt x="33949" y="1391"/>
                    <a:pt x="34082" y="1243"/>
                  </a:cubicBezTo>
                  <a:cubicBezTo>
                    <a:pt x="34216" y="1095"/>
                    <a:pt x="34289" y="903"/>
                    <a:pt x="34289" y="710"/>
                  </a:cubicBezTo>
                  <a:cubicBezTo>
                    <a:pt x="34275" y="533"/>
                    <a:pt x="34201" y="356"/>
                    <a:pt x="34068" y="222"/>
                  </a:cubicBezTo>
                  <a:cubicBezTo>
                    <a:pt x="34068" y="208"/>
                    <a:pt x="34053" y="208"/>
                    <a:pt x="34053" y="193"/>
                  </a:cubicBezTo>
                  <a:cubicBezTo>
                    <a:pt x="33905" y="75"/>
                    <a:pt x="33728" y="1"/>
                    <a:pt x="3355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rot="2700000" flipH="1">
              <a:off x="-969804" y="1590434"/>
              <a:ext cx="2003870" cy="1762932"/>
            </a:xfrm>
            <a:custGeom>
              <a:avLst/>
              <a:gdLst/>
              <a:ahLst/>
              <a:cxnLst/>
              <a:rect l="l" t="t" r="r" b="b"/>
              <a:pathLst>
                <a:path w="32960" h="28997" extrusionOk="0">
                  <a:moveTo>
                    <a:pt x="32175" y="0"/>
                  </a:moveTo>
                  <a:cubicBezTo>
                    <a:pt x="31983" y="15"/>
                    <a:pt x="31806" y="89"/>
                    <a:pt x="31673" y="237"/>
                  </a:cubicBezTo>
                  <a:cubicBezTo>
                    <a:pt x="31525" y="385"/>
                    <a:pt x="31466" y="577"/>
                    <a:pt x="31466" y="769"/>
                  </a:cubicBezTo>
                  <a:cubicBezTo>
                    <a:pt x="31480" y="932"/>
                    <a:pt x="31540" y="1094"/>
                    <a:pt x="31658" y="1228"/>
                  </a:cubicBezTo>
                  <a:lnTo>
                    <a:pt x="28701" y="4185"/>
                  </a:lnTo>
                  <a:cubicBezTo>
                    <a:pt x="28553" y="4052"/>
                    <a:pt x="28375" y="3993"/>
                    <a:pt x="28183" y="3993"/>
                  </a:cubicBezTo>
                  <a:cubicBezTo>
                    <a:pt x="27991" y="4007"/>
                    <a:pt x="27799" y="4081"/>
                    <a:pt x="27666" y="4229"/>
                  </a:cubicBezTo>
                  <a:cubicBezTo>
                    <a:pt x="27533" y="4377"/>
                    <a:pt x="27459" y="4569"/>
                    <a:pt x="27473" y="4761"/>
                  </a:cubicBezTo>
                  <a:cubicBezTo>
                    <a:pt x="27473" y="4791"/>
                    <a:pt x="27488" y="4821"/>
                    <a:pt x="27488" y="4850"/>
                  </a:cubicBezTo>
                  <a:cubicBezTo>
                    <a:pt x="27459" y="4806"/>
                    <a:pt x="27429" y="4761"/>
                    <a:pt x="27385" y="4717"/>
                  </a:cubicBezTo>
                  <a:cubicBezTo>
                    <a:pt x="27370" y="4717"/>
                    <a:pt x="27370" y="4717"/>
                    <a:pt x="27370" y="4702"/>
                  </a:cubicBezTo>
                  <a:cubicBezTo>
                    <a:pt x="27235" y="4580"/>
                    <a:pt x="27062" y="4508"/>
                    <a:pt x="26886" y="4508"/>
                  </a:cubicBezTo>
                  <a:cubicBezTo>
                    <a:pt x="26870" y="4508"/>
                    <a:pt x="26854" y="4509"/>
                    <a:pt x="26838" y="4510"/>
                  </a:cubicBezTo>
                  <a:cubicBezTo>
                    <a:pt x="26631" y="4510"/>
                    <a:pt x="26453" y="4599"/>
                    <a:pt x="26320" y="4747"/>
                  </a:cubicBezTo>
                  <a:cubicBezTo>
                    <a:pt x="26231" y="4850"/>
                    <a:pt x="26172" y="4968"/>
                    <a:pt x="26143" y="5102"/>
                  </a:cubicBezTo>
                  <a:lnTo>
                    <a:pt x="21248" y="5102"/>
                  </a:lnTo>
                  <a:lnTo>
                    <a:pt x="20509" y="5826"/>
                  </a:lnTo>
                  <a:lnTo>
                    <a:pt x="20509" y="7615"/>
                  </a:lnTo>
                  <a:cubicBezTo>
                    <a:pt x="20361" y="7645"/>
                    <a:pt x="20243" y="7719"/>
                    <a:pt x="20139" y="7822"/>
                  </a:cubicBezTo>
                  <a:cubicBezTo>
                    <a:pt x="20006" y="7970"/>
                    <a:pt x="19932" y="8162"/>
                    <a:pt x="19932" y="8354"/>
                  </a:cubicBezTo>
                  <a:cubicBezTo>
                    <a:pt x="19947" y="8562"/>
                    <a:pt x="20036" y="8739"/>
                    <a:pt x="20169" y="8872"/>
                  </a:cubicBezTo>
                  <a:cubicBezTo>
                    <a:pt x="20304" y="8994"/>
                    <a:pt x="20477" y="9066"/>
                    <a:pt x="20653" y="9066"/>
                  </a:cubicBezTo>
                  <a:cubicBezTo>
                    <a:pt x="20669" y="9066"/>
                    <a:pt x="20685" y="9065"/>
                    <a:pt x="20701" y="9064"/>
                  </a:cubicBezTo>
                  <a:cubicBezTo>
                    <a:pt x="20894" y="9064"/>
                    <a:pt x="21086" y="8976"/>
                    <a:pt x="21219" y="8828"/>
                  </a:cubicBezTo>
                  <a:cubicBezTo>
                    <a:pt x="21352" y="8680"/>
                    <a:pt x="21426" y="8502"/>
                    <a:pt x="21411" y="8295"/>
                  </a:cubicBezTo>
                  <a:cubicBezTo>
                    <a:pt x="21411" y="8118"/>
                    <a:pt x="21337" y="7940"/>
                    <a:pt x="21204" y="7807"/>
                  </a:cubicBezTo>
                  <a:cubicBezTo>
                    <a:pt x="21189" y="7807"/>
                    <a:pt x="21189" y="7793"/>
                    <a:pt x="21175" y="7793"/>
                  </a:cubicBezTo>
                  <a:cubicBezTo>
                    <a:pt x="21056" y="7674"/>
                    <a:pt x="20894" y="7615"/>
                    <a:pt x="20731" y="7600"/>
                  </a:cubicBezTo>
                  <a:lnTo>
                    <a:pt x="20731" y="5915"/>
                  </a:lnTo>
                  <a:lnTo>
                    <a:pt x="21337" y="5323"/>
                  </a:lnTo>
                  <a:lnTo>
                    <a:pt x="26128" y="5323"/>
                  </a:lnTo>
                  <a:cubicBezTo>
                    <a:pt x="26143" y="5501"/>
                    <a:pt x="26217" y="5663"/>
                    <a:pt x="26364" y="5782"/>
                  </a:cubicBezTo>
                  <a:cubicBezTo>
                    <a:pt x="26498" y="5915"/>
                    <a:pt x="26690" y="5989"/>
                    <a:pt x="26897" y="5989"/>
                  </a:cubicBezTo>
                  <a:cubicBezTo>
                    <a:pt x="27089" y="5974"/>
                    <a:pt x="27266" y="5885"/>
                    <a:pt x="27399" y="5752"/>
                  </a:cubicBezTo>
                  <a:cubicBezTo>
                    <a:pt x="27533" y="5604"/>
                    <a:pt x="27607" y="5412"/>
                    <a:pt x="27607" y="5220"/>
                  </a:cubicBezTo>
                  <a:cubicBezTo>
                    <a:pt x="27592" y="5190"/>
                    <a:pt x="27592" y="5146"/>
                    <a:pt x="27592" y="5116"/>
                  </a:cubicBezTo>
                  <a:lnTo>
                    <a:pt x="27592" y="5116"/>
                  </a:lnTo>
                  <a:cubicBezTo>
                    <a:pt x="27621" y="5175"/>
                    <a:pt x="27666" y="5235"/>
                    <a:pt x="27710" y="5279"/>
                  </a:cubicBezTo>
                  <a:cubicBezTo>
                    <a:pt x="27845" y="5401"/>
                    <a:pt x="28018" y="5473"/>
                    <a:pt x="28194" y="5473"/>
                  </a:cubicBezTo>
                  <a:cubicBezTo>
                    <a:pt x="28210" y="5473"/>
                    <a:pt x="28226" y="5472"/>
                    <a:pt x="28242" y="5471"/>
                  </a:cubicBezTo>
                  <a:cubicBezTo>
                    <a:pt x="28316" y="5471"/>
                    <a:pt x="28390" y="5456"/>
                    <a:pt x="28449" y="5427"/>
                  </a:cubicBezTo>
                  <a:cubicBezTo>
                    <a:pt x="28464" y="5442"/>
                    <a:pt x="28479" y="5456"/>
                    <a:pt x="28494" y="5486"/>
                  </a:cubicBezTo>
                  <a:lnTo>
                    <a:pt x="23895" y="10070"/>
                  </a:lnTo>
                  <a:lnTo>
                    <a:pt x="18661" y="10070"/>
                  </a:lnTo>
                  <a:lnTo>
                    <a:pt x="10942" y="17788"/>
                  </a:lnTo>
                  <a:lnTo>
                    <a:pt x="10942" y="23067"/>
                  </a:lnTo>
                  <a:lnTo>
                    <a:pt x="5856" y="28153"/>
                  </a:lnTo>
                  <a:lnTo>
                    <a:pt x="1538" y="28153"/>
                  </a:lnTo>
                  <a:cubicBezTo>
                    <a:pt x="1524" y="27991"/>
                    <a:pt x="1450" y="27857"/>
                    <a:pt x="1331" y="27739"/>
                  </a:cubicBezTo>
                  <a:cubicBezTo>
                    <a:pt x="1191" y="27591"/>
                    <a:pt x="1002" y="27517"/>
                    <a:pt x="814" y="27517"/>
                  </a:cubicBezTo>
                  <a:cubicBezTo>
                    <a:pt x="625" y="27517"/>
                    <a:pt x="437" y="27591"/>
                    <a:pt x="296" y="27739"/>
                  </a:cubicBezTo>
                  <a:cubicBezTo>
                    <a:pt x="1" y="28020"/>
                    <a:pt x="1" y="28493"/>
                    <a:pt x="296" y="28774"/>
                  </a:cubicBezTo>
                  <a:cubicBezTo>
                    <a:pt x="437" y="28922"/>
                    <a:pt x="625" y="28996"/>
                    <a:pt x="814" y="28996"/>
                  </a:cubicBezTo>
                  <a:cubicBezTo>
                    <a:pt x="1002" y="28996"/>
                    <a:pt x="1191" y="28922"/>
                    <a:pt x="1331" y="28774"/>
                  </a:cubicBezTo>
                  <a:cubicBezTo>
                    <a:pt x="1450" y="28671"/>
                    <a:pt x="1524" y="28523"/>
                    <a:pt x="1538" y="28375"/>
                  </a:cubicBezTo>
                  <a:lnTo>
                    <a:pt x="5945" y="28375"/>
                  </a:lnTo>
                  <a:lnTo>
                    <a:pt x="11149" y="23155"/>
                  </a:lnTo>
                  <a:lnTo>
                    <a:pt x="11149" y="17892"/>
                  </a:lnTo>
                  <a:lnTo>
                    <a:pt x="18750" y="10291"/>
                  </a:lnTo>
                  <a:lnTo>
                    <a:pt x="23999" y="10291"/>
                  </a:lnTo>
                  <a:lnTo>
                    <a:pt x="28642" y="5634"/>
                  </a:lnTo>
                  <a:cubicBezTo>
                    <a:pt x="28775" y="5737"/>
                    <a:pt x="28937" y="5782"/>
                    <a:pt x="29115" y="5782"/>
                  </a:cubicBezTo>
                  <a:cubicBezTo>
                    <a:pt x="29307" y="5767"/>
                    <a:pt x="29484" y="5693"/>
                    <a:pt x="29617" y="5545"/>
                  </a:cubicBezTo>
                  <a:cubicBezTo>
                    <a:pt x="29765" y="5397"/>
                    <a:pt x="29824" y="5205"/>
                    <a:pt x="29824" y="5013"/>
                  </a:cubicBezTo>
                  <a:cubicBezTo>
                    <a:pt x="29810" y="4821"/>
                    <a:pt x="29736" y="4658"/>
                    <a:pt x="29603" y="4525"/>
                  </a:cubicBezTo>
                  <a:cubicBezTo>
                    <a:pt x="29603" y="4510"/>
                    <a:pt x="29588" y="4510"/>
                    <a:pt x="29588" y="4495"/>
                  </a:cubicBezTo>
                  <a:cubicBezTo>
                    <a:pt x="29452" y="4373"/>
                    <a:pt x="29280" y="4301"/>
                    <a:pt x="29104" y="4301"/>
                  </a:cubicBezTo>
                  <a:cubicBezTo>
                    <a:pt x="29088" y="4301"/>
                    <a:pt x="29072" y="4302"/>
                    <a:pt x="29056" y="4303"/>
                  </a:cubicBezTo>
                  <a:cubicBezTo>
                    <a:pt x="28982" y="4303"/>
                    <a:pt x="28908" y="4318"/>
                    <a:pt x="28849" y="4347"/>
                  </a:cubicBezTo>
                  <a:lnTo>
                    <a:pt x="31821" y="1361"/>
                  </a:lnTo>
                  <a:cubicBezTo>
                    <a:pt x="31939" y="1449"/>
                    <a:pt x="32087" y="1479"/>
                    <a:pt x="32235" y="1479"/>
                  </a:cubicBezTo>
                  <a:cubicBezTo>
                    <a:pt x="32427" y="1464"/>
                    <a:pt x="32619" y="1390"/>
                    <a:pt x="32752" y="1242"/>
                  </a:cubicBezTo>
                  <a:cubicBezTo>
                    <a:pt x="32885" y="1094"/>
                    <a:pt x="32959" y="902"/>
                    <a:pt x="32944" y="710"/>
                  </a:cubicBezTo>
                  <a:cubicBezTo>
                    <a:pt x="32944" y="518"/>
                    <a:pt x="32856" y="355"/>
                    <a:pt x="32737" y="222"/>
                  </a:cubicBezTo>
                  <a:cubicBezTo>
                    <a:pt x="32723" y="207"/>
                    <a:pt x="32723" y="207"/>
                    <a:pt x="32708" y="193"/>
                  </a:cubicBezTo>
                  <a:cubicBezTo>
                    <a:pt x="32575" y="74"/>
                    <a:pt x="32397" y="0"/>
                    <a:pt x="3220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 name="Google Shape;117;p11"/>
          <p:cNvSpPr/>
          <p:nvPr/>
        </p:nvSpPr>
        <p:spPr>
          <a:xfrm>
            <a:off x="-1017550" y="1470475"/>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7487838" y="-1348025"/>
            <a:ext cx="2818500" cy="28185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11"/>
          <p:cNvGrpSpPr/>
          <p:nvPr/>
        </p:nvGrpSpPr>
        <p:grpSpPr>
          <a:xfrm>
            <a:off x="7037622" y="4721767"/>
            <a:ext cx="1805200" cy="335359"/>
            <a:chOff x="7037622" y="4721767"/>
            <a:chExt cx="1805200" cy="335359"/>
          </a:xfrm>
        </p:grpSpPr>
        <p:sp>
          <p:nvSpPr>
            <p:cNvPr id="120" name="Google Shape;120;p11"/>
            <p:cNvSpPr/>
            <p:nvPr/>
          </p:nvSpPr>
          <p:spPr>
            <a:xfrm rot="5400000" flipH="1">
              <a:off x="8223843" y="4438147"/>
              <a:ext cx="335359" cy="902600"/>
            </a:xfrm>
            <a:custGeom>
              <a:avLst/>
              <a:gdLst/>
              <a:ahLst/>
              <a:cxnLst/>
              <a:rect l="l" t="t" r="r" b="b"/>
              <a:pathLst>
                <a:path w="5516" h="14846" extrusionOk="0">
                  <a:moveTo>
                    <a:pt x="2692" y="0"/>
                  </a:moveTo>
                  <a:cubicBezTo>
                    <a:pt x="2485" y="0"/>
                    <a:pt x="2322" y="163"/>
                    <a:pt x="2322" y="370"/>
                  </a:cubicBezTo>
                  <a:cubicBezTo>
                    <a:pt x="2322" y="577"/>
                    <a:pt x="2485" y="739"/>
                    <a:pt x="2692" y="739"/>
                  </a:cubicBezTo>
                  <a:cubicBezTo>
                    <a:pt x="2780" y="739"/>
                    <a:pt x="2869" y="710"/>
                    <a:pt x="2928" y="651"/>
                  </a:cubicBezTo>
                  <a:lnTo>
                    <a:pt x="5294" y="3002"/>
                  </a:lnTo>
                  <a:lnTo>
                    <a:pt x="5294" y="11918"/>
                  </a:lnTo>
                  <a:lnTo>
                    <a:pt x="2677" y="14535"/>
                  </a:lnTo>
                  <a:lnTo>
                    <a:pt x="489" y="12347"/>
                  </a:lnTo>
                  <a:lnTo>
                    <a:pt x="489" y="3194"/>
                  </a:lnTo>
                  <a:cubicBezTo>
                    <a:pt x="636" y="3135"/>
                    <a:pt x="740" y="3002"/>
                    <a:pt x="740" y="2839"/>
                  </a:cubicBezTo>
                  <a:cubicBezTo>
                    <a:pt x="740" y="2632"/>
                    <a:pt x="577" y="2469"/>
                    <a:pt x="370" y="2469"/>
                  </a:cubicBezTo>
                  <a:cubicBezTo>
                    <a:pt x="163" y="2469"/>
                    <a:pt x="1" y="2632"/>
                    <a:pt x="1" y="2839"/>
                  </a:cubicBezTo>
                  <a:cubicBezTo>
                    <a:pt x="1" y="3017"/>
                    <a:pt x="119" y="3150"/>
                    <a:pt x="282" y="3194"/>
                  </a:cubicBezTo>
                  <a:lnTo>
                    <a:pt x="282" y="12391"/>
                  </a:lnTo>
                  <a:lnTo>
                    <a:pt x="282" y="12435"/>
                  </a:lnTo>
                  <a:lnTo>
                    <a:pt x="2677" y="14845"/>
                  </a:lnTo>
                  <a:lnTo>
                    <a:pt x="5516" y="12007"/>
                  </a:lnTo>
                  <a:lnTo>
                    <a:pt x="5516" y="2957"/>
                  </a:lnTo>
                  <a:lnTo>
                    <a:pt x="5516" y="2913"/>
                  </a:lnTo>
                  <a:lnTo>
                    <a:pt x="3047" y="444"/>
                  </a:lnTo>
                  <a:cubicBezTo>
                    <a:pt x="3061" y="429"/>
                    <a:pt x="3061" y="399"/>
                    <a:pt x="3061" y="370"/>
                  </a:cubicBezTo>
                  <a:cubicBezTo>
                    <a:pt x="3061" y="163"/>
                    <a:pt x="2899" y="0"/>
                    <a:pt x="2692"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rot="5400000" flipH="1">
              <a:off x="8291273" y="4596345"/>
              <a:ext cx="100741" cy="572652"/>
            </a:xfrm>
            <a:custGeom>
              <a:avLst/>
              <a:gdLst/>
              <a:ahLst/>
              <a:cxnLst/>
              <a:rect l="l" t="t" r="r" b="b"/>
              <a:pathLst>
                <a:path w="1657" h="9419" extrusionOk="0">
                  <a:moveTo>
                    <a:pt x="813" y="0"/>
                  </a:moveTo>
                  <a:cubicBezTo>
                    <a:pt x="621" y="0"/>
                    <a:pt x="429" y="74"/>
                    <a:pt x="281" y="222"/>
                  </a:cubicBezTo>
                  <a:cubicBezTo>
                    <a:pt x="0" y="503"/>
                    <a:pt x="0" y="976"/>
                    <a:pt x="281" y="1257"/>
                  </a:cubicBezTo>
                  <a:cubicBezTo>
                    <a:pt x="414" y="1390"/>
                    <a:pt x="562" y="1449"/>
                    <a:pt x="725" y="1479"/>
                  </a:cubicBezTo>
                  <a:lnTo>
                    <a:pt x="725" y="7955"/>
                  </a:lnTo>
                  <a:cubicBezTo>
                    <a:pt x="577" y="7985"/>
                    <a:pt x="444" y="8044"/>
                    <a:pt x="325" y="8162"/>
                  </a:cubicBezTo>
                  <a:cubicBezTo>
                    <a:pt x="30" y="8443"/>
                    <a:pt x="30" y="8916"/>
                    <a:pt x="325" y="9197"/>
                  </a:cubicBezTo>
                  <a:cubicBezTo>
                    <a:pt x="466" y="9345"/>
                    <a:pt x="654" y="9419"/>
                    <a:pt x="845" y="9419"/>
                  </a:cubicBezTo>
                  <a:cubicBezTo>
                    <a:pt x="1035" y="9419"/>
                    <a:pt x="1227" y="9345"/>
                    <a:pt x="1375" y="9197"/>
                  </a:cubicBezTo>
                  <a:cubicBezTo>
                    <a:pt x="1656" y="8916"/>
                    <a:pt x="1656" y="8443"/>
                    <a:pt x="1375" y="8162"/>
                  </a:cubicBezTo>
                  <a:cubicBezTo>
                    <a:pt x="1242" y="8044"/>
                    <a:pt x="1094" y="7970"/>
                    <a:pt x="946" y="7955"/>
                  </a:cubicBezTo>
                  <a:lnTo>
                    <a:pt x="946" y="1464"/>
                  </a:lnTo>
                  <a:cubicBezTo>
                    <a:pt x="1080" y="1434"/>
                    <a:pt x="1227" y="1375"/>
                    <a:pt x="1331" y="1257"/>
                  </a:cubicBezTo>
                  <a:cubicBezTo>
                    <a:pt x="1627" y="976"/>
                    <a:pt x="1627" y="503"/>
                    <a:pt x="1331" y="222"/>
                  </a:cubicBezTo>
                  <a:cubicBezTo>
                    <a:pt x="1183" y="74"/>
                    <a:pt x="1006" y="0"/>
                    <a:pt x="813"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flipH="1">
              <a:off x="7321243" y="4438147"/>
              <a:ext cx="335359" cy="902600"/>
            </a:xfrm>
            <a:custGeom>
              <a:avLst/>
              <a:gdLst/>
              <a:ahLst/>
              <a:cxnLst/>
              <a:rect l="l" t="t" r="r" b="b"/>
              <a:pathLst>
                <a:path w="5516" h="14846" extrusionOk="0">
                  <a:moveTo>
                    <a:pt x="2692" y="0"/>
                  </a:moveTo>
                  <a:cubicBezTo>
                    <a:pt x="2485" y="0"/>
                    <a:pt x="2322" y="163"/>
                    <a:pt x="2322" y="370"/>
                  </a:cubicBezTo>
                  <a:cubicBezTo>
                    <a:pt x="2322" y="577"/>
                    <a:pt x="2485" y="739"/>
                    <a:pt x="2692" y="739"/>
                  </a:cubicBezTo>
                  <a:cubicBezTo>
                    <a:pt x="2780" y="739"/>
                    <a:pt x="2869" y="710"/>
                    <a:pt x="2928" y="651"/>
                  </a:cubicBezTo>
                  <a:lnTo>
                    <a:pt x="5294" y="3002"/>
                  </a:lnTo>
                  <a:lnTo>
                    <a:pt x="5294" y="11918"/>
                  </a:lnTo>
                  <a:lnTo>
                    <a:pt x="2677" y="14535"/>
                  </a:lnTo>
                  <a:lnTo>
                    <a:pt x="489" y="12347"/>
                  </a:lnTo>
                  <a:lnTo>
                    <a:pt x="489" y="3194"/>
                  </a:lnTo>
                  <a:cubicBezTo>
                    <a:pt x="636" y="3135"/>
                    <a:pt x="740" y="3002"/>
                    <a:pt x="740" y="2839"/>
                  </a:cubicBezTo>
                  <a:cubicBezTo>
                    <a:pt x="740" y="2632"/>
                    <a:pt x="577" y="2469"/>
                    <a:pt x="370" y="2469"/>
                  </a:cubicBezTo>
                  <a:cubicBezTo>
                    <a:pt x="163" y="2469"/>
                    <a:pt x="1" y="2632"/>
                    <a:pt x="1" y="2839"/>
                  </a:cubicBezTo>
                  <a:cubicBezTo>
                    <a:pt x="1" y="3017"/>
                    <a:pt x="119" y="3150"/>
                    <a:pt x="282" y="3194"/>
                  </a:cubicBezTo>
                  <a:lnTo>
                    <a:pt x="282" y="12391"/>
                  </a:lnTo>
                  <a:lnTo>
                    <a:pt x="282" y="12435"/>
                  </a:lnTo>
                  <a:lnTo>
                    <a:pt x="2677" y="14845"/>
                  </a:lnTo>
                  <a:lnTo>
                    <a:pt x="5516" y="12007"/>
                  </a:lnTo>
                  <a:lnTo>
                    <a:pt x="5516" y="2957"/>
                  </a:lnTo>
                  <a:lnTo>
                    <a:pt x="5516" y="2913"/>
                  </a:lnTo>
                  <a:lnTo>
                    <a:pt x="3047" y="444"/>
                  </a:lnTo>
                  <a:cubicBezTo>
                    <a:pt x="3061" y="429"/>
                    <a:pt x="3061" y="399"/>
                    <a:pt x="3061" y="370"/>
                  </a:cubicBezTo>
                  <a:cubicBezTo>
                    <a:pt x="3061" y="163"/>
                    <a:pt x="2899" y="0"/>
                    <a:pt x="2692"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rot="5400000" flipH="1">
              <a:off x="7388673" y="4596345"/>
              <a:ext cx="100741" cy="572652"/>
            </a:xfrm>
            <a:custGeom>
              <a:avLst/>
              <a:gdLst/>
              <a:ahLst/>
              <a:cxnLst/>
              <a:rect l="l" t="t" r="r" b="b"/>
              <a:pathLst>
                <a:path w="1657" h="9419" extrusionOk="0">
                  <a:moveTo>
                    <a:pt x="813" y="0"/>
                  </a:moveTo>
                  <a:cubicBezTo>
                    <a:pt x="621" y="0"/>
                    <a:pt x="429" y="74"/>
                    <a:pt x="281" y="222"/>
                  </a:cubicBezTo>
                  <a:cubicBezTo>
                    <a:pt x="0" y="503"/>
                    <a:pt x="0" y="976"/>
                    <a:pt x="281" y="1257"/>
                  </a:cubicBezTo>
                  <a:cubicBezTo>
                    <a:pt x="414" y="1390"/>
                    <a:pt x="562" y="1449"/>
                    <a:pt x="725" y="1479"/>
                  </a:cubicBezTo>
                  <a:lnTo>
                    <a:pt x="725" y="7955"/>
                  </a:lnTo>
                  <a:cubicBezTo>
                    <a:pt x="577" y="7985"/>
                    <a:pt x="444" y="8044"/>
                    <a:pt x="325" y="8162"/>
                  </a:cubicBezTo>
                  <a:cubicBezTo>
                    <a:pt x="30" y="8443"/>
                    <a:pt x="30" y="8916"/>
                    <a:pt x="325" y="9197"/>
                  </a:cubicBezTo>
                  <a:cubicBezTo>
                    <a:pt x="466" y="9345"/>
                    <a:pt x="654" y="9419"/>
                    <a:pt x="845" y="9419"/>
                  </a:cubicBezTo>
                  <a:cubicBezTo>
                    <a:pt x="1035" y="9419"/>
                    <a:pt x="1227" y="9345"/>
                    <a:pt x="1375" y="9197"/>
                  </a:cubicBezTo>
                  <a:cubicBezTo>
                    <a:pt x="1656" y="8916"/>
                    <a:pt x="1656" y="8443"/>
                    <a:pt x="1375" y="8162"/>
                  </a:cubicBezTo>
                  <a:cubicBezTo>
                    <a:pt x="1242" y="8044"/>
                    <a:pt x="1094" y="7970"/>
                    <a:pt x="946" y="7955"/>
                  </a:cubicBezTo>
                  <a:lnTo>
                    <a:pt x="946" y="1464"/>
                  </a:lnTo>
                  <a:cubicBezTo>
                    <a:pt x="1080" y="1434"/>
                    <a:pt x="1227" y="1375"/>
                    <a:pt x="1331" y="1257"/>
                  </a:cubicBezTo>
                  <a:cubicBezTo>
                    <a:pt x="1627" y="976"/>
                    <a:pt x="1627" y="503"/>
                    <a:pt x="1331" y="222"/>
                  </a:cubicBezTo>
                  <a:cubicBezTo>
                    <a:pt x="1183" y="74"/>
                    <a:pt x="1006" y="0"/>
                    <a:pt x="813"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4"/>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bg>
      <p:bgPr>
        <a:gradFill>
          <a:gsLst>
            <a:gs pos="0">
              <a:schemeClr val="lt2"/>
            </a:gs>
            <a:gs pos="100000">
              <a:schemeClr val="lt1"/>
            </a:gs>
          </a:gsLst>
          <a:path path="circle">
            <a:fillToRect l="50000" t="50000" r="50000" b="50000"/>
          </a:path>
          <a:tileRect/>
        </a:gradFill>
        <a:effectLst/>
      </p:bgPr>
    </p:bg>
    <p:spTree>
      <p:nvGrpSpPr>
        <p:cNvPr id="1" name="Shape 155"/>
        <p:cNvGrpSpPr/>
        <p:nvPr/>
      </p:nvGrpSpPr>
      <p:grpSpPr>
        <a:xfrm>
          <a:off x="0" y="0"/>
          <a:ext cx="0" cy="0"/>
          <a:chOff x="0" y="0"/>
          <a:chExt cx="0" cy="0"/>
        </a:xfrm>
      </p:grpSpPr>
      <p:sp>
        <p:nvSpPr>
          <p:cNvPr id="156" name="Google Shape;156;p14"/>
          <p:cNvSpPr/>
          <p:nvPr/>
        </p:nvSpPr>
        <p:spPr>
          <a:xfrm>
            <a:off x="7864425" y="3639025"/>
            <a:ext cx="2783400" cy="27834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8" name="Google Shape;158;p14"/>
          <p:cNvSpPr/>
          <p:nvPr/>
        </p:nvSpPr>
        <p:spPr>
          <a:xfrm>
            <a:off x="-1738775" y="3574925"/>
            <a:ext cx="2783400" cy="27834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 name="Google Shape;159;p14"/>
          <p:cNvGrpSpPr/>
          <p:nvPr/>
        </p:nvGrpSpPr>
        <p:grpSpPr>
          <a:xfrm>
            <a:off x="8243289" y="3605123"/>
            <a:ext cx="1582191" cy="2188163"/>
            <a:chOff x="8243289" y="3605123"/>
            <a:chExt cx="1582191" cy="2188163"/>
          </a:xfrm>
        </p:grpSpPr>
        <p:sp>
          <p:nvSpPr>
            <p:cNvPr id="160" name="Google Shape;160;p14"/>
            <p:cNvSpPr/>
            <p:nvPr/>
          </p:nvSpPr>
          <p:spPr>
            <a:xfrm>
              <a:off x="8243289" y="4923909"/>
              <a:ext cx="191512" cy="192424"/>
            </a:xfrm>
            <a:custGeom>
              <a:avLst/>
              <a:gdLst/>
              <a:ahLst/>
              <a:cxnLst/>
              <a:rect l="l" t="t" r="r" b="b"/>
              <a:pathLst>
                <a:path w="3150" h="3165" extrusionOk="0">
                  <a:moveTo>
                    <a:pt x="2336" y="0"/>
                  </a:moveTo>
                  <a:cubicBezTo>
                    <a:pt x="2144" y="0"/>
                    <a:pt x="1952" y="74"/>
                    <a:pt x="1804" y="222"/>
                  </a:cubicBezTo>
                  <a:cubicBezTo>
                    <a:pt x="1553" y="488"/>
                    <a:pt x="1523" y="902"/>
                    <a:pt x="1745" y="1183"/>
                  </a:cubicBezTo>
                  <a:lnTo>
                    <a:pt x="414" y="2514"/>
                  </a:lnTo>
                  <a:lnTo>
                    <a:pt x="0" y="2928"/>
                  </a:lnTo>
                  <a:cubicBezTo>
                    <a:pt x="30" y="2987"/>
                    <a:pt x="45" y="3031"/>
                    <a:pt x="74" y="3091"/>
                  </a:cubicBezTo>
                  <a:cubicBezTo>
                    <a:pt x="74" y="3120"/>
                    <a:pt x="74" y="3135"/>
                    <a:pt x="89" y="3164"/>
                  </a:cubicBezTo>
                  <a:lnTo>
                    <a:pt x="473" y="2765"/>
                  </a:lnTo>
                  <a:lnTo>
                    <a:pt x="1908" y="1346"/>
                  </a:lnTo>
                  <a:cubicBezTo>
                    <a:pt x="2032" y="1431"/>
                    <a:pt x="2183" y="1475"/>
                    <a:pt x="2334" y="1475"/>
                  </a:cubicBezTo>
                  <a:cubicBezTo>
                    <a:pt x="2524" y="1475"/>
                    <a:pt x="2714" y="1405"/>
                    <a:pt x="2854" y="1257"/>
                  </a:cubicBezTo>
                  <a:cubicBezTo>
                    <a:pt x="3135" y="976"/>
                    <a:pt x="3150" y="503"/>
                    <a:pt x="2854" y="222"/>
                  </a:cubicBezTo>
                  <a:cubicBezTo>
                    <a:pt x="2706" y="74"/>
                    <a:pt x="2514" y="0"/>
                    <a:pt x="2336"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4"/>
            <p:cNvSpPr/>
            <p:nvPr/>
          </p:nvSpPr>
          <p:spPr>
            <a:xfrm>
              <a:off x="8325060" y="5075838"/>
              <a:ext cx="98978" cy="397372"/>
            </a:xfrm>
            <a:custGeom>
              <a:avLst/>
              <a:gdLst/>
              <a:ahLst/>
              <a:cxnLst/>
              <a:rect l="l" t="t" r="r" b="b"/>
              <a:pathLst>
                <a:path w="1628" h="6536" extrusionOk="0">
                  <a:moveTo>
                    <a:pt x="814" y="0"/>
                  </a:moveTo>
                  <a:cubicBezTo>
                    <a:pt x="622" y="0"/>
                    <a:pt x="430" y="74"/>
                    <a:pt x="296" y="222"/>
                  </a:cubicBezTo>
                  <a:cubicBezTo>
                    <a:pt x="1" y="503"/>
                    <a:pt x="1" y="976"/>
                    <a:pt x="296" y="1257"/>
                  </a:cubicBezTo>
                  <a:cubicBezTo>
                    <a:pt x="415" y="1390"/>
                    <a:pt x="577" y="1449"/>
                    <a:pt x="740" y="1464"/>
                  </a:cubicBezTo>
                  <a:lnTo>
                    <a:pt x="740" y="5988"/>
                  </a:lnTo>
                  <a:lnTo>
                    <a:pt x="430" y="6284"/>
                  </a:lnTo>
                  <a:cubicBezTo>
                    <a:pt x="459" y="6373"/>
                    <a:pt x="474" y="6462"/>
                    <a:pt x="489" y="6536"/>
                  </a:cubicBezTo>
                  <a:lnTo>
                    <a:pt x="962" y="6077"/>
                  </a:lnTo>
                  <a:lnTo>
                    <a:pt x="962" y="1464"/>
                  </a:lnTo>
                  <a:cubicBezTo>
                    <a:pt x="1095" y="1434"/>
                    <a:pt x="1228" y="1360"/>
                    <a:pt x="1331" y="1257"/>
                  </a:cubicBezTo>
                  <a:cubicBezTo>
                    <a:pt x="1627" y="976"/>
                    <a:pt x="1627" y="503"/>
                    <a:pt x="1331" y="222"/>
                  </a:cubicBezTo>
                  <a:cubicBezTo>
                    <a:pt x="1198"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4"/>
            <p:cNvSpPr/>
            <p:nvPr/>
          </p:nvSpPr>
          <p:spPr>
            <a:xfrm>
              <a:off x="8371812" y="3605123"/>
              <a:ext cx="1453668" cy="2188163"/>
            </a:xfrm>
            <a:custGeom>
              <a:avLst/>
              <a:gdLst/>
              <a:ahLst/>
              <a:cxnLst/>
              <a:rect l="l" t="t" r="r" b="b"/>
              <a:pathLst>
                <a:path w="23910" h="35991" extrusionOk="0">
                  <a:moveTo>
                    <a:pt x="23111" y="1"/>
                  </a:moveTo>
                  <a:cubicBezTo>
                    <a:pt x="22919" y="1"/>
                    <a:pt x="22727" y="75"/>
                    <a:pt x="22579" y="208"/>
                  </a:cubicBezTo>
                  <a:cubicBezTo>
                    <a:pt x="22298" y="504"/>
                    <a:pt x="22298" y="977"/>
                    <a:pt x="22579" y="1258"/>
                  </a:cubicBezTo>
                  <a:cubicBezTo>
                    <a:pt x="22727" y="1406"/>
                    <a:pt x="22919" y="1479"/>
                    <a:pt x="23111" y="1479"/>
                  </a:cubicBezTo>
                  <a:lnTo>
                    <a:pt x="23111" y="7764"/>
                  </a:lnTo>
                  <a:lnTo>
                    <a:pt x="14580" y="16295"/>
                  </a:lnTo>
                  <a:lnTo>
                    <a:pt x="9523" y="16295"/>
                  </a:lnTo>
                  <a:lnTo>
                    <a:pt x="5398" y="20421"/>
                  </a:lnTo>
                  <a:lnTo>
                    <a:pt x="5398" y="31318"/>
                  </a:lnTo>
                  <a:lnTo>
                    <a:pt x="932" y="35769"/>
                  </a:lnTo>
                  <a:lnTo>
                    <a:pt x="75" y="35769"/>
                  </a:lnTo>
                  <a:cubicBezTo>
                    <a:pt x="60" y="35843"/>
                    <a:pt x="30" y="35917"/>
                    <a:pt x="1" y="35990"/>
                  </a:cubicBezTo>
                  <a:lnTo>
                    <a:pt x="1036" y="35990"/>
                  </a:lnTo>
                  <a:lnTo>
                    <a:pt x="5619" y="31407"/>
                  </a:lnTo>
                  <a:lnTo>
                    <a:pt x="5619" y="20509"/>
                  </a:lnTo>
                  <a:lnTo>
                    <a:pt x="9612" y="16517"/>
                  </a:lnTo>
                  <a:lnTo>
                    <a:pt x="14683" y="16517"/>
                  </a:lnTo>
                  <a:lnTo>
                    <a:pt x="23333" y="7852"/>
                  </a:lnTo>
                  <a:lnTo>
                    <a:pt x="23333" y="1435"/>
                  </a:lnTo>
                  <a:cubicBezTo>
                    <a:pt x="23437" y="1406"/>
                    <a:pt x="23540" y="1346"/>
                    <a:pt x="23629" y="1258"/>
                  </a:cubicBezTo>
                  <a:cubicBezTo>
                    <a:pt x="23910" y="977"/>
                    <a:pt x="23910" y="504"/>
                    <a:pt x="23629" y="208"/>
                  </a:cubicBezTo>
                  <a:cubicBezTo>
                    <a:pt x="23481" y="75"/>
                    <a:pt x="23289" y="1"/>
                    <a:pt x="2311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4"/>
            <p:cNvSpPr/>
            <p:nvPr/>
          </p:nvSpPr>
          <p:spPr>
            <a:xfrm>
              <a:off x="8792931" y="4664542"/>
              <a:ext cx="335420" cy="902600"/>
            </a:xfrm>
            <a:custGeom>
              <a:avLst/>
              <a:gdLst/>
              <a:ahLst/>
              <a:cxnLst/>
              <a:rect l="l" t="t" r="r" b="b"/>
              <a:pathLst>
                <a:path w="5517" h="14846" extrusionOk="0">
                  <a:moveTo>
                    <a:pt x="2840" y="0"/>
                  </a:moveTo>
                  <a:lnTo>
                    <a:pt x="1" y="2839"/>
                  </a:lnTo>
                  <a:lnTo>
                    <a:pt x="1" y="11888"/>
                  </a:lnTo>
                  <a:lnTo>
                    <a:pt x="1" y="11932"/>
                  </a:lnTo>
                  <a:lnTo>
                    <a:pt x="2455" y="14402"/>
                  </a:lnTo>
                  <a:cubicBezTo>
                    <a:pt x="2455" y="14431"/>
                    <a:pt x="2455" y="14446"/>
                    <a:pt x="2455" y="14476"/>
                  </a:cubicBezTo>
                  <a:cubicBezTo>
                    <a:pt x="2455" y="14683"/>
                    <a:pt x="2618" y="14845"/>
                    <a:pt x="2825" y="14845"/>
                  </a:cubicBezTo>
                  <a:cubicBezTo>
                    <a:pt x="3032" y="14845"/>
                    <a:pt x="3195" y="14683"/>
                    <a:pt x="3195" y="14476"/>
                  </a:cubicBezTo>
                  <a:cubicBezTo>
                    <a:pt x="3195" y="14269"/>
                    <a:pt x="3032" y="14106"/>
                    <a:pt x="2825" y="14106"/>
                  </a:cubicBezTo>
                  <a:cubicBezTo>
                    <a:pt x="2721" y="14106"/>
                    <a:pt x="2648" y="14150"/>
                    <a:pt x="2574" y="14210"/>
                  </a:cubicBezTo>
                  <a:lnTo>
                    <a:pt x="223" y="11844"/>
                  </a:lnTo>
                  <a:lnTo>
                    <a:pt x="223" y="2928"/>
                  </a:lnTo>
                  <a:lnTo>
                    <a:pt x="2840" y="311"/>
                  </a:lnTo>
                  <a:lnTo>
                    <a:pt x="5013" y="2499"/>
                  </a:lnTo>
                  <a:lnTo>
                    <a:pt x="5013" y="11666"/>
                  </a:lnTo>
                  <a:cubicBezTo>
                    <a:pt x="4880" y="11711"/>
                    <a:pt x="4777" y="11844"/>
                    <a:pt x="4777" y="12006"/>
                  </a:cubicBezTo>
                  <a:cubicBezTo>
                    <a:pt x="4777" y="12213"/>
                    <a:pt x="4939" y="12376"/>
                    <a:pt x="5146" y="12376"/>
                  </a:cubicBezTo>
                  <a:cubicBezTo>
                    <a:pt x="5339" y="12376"/>
                    <a:pt x="5516" y="12213"/>
                    <a:pt x="5516" y="12006"/>
                  </a:cubicBezTo>
                  <a:cubicBezTo>
                    <a:pt x="5516" y="11829"/>
                    <a:pt x="5398" y="11696"/>
                    <a:pt x="5235" y="11652"/>
                  </a:cubicBezTo>
                  <a:lnTo>
                    <a:pt x="5235" y="2455"/>
                  </a:lnTo>
                  <a:lnTo>
                    <a:pt x="5235" y="2410"/>
                  </a:lnTo>
                  <a:lnTo>
                    <a:pt x="2840"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4"/>
            <p:cNvSpPr/>
            <p:nvPr/>
          </p:nvSpPr>
          <p:spPr>
            <a:xfrm>
              <a:off x="8323297" y="3655462"/>
              <a:ext cx="1377246" cy="2019146"/>
            </a:xfrm>
            <a:custGeom>
              <a:avLst/>
              <a:gdLst/>
              <a:ahLst/>
              <a:cxnLst/>
              <a:rect l="l" t="t" r="r" b="b"/>
              <a:pathLst>
                <a:path w="22653" h="33211" extrusionOk="0">
                  <a:moveTo>
                    <a:pt x="21839" y="1"/>
                  </a:moveTo>
                  <a:cubicBezTo>
                    <a:pt x="21647" y="1"/>
                    <a:pt x="21470" y="75"/>
                    <a:pt x="21322" y="223"/>
                  </a:cubicBezTo>
                  <a:cubicBezTo>
                    <a:pt x="21026" y="504"/>
                    <a:pt x="21026" y="977"/>
                    <a:pt x="21322" y="1258"/>
                  </a:cubicBezTo>
                  <a:cubicBezTo>
                    <a:pt x="21455" y="1391"/>
                    <a:pt x="21618" y="1465"/>
                    <a:pt x="21795" y="1479"/>
                  </a:cubicBezTo>
                  <a:lnTo>
                    <a:pt x="21795" y="5841"/>
                  </a:lnTo>
                  <a:lnTo>
                    <a:pt x="14195" y="13442"/>
                  </a:lnTo>
                  <a:lnTo>
                    <a:pt x="8946" y="13442"/>
                  </a:lnTo>
                  <a:lnTo>
                    <a:pt x="3638" y="18750"/>
                  </a:lnTo>
                  <a:lnTo>
                    <a:pt x="3638" y="29470"/>
                  </a:lnTo>
                  <a:lnTo>
                    <a:pt x="1213" y="31880"/>
                  </a:lnTo>
                  <a:cubicBezTo>
                    <a:pt x="1092" y="31792"/>
                    <a:pt x="938" y="31745"/>
                    <a:pt x="781" y="31745"/>
                  </a:cubicBezTo>
                  <a:cubicBezTo>
                    <a:pt x="728" y="31745"/>
                    <a:pt x="674" y="31750"/>
                    <a:pt x="621" y="31762"/>
                  </a:cubicBezTo>
                  <a:cubicBezTo>
                    <a:pt x="488" y="31791"/>
                    <a:pt x="370" y="31865"/>
                    <a:pt x="266" y="31954"/>
                  </a:cubicBezTo>
                  <a:cubicBezTo>
                    <a:pt x="59" y="32176"/>
                    <a:pt x="0" y="32486"/>
                    <a:pt x="104" y="32752"/>
                  </a:cubicBezTo>
                  <a:cubicBezTo>
                    <a:pt x="399" y="32826"/>
                    <a:pt x="636" y="32989"/>
                    <a:pt x="799" y="33211"/>
                  </a:cubicBezTo>
                  <a:cubicBezTo>
                    <a:pt x="976" y="33211"/>
                    <a:pt x="1168" y="33152"/>
                    <a:pt x="1316" y="33004"/>
                  </a:cubicBezTo>
                  <a:cubicBezTo>
                    <a:pt x="1582" y="32738"/>
                    <a:pt x="1597" y="32324"/>
                    <a:pt x="1375" y="32043"/>
                  </a:cubicBezTo>
                  <a:cubicBezTo>
                    <a:pt x="1375" y="32028"/>
                    <a:pt x="1375" y="32028"/>
                    <a:pt x="1375" y="32028"/>
                  </a:cubicBezTo>
                  <a:lnTo>
                    <a:pt x="3859" y="29558"/>
                  </a:lnTo>
                  <a:lnTo>
                    <a:pt x="3859" y="18853"/>
                  </a:lnTo>
                  <a:lnTo>
                    <a:pt x="9049" y="13649"/>
                  </a:lnTo>
                  <a:lnTo>
                    <a:pt x="14284" y="13649"/>
                  </a:lnTo>
                  <a:lnTo>
                    <a:pt x="22002" y="5930"/>
                  </a:lnTo>
                  <a:lnTo>
                    <a:pt x="22002" y="1465"/>
                  </a:lnTo>
                  <a:cubicBezTo>
                    <a:pt x="22135" y="1435"/>
                    <a:pt x="22268" y="1361"/>
                    <a:pt x="22372" y="1258"/>
                  </a:cubicBezTo>
                  <a:cubicBezTo>
                    <a:pt x="22653" y="977"/>
                    <a:pt x="22653" y="504"/>
                    <a:pt x="22372" y="223"/>
                  </a:cubicBezTo>
                  <a:cubicBezTo>
                    <a:pt x="22224" y="75"/>
                    <a:pt x="22032" y="1"/>
                    <a:pt x="2183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4"/>
            <p:cNvSpPr/>
            <p:nvPr/>
          </p:nvSpPr>
          <p:spPr>
            <a:xfrm>
              <a:off x="8910281" y="4829493"/>
              <a:ext cx="100741" cy="572712"/>
            </a:xfrm>
            <a:custGeom>
              <a:avLst/>
              <a:gdLst/>
              <a:ahLst/>
              <a:cxnLst/>
              <a:rect l="l" t="t" r="r" b="b"/>
              <a:pathLst>
                <a:path w="1657" h="9420" extrusionOk="0">
                  <a:moveTo>
                    <a:pt x="799" y="1"/>
                  </a:moveTo>
                  <a:cubicBezTo>
                    <a:pt x="622" y="1"/>
                    <a:pt x="429" y="75"/>
                    <a:pt x="281" y="222"/>
                  </a:cubicBezTo>
                  <a:cubicBezTo>
                    <a:pt x="1" y="503"/>
                    <a:pt x="1" y="977"/>
                    <a:pt x="281" y="1257"/>
                  </a:cubicBezTo>
                  <a:cubicBezTo>
                    <a:pt x="400" y="1391"/>
                    <a:pt x="548" y="1450"/>
                    <a:pt x="710" y="1464"/>
                  </a:cubicBezTo>
                  <a:lnTo>
                    <a:pt x="710" y="7956"/>
                  </a:lnTo>
                  <a:cubicBezTo>
                    <a:pt x="562" y="7985"/>
                    <a:pt x="429" y="8044"/>
                    <a:pt x="326" y="8163"/>
                  </a:cubicBezTo>
                  <a:cubicBezTo>
                    <a:pt x="30" y="8444"/>
                    <a:pt x="30" y="8917"/>
                    <a:pt x="326" y="9198"/>
                  </a:cubicBezTo>
                  <a:cubicBezTo>
                    <a:pt x="466" y="9346"/>
                    <a:pt x="655" y="9419"/>
                    <a:pt x="843" y="9419"/>
                  </a:cubicBezTo>
                  <a:cubicBezTo>
                    <a:pt x="1032" y="9419"/>
                    <a:pt x="1220" y="9346"/>
                    <a:pt x="1361" y="9198"/>
                  </a:cubicBezTo>
                  <a:cubicBezTo>
                    <a:pt x="1657" y="8917"/>
                    <a:pt x="1657" y="8444"/>
                    <a:pt x="1361" y="8163"/>
                  </a:cubicBezTo>
                  <a:cubicBezTo>
                    <a:pt x="1243" y="8030"/>
                    <a:pt x="1095" y="7970"/>
                    <a:pt x="932" y="7956"/>
                  </a:cubicBezTo>
                  <a:lnTo>
                    <a:pt x="932" y="1464"/>
                  </a:lnTo>
                  <a:cubicBezTo>
                    <a:pt x="1080" y="1450"/>
                    <a:pt x="1213" y="1376"/>
                    <a:pt x="1331" y="1257"/>
                  </a:cubicBezTo>
                  <a:cubicBezTo>
                    <a:pt x="1612" y="977"/>
                    <a:pt x="1612" y="503"/>
                    <a:pt x="1331" y="222"/>
                  </a:cubicBezTo>
                  <a:cubicBezTo>
                    <a:pt x="1183" y="75"/>
                    <a:pt x="991" y="1"/>
                    <a:pt x="79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 name="Google Shape;166;p14"/>
          <p:cNvGrpSpPr/>
          <p:nvPr/>
        </p:nvGrpSpPr>
        <p:grpSpPr>
          <a:xfrm>
            <a:off x="-1405792" y="-28815"/>
            <a:ext cx="3111009" cy="2934907"/>
            <a:chOff x="-1405792" y="-28815"/>
            <a:chExt cx="3111009" cy="2934907"/>
          </a:xfrm>
        </p:grpSpPr>
        <p:sp>
          <p:nvSpPr>
            <p:cNvPr id="167" name="Google Shape;167;p14"/>
            <p:cNvSpPr/>
            <p:nvPr/>
          </p:nvSpPr>
          <p:spPr>
            <a:xfrm rot="-2700000">
              <a:off x="-826469" y="600061"/>
              <a:ext cx="2233987" cy="1767370"/>
            </a:xfrm>
            <a:custGeom>
              <a:avLst/>
              <a:gdLst/>
              <a:ahLst/>
              <a:cxnLst/>
              <a:rect l="l" t="t" r="r" b="b"/>
              <a:pathLst>
                <a:path w="36745" h="29070" extrusionOk="0">
                  <a:moveTo>
                    <a:pt x="35414" y="207"/>
                  </a:moveTo>
                  <a:cubicBezTo>
                    <a:pt x="35148" y="488"/>
                    <a:pt x="35133" y="917"/>
                    <a:pt x="35384" y="1213"/>
                  </a:cubicBezTo>
                  <a:lnTo>
                    <a:pt x="35384" y="1213"/>
                  </a:lnTo>
                  <a:lnTo>
                    <a:pt x="28937" y="7645"/>
                  </a:lnTo>
                  <a:lnTo>
                    <a:pt x="23540" y="7645"/>
                  </a:lnTo>
                  <a:lnTo>
                    <a:pt x="15630" y="15555"/>
                  </a:lnTo>
                  <a:lnTo>
                    <a:pt x="15630" y="21174"/>
                  </a:lnTo>
                  <a:lnTo>
                    <a:pt x="10750" y="26054"/>
                  </a:lnTo>
                  <a:lnTo>
                    <a:pt x="2869" y="26054"/>
                  </a:lnTo>
                  <a:lnTo>
                    <a:pt x="2825" y="26054"/>
                  </a:lnTo>
                  <a:lnTo>
                    <a:pt x="1169" y="27710"/>
                  </a:lnTo>
                  <a:cubicBezTo>
                    <a:pt x="1051" y="27621"/>
                    <a:pt x="888" y="27577"/>
                    <a:pt x="725" y="27577"/>
                  </a:cubicBezTo>
                  <a:lnTo>
                    <a:pt x="725" y="27577"/>
                  </a:lnTo>
                  <a:cubicBezTo>
                    <a:pt x="326" y="27606"/>
                    <a:pt x="1" y="27946"/>
                    <a:pt x="16" y="28345"/>
                  </a:cubicBezTo>
                  <a:lnTo>
                    <a:pt x="16" y="28345"/>
                  </a:lnTo>
                  <a:cubicBezTo>
                    <a:pt x="30" y="28538"/>
                    <a:pt x="104" y="28715"/>
                    <a:pt x="237" y="28848"/>
                  </a:cubicBezTo>
                  <a:lnTo>
                    <a:pt x="237" y="28848"/>
                  </a:lnTo>
                  <a:cubicBezTo>
                    <a:pt x="370" y="28981"/>
                    <a:pt x="577" y="29070"/>
                    <a:pt x="784" y="29055"/>
                  </a:cubicBezTo>
                  <a:lnTo>
                    <a:pt x="784" y="29055"/>
                  </a:lnTo>
                  <a:lnTo>
                    <a:pt x="784" y="29055"/>
                  </a:lnTo>
                  <a:cubicBezTo>
                    <a:pt x="1198" y="29040"/>
                    <a:pt x="1509" y="28700"/>
                    <a:pt x="1494" y="28286"/>
                  </a:cubicBezTo>
                  <a:lnTo>
                    <a:pt x="1494" y="28286"/>
                  </a:lnTo>
                  <a:cubicBezTo>
                    <a:pt x="1494" y="28124"/>
                    <a:pt x="1435" y="27976"/>
                    <a:pt x="1331" y="27857"/>
                  </a:cubicBezTo>
                  <a:lnTo>
                    <a:pt x="1331" y="27857"/>
                  </a:lnTo>
                  <a:lnTo>
                    <a:pt x="2914" y="26275"/>
                  </a:lnTo>
                  <a:lnTo>
                    <a:pt x="10795" y="26275"/>
                  </a:lnTo>
                  <a:lnTo>
                    <a:pt x="10839" y="26275"/>
                  </a:lnTo>
                  <a:lnTo>
                    <a:pt x="15852" y="21263"/>
                  </a:lnTo>
                  <a:lnTo>
                    <a:pt x="15852" y="15644"/>
                  </a:lnTo>
                  <a:lnTo>
                    <a:pt x="23629" y="7866"/>
                  </a:lnTo>
                  <a:lnTo>
                    <a:pt x="29026" y="7866"/>
                  </a:lnTo>
                  <a:lnTo>
                    <a:pt x="35547" y="1361"/>
                  </a:lnTo>
                  <a:cubicBezTo>
                    <a:pt x="35828" y="1538"/>
                    <a:pt x="36212" y="1508"/>
                    <a:pt x="36463" y="1257"/>
                  </a:cubicBezTo>
                  <a:lnTo>
                    <a:pt x="36463" y="1257"/>
                  </a:lnTo>
                  <a:cubicBezTo>
                    <a:pt x="36744" y="961"/>
                    <a:pt x="36744" y="503"/>
                    <a:pt x="36463" y="207"/>
                  </a:cubicBezTo>
                  <a:lnTo>
                    <a:pt x="36463" y="207"/>
                  </a:lnTo>
                  <a:cubicBezTo>
                    <a:pt x="36316" y="59"/>
                    <a:pt x="36123" y="0"/>
                    <a:pt x="35931" y="0"/>
                  </a:cubicBezTo>
                  <a:lnTo>
                    <a:pt x="35931" y="0"/>
                  </a:lnTo>
                  <a:cubicBezTo>
                    <a:pt x="35754" y="0"/>
                    <a:pt x="35562" y="59"/>
                    <a:pt x="35414" y="207"/>
                  </a:cubicBezTo>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4"/>
            <p:cNvSpPr/>
            <p:nvPr/>
          </p:nvSpPr>
          <p:spPr>
            <a:xfrm rot="-2700000">
              <a:off x="-89715" y="372719"/>
              <a:ext cx="1213691" cy="1051850"/>
            </a:xfrm>
            <a:custGeom>
              <a:avLst/>
              <a:gdLst/>
              <a:ahLst/>
              <a:cxnLst/>
              <a:rect l="l" t="t" r="r" b="b"/>
              <a:pathLst>
                <a:path w="19963" h="17301" extrusionOk="0">
                  <a:moveTo>
                    <a:pt x="19149" y="0"/>
                  </a:moveTo>
                  <a:cubicBezTo>
                    <a:pt x="18972" y="0"/>
                    <a:pt x="18779" y="60"/>
                    <a:pt x="18631" y="207"/>
                  </a:cubicBezTo>
                  <a:cubicBezTo>
                    <a:pt x="18365" y="474"/>
                    <a:pt x="18351" y="902"/>
                    <a:pt x="18572" y="1183"/>
                  </a:cubicBezTo>
                  <a:lnTo>
                    <a:pt x="11046" y="8724"/>
                  </a:lnTo>
                  <a:lnTo>
                    <a:pt x="5841" y="8724"/>
                  </a:lnTo>
                  <a:lnTo>
                    <a:pt x="622" y="13929"/>
                  </a:lnTo>
                  <a:lnTo>
                    <a:pt x="622" y="15851"/>
                  </a:lnTo>
                  <a:cubicBezTo>
                    <a:pt x="504" y="15881"/>
                    <a:pt x="385" y="15940"/>
                    <a:pt x="297" y="16043"/>
                  </a:cubicBezTo>
                  <a:cubicBezTo>
                    <a:pt x="1" y="16324"/>
                    <a:pt x="1" y="16798"/>
                    <a:pt x="297" y="17078"/>
                  </a:cubicBezTo>
                  <a:cubicBezTo>
                    <a:pt x="437" y="17226"/>
                    <a:pt x="626" y="17300"/>
                    <a:pt x="814" y="17300"/>
                  </a:cubicBezTo>
                  <a:cubicBezTo>
                    <a:pt x="1003" y="17300"/>
                    <a:pt x="1191" y="17226"/>
                    <a:pt x="1332" y="17078"/>
                  </a:cubicBezTo>
                  <a:cubicBezTo>
                    <a:pt x="1627" y="16798"/>
                    <a:pt x="1627" y="16324"/>
                    <a:pt x="1332" y="16043"/>
                  </a:cubicBezTo>
                  <a:cubicBezTo>
                    <a:pt x="1199" y="15896"/>
                    <a:pt x="1021" y="15836"/>
                    <a:pt x="844" y="15822"/>
                  </a:cubicBezTo>
                  <a:lnTo>
                    <a:pt x="844" y="14033"/>
                  </a:lnTo>
                  <a:lnTo>
                    <a:pt x="5930" y="8946"/>
                  </a:lnTo>
                  <a:lnTo>
                    <a:pt x="11135" y="8946"/>
                  </a:lnTo>
                  <a:lnTo>
                    <a:pt x="18735" y="1346"/>
                  </a:lnTo>
                  <a:cubicBezTo>
                    <a:pt x="18863" y="1429"/>
                    <a:pt x="19008" y="1471"/>
                    <a:pt x="19153" y="1471"/>
                  </a:cubicBezTo>
                  <a:cubicBezTo>
                    <a:pt x="19342" y="1471"/>
                    <a:pt x="19530" y="1400"/>
                    <a:pt x="19681" y="1257"/>
                  </a:cubicBezTo>
                  <a:cubicBezTo>
                    <a:pt x="19962" y="962"/>
                    <a:pt x="19962" y="503"/>
                    <a:pt x="19681" y="207"/>
                  </a:cubicBezTo>
                  <a:cubicBezTo>
                    <a:pt x="19533" y="60"/>
                    <a:pt x="19341" y="0"/>
                    <a:pt x="1914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4"/>
            <p:cNvSpPr/>
            <p:nvPr/>
          </p:nvSpPr>
          <p:spPr>
            <a:xfrm rot="-2700000">
              <a:off x="-1075828" y="693182"/>
              <a:ext cx="2002959" cy="1762932"/>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p:nvPr/>
          </p:nvSpPr>
          <p:spPr>
            <a:xfrm rot="-2700000">
              <a:off x="-58163" y="138595"/>
              <a:ext cx="329946" cy="321860"/>
            </a:xfrm>
            <a:custGeom>
              <a:avLst/>
              <a:gdLst/>
              <a:ahLst/>
              <a:cxnLst/>
              <a:rect l="l" t="t" r="r" b="b"/>
              <a:pathLst>
                <a:path w="5427" h="5294" extrusionOk="0">
                  <a:moveTo>
                    <a:pt x="4628" y="0"/>
                  </a:moveTo>
                  <a:cubicBezTo>
                    <a:pt x="4436" y="0"/>
                    <a:pt x="4244" y="74"/>
                    <a:pt x="4096" y="207"/>
                  </a:cubicBezTo>
                  <a:cubicBezTo>
                    <a:pt x="3830" y="474"/>
                    <a:pt x="3815" y="902"/>
                    <a:pt x="4037" y="1183"/>
                  </a:cubicBezTo>
                  <a:lnTo>
                    <a:pt x="1257" y="3963"/>
                  </a:lnTo>
                  <a:cubicBezTo>
                    <a:pt x="1123" y="3869"/>
                    <a:pt x="968" y="3821"/>
                    <a:pt x="813" y="3821"/>
                  </a:cubicBezTo>
                  <a:cubicBezTo>
                    <a:pt x="627" y="3821"/>
                    <a:pt x="441" y="3891"/>
                    <a:pt x="296" y="4037"/>
                  </a:cubicBezTo>
                  <a:cubicBezTo>
                    <a:pt x="0" y="4318"/>
                    <a:pt x="0" y="4791"/>
                    <a:pt x="296" y="5072"/>
                  </a:cubicBezTo>
                  <a:cubicBezTo>
                    <a:pt x="436" y="5220"/>
                    <a:pt x="625" y="5294"/>
                    <a:pt x="813" y="5294"/>
                  </a:cubicBezTo>
                  <a:cubicBezTo>
                    <a:pt x="1002" y="5294"/>
                    <a:pt x="1190" y="5220"/>
                    <a:pt x="1331" y="5072"/>
                  </a:cubicBezTo>
                  <a:cubicBezTo>
                    <a:pt x="1597" y="4821"/>
                    <a:pt x="1627" y="4421"/>
                    <a:pt x="1420" y="4126"/>
                  </a:cubicBezTo>
                  <a:lnTo>
                    <a:pt x="4199" y="1346"/>
                  </a:lnTo>
                  <a:cubicBezTo>
                    <a:pt x="4321" y="1429"/>
                    <a:pt x="4468" y="1471"/>
                    <a:pt x="4615" y="1471"/>
                  </a:cubicBezTo>
                  <a:cubicBezTo>
                    <a:pt x="4809" y="1471"/>
                    <a:pt x="5003" y="1400"/>
                    <a:pt x="5146" y="1257"/>
                  </a:cubicBezTo>
                  <a:cubicBezTo>
                    <a:pt x="5427" y="961"/>
                    <a:pt x="5427" y="503"/>
                    <a:pt x="5146" y="207"/>
                  </a:cubicBezTo>
                  <a:cubicBezTo>
                    <a:pt x="4998" y="74"/>
                    <a:pt x="4806" y="0"/>
                    <a:pt x="4628"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4"/>
            <p:cNvSpPr/>
            <p:nvPr/>
          </p:nvSpPr>
          <p:spPr>
            <a:xfrm rot="-2700000">
              <a:off x="-207158" y="149805"/>
              <a:ext cx="767745" cy="633809"/>
            </a:xfrm>
            <a:custGeom>
              <a:avLst/>
              <a:gdLst/>
              <a:ahLst/>
              <a:cxnLst/>
              <a:rect l="l" t="t" r="r" b="b"/>
              <a:pathLst>
                <a:path w="12628" h="10425" extrusionOk="0">
                  <a:moveTo>
                    <a:pt x="11815" y="1"/>
                  </a:moveTo>
                  <a:cubicBezTo>
                    <a:pt x="11622" y="1"/>
                    <a:pt x="11430" y="75"/>
                    <a:pt x="11297" y="208"/>
                  </a:cubicBezTo>
                  <a:cubicBezTo>
                    <a:pt x="11001" y="503"/>
                    <a:pt x="11001" y="977"/>
                    <a:pt x="11297" y="1257"/>
                  </a:cubicBezTo>
                  <a:cubicBezTo>
                    <a:pt x="11415" y="1376"/>
                    <a:pt x="11563" y="1450"/>
                    <a:pt x="11726" y="1464"/>
                  </a:cubicBezTo>
                  <a:lnTo>
                    <a:pt x="11726" y="3475"/>
                  </a:lnTo>
                  <a:lnTo>
                    <a:pt x="6891" y="8310"/>
                  </a:lnTo>
                  <a:lnTo>
                    <a:pt x="2056" y="8310"/>
                  </a:lnTo>
                  <a:lnTo>
                    <a:pt x="1272" y="9109"/>
                  </a:lnTo>
                  <a:cubicBezTo>
                    <a:pt x="1137" y="9001"/>
                    <a:pt x="978" y="8948"/>
                    <a:pt x="819" y="8948"/>
                  </a:cubicBezTo>
                  <a:cubicBezTo>
                    <a:pt x="630" y="8948"/>
                    <a:pt x="441" y="9023"/>
                    <a:pt x="296" y="9168"/>
                  </a:cubicBezTo>
                  <a:cubicBezTo>
                    <a:pt x="0" y="9449"/>
                    <a:pt x="0" y="9922"/>
                    <a:pt x="296" y="10203"/>
                  </a:cubicBezTo>
                  <a:cubicBezTo>
                    <a:pt x="437" y="10351"/>
                    <a:pt x="625" y="10425"/>
                    <a:pt x="814" y="10425"/>
                  </a:cubicBezTo>
                  <a:cubicBezTo>
                    <a:pt x="1002" y="10425"/>
                    <a:pt x="1191" y="10351"/>
                    <a:pt x="1331" y="10203"/>
                  </a:cubicBezTo>
                  <a:cubicBezTo>
                    <a:pt x="1597" y="9952"/>
                    <a:pt x="1627" y="9553"/>
                    <a:pt x="1420" y="9257"/>
                  </a:cubicBezTo>
                  <a:lnTo>
                    <a:pt x="2144" y="8532"/>
                  </a:lnTo>
                  <a:lnTo>
                    <a:pt x="6994" y="8532"/>
                  </a:lnTo>
                  <a:lnTo>
                    <a:pt x="11948" y="3579"/>
                  </a:lnTo>
                  <a:lnTo>
                    <a:pt x="11948" y="1464"/>
                  </a:lnTo>
                  <a:cubicBezTo>
                    <a:pt x="12096" y="1435"/>
                    <a:pt x="12229" y="1376"/>
                    <a:pt x="12332" y="1257"/>
                  </a:cubicBezTo>
                  <a:cubicBezTo>
                    <a:pt x="12628" y="977"/>
                    <a:pt x="12628" y="503"/>
                    <a:pt x="12332" y="208"/>
                  </a:cubicBezTo>
                  <a:cubicBezTo>
                    <a:pt x="12184" y="75"/>
                    <a:pt x="12007" y="1"/>
                    <a:pt x="11815"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4"/>
            <p:cNvSpPr/>
            <p:nvPr/>
          </p:nvSpPr>
          <p:spPr>
            <a:xfrm rot="-2700000">
              <a:off x="-923777" y="537580"/>
              <a:ext cx="2084731" cy="1807861"/>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gradFill>
          <a:gsLst>
            <a:gs pos="0">
              <a:schemeClr val="lt2"/>
            </a:gs>
            <a:gs pos="100000">
              <a:schemeClr val="lt1"/>
            </a:gs>
          </a:gsLst>
          <a:path path="circle">
            <a:fillToRect l="50000" t="50000" r="50000" b="50000"/>
          </a:path>
          <a:tileRect/>
        </a:gradFill>
        <a:effectLst/>
      </p:bgPr>
    </p:bg>
    <p:spTree>
      <p:nvGrpSpPr>
        <p:cNvPr id="1" name="Shape 188"/>
        <p:cNvGrpSpPr/>
        <p:nvPr/>
      </p:nvGrpSpPr>
      <p:grpSpPr>
        <a:xfrm>
          <a:off x="0" y="0"/>
          <a:ext cx="0" cy="0"/>
          <a:chOff x="0" y="0"/>
          <a:chExt cx="0" cy="0"/>
        </a:xfrm>
      </p:grpSpPr>
      <p:sp>
        <p:nvSpPr>
          <p:cNvPr id="189" name="Google Shape;189;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0" name="Google Shape;190;p17"/>
          <p:cNvSpPr txBox="1">
            <a:spLocks noGrp="1"/>
          </p:cNvSpPr>
          <p:nvPr>
            <p:ph type="subTitle" idx="1"/>
          </p:nvPr>
        </p:nvSpPr>
        <p:spPr>
          <a:xfrm>
            <a:off x="1000000" y="1572275"/>
            <a:ext cx="2180400" cy="781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1" name="Google Shape;191;p17"/>
          <p:cNvSpPr txBox="1">
            <a:spLocks noGrp="1"/>
          </p:cNvSpPr>
          <p:nvPr>
            <p:ph type="subTitle" idx="2"/>
          </p:nvPr>
        </p:nvSpPr>
        <p:spPr>
          <a:xfrm>
            <a:off x="999999" y="2326880"/>
            <a:ext cx="2180400" cy="18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2" name="Google Shape;192;p17"/>
          <p:cNvSpPr txBox="1">
            <a:spLocks noGrp="1"/>
          </p:cNvSpPr>
          <p:nvPr>
            <p:ph type="subTitle" idx="3"/>
          </p:nvPr>
        </p:nvSpPr>
        <p:spPr>
          <a:xfrm>
            <a:off x="3481800" y="2326880"/>
            <a:ext cx="2180400" cy="18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3" name="Google Shape;193;p17"/>
          <p:cNvSpPr txBox="1">
            <a:spLocks noGrp="1"/>
          </p:cNvSpPr>
          <p:nvPr>
            <p:ph type="subTitle" idx="4"/>
          </p:nvPr>
        </p:nvSpPr>
        <p:spPr>
          <a:xfrm>
            <a:off x="5963601" y="2326880"/>
            <a:ext cx="2180400" cy="18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4" name="Google Shape;194;p17"/>
          <p:cNvSpPr txBox="1">
            <a:spLocks noGrp="1"/>
          </p:cNvSpPr>
          <p:nvPr>
            <p:ph type="subTitle" idx="5"/>
          </p:nvPr>
        </p:nvSpPr>
        <p:spPr>
          <a:xfrm>
            <a:off x="3481788" y="1572275"/>
            <a:ext cx="2180400" cy="781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95" name="Google Shape;195;p17"/>
          <p:cNvSpPr txBox="1">
            <a:spLocks noGrp="1"/>
          </p:cNvSpPr>
          <p:nvPr>
            <p:ph type="subTitle" idx="6"/>
          </p:nvPr>
        </p:nvSpPr>
        <p:spPr>
          <a:xfrm>
            <a:off x="5963600" y="1572275"/>
            <a:ext cx="2180400" cy="781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b="1">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196" name="Google Shape;196;p17"/>
          <p:cNvGrpSpPr/>
          <p:nvPr/>
        </p:nvGrpSpPr>
        <p:grpSpPr>
          <a:xfrm>
            <a:off x="-976438" y="1317128"/>
            <a:ext cx="1639593" cy="2964960"/>
            <a:chOff x="-976438" y="1317128"/>
            <a:chExt cx="1639593" cy="2964960"/>
          </a:xfrm>
        </p:grpSpPr>
        <p:sp>
          <p:nvSpPr>
            <p:cNvPr id="197" name="Google Shape;197;p17"/>
            <p:cNvSpPr/>
            <p:nvPr/>
          </p:nvSpPr>
          <p:spPr>
            <a:xfrm rot="10800000" flipH="1">
              <a:off x="-749858" y="2759442"/>
              <a:ext cx="1377122" cy="742408"/>
            </a:xfrm>
            <a:custGeom>
              <a:avLst/>
              <a:gdLst/>
              <a:ahLst/>
              <a:cxnLst/>
              <a:rect l="l" t="t" r="r" b="b"/>
              <a:pathLst>
                <a:path w="19859" h="10706" extrusionOk="0">
                  <a:moveTo>
                    <a:pt x="19045" y="0"/>
                  </a:moveTo>
                  <a:cubicBezTo>
                    <a:pt x="18867" y="0"/>
                    <a:pt x="18675" y="74"/>
                    <a:pt x="18527" y="222"/>
                  </a:cubicBezTo>
                  <a:cubicBezTo>
                    <a:pt x="18261" y="488"/>
                    <a:pt x="18246" y="888"/>
                    <a:pt x="18453" y="1169"/>
                  </a:cubicBezTo>
                  <a:lnTo>
                    <a:pt x="16043" y="3593"/>
                  </a:lnTo>
                  <a:lnTo>
                    <a:pt x="5323" y="3593"/>
                  </a:lnTo>
                  <a:lnTo>
                    <a:pt x="0" y="8902"/>
                  </a:lnTo>
                  <a:lnTo>
                    <a:pt x="0" y="10706"/>
                  </a:lnTo>
                  <a:lnTo>
                    <a:pt x="222" y="10706"/>
                  </a:lnTo>
                  <a:lnTo>
                    <a:pt x="222" y="8990"/>
                  </a:lnTo>
                  <a:lnTo>
                    <a:pt x="5412" y="3815"/>
                  </a:lnTo>
                  <a:lnTo>
                    <a:pt x="16132" y="3815"/>
                  </a:lnTo>
                  <a:lnTo>
                    <a:pt x="18601" y="1331"/>
                  </a:lnTo>
                  <a:cubicBezTo>
                    <a:pt x="18738" y="1434"/>
                    <a:pt x="18900" y="1486"/>
                    <a:pt x="19061" y="1486"/>
                  </a:cubicBezTo>
                  <a:cubicBezTo>
                    <a:pt x="19248" y="1486"/>
                    <a:pt x="19434" y="1415"/>
                    <a:pt x="19577" y="1272"/>
                  </a:cubicBezTo>
                  <a:cubicBezTo>
                    <a:pt x="19858" y="976"/>
                    <a:pt x="19858" y="503"/>
                    <a:pt x="19577" y="222"/>
                  </a:cubicBezTo>
                  <a:cubicBezTo>
                    <a:pt x="19429" y="74"/>
                    <a:pt x="19237" y="0"/>
                    <a:pt x="1904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7"/>
            <p:cNvSpPr/>
            <p:nvPr/>
          </p:nvSpPr>
          <p:spPr>
            <a:xfrm rot="10800000" flipH="1">
              <a:off x="-529371" y="1368618"/>
              <a:ext cx="1192526" cy="1222275"/>
            </a:xfrm>
            <a:custGeom>
              <a:avLst/>
              <a:gdLst/>
              <a:ahLst/>
              <a:cxnLst/>
              <a:rect l="l" t="t" r="r" b="b"/>
              <a:pathLst>
                <a:path w="17197" h="17626" extrusionOk="0">
                  <a:moveTo>
                    <a:pt x="16458" y="0"/>
                  </a:moveTo>
                  <a:cubicBezTo>
                    <a:pt x="16058" y="0"/>
                    <a:pt x="15733" y="311"/>
                    <a:pt x="15718" y="710"/>
                  </a:cubicBezTo>
                  <a:cubicBezTo>
                    <a:pt x="15718" y="873"/>
                    <a:pt x="15763" y="1021"/>
                    <a:pt x="15837" y="1154"/>
                  </a:cubicBezTo>
                  <a:lnTo>
                    <a:pt x="13589" y="3416"/>
                  </a:lnTo>
                  <a:lnTo>
                    <a:pt x="13589" y="9050"/>
                  </a:lnTo>
                  <a:lnTo>
                    <a:pt x="5841" y="16797"/>
                  </a:lnTo>
                  <a:lnTo>
                    <a:pt x="1479" y="16797"/>
                  </a:lnTo>
                  <a:cubicBezTo>
                    <a:pt x="1464" y="16650"/>
                    <a:pt x="1405" y="16502"/>
                    <a:pt x="1287" y="16383"/>
                  </a:cubicBezTo>
                  <a:cubicBezTo>
                    <a:pt x="1287" y="16369"/>
                    <a:pt x="1287" y="16369"/>
                    <a:pt x="1272" y="16369"/>
                  </a:cubicBezTo>
                  <a:cubicBezTo>
                    <a:pt x="1139" y="16236"/>
                    <a:pt x="962" y="16147"/>
                    <a:pt x="784" y="16147"/>
                  </a:cubicBezTo>
                  <a:cubicBezTo>
                    <a:pt x="767" y="16146"/>
                    <a:pt x="749" y="16145"/>
                    <a:pt x="732" y="16145"/>
                  </a:cubicBezTo>
                  <a:cubicBezTo>
                    <a:pt x="547" y="16145"/>
                    <a:pt x="387" y="16217"/>
                    <a:pt x="252" y="16339"/>
                  </a:cubicBezTo>
                  <a:cubicBezTo>
                    <a:pt x="104" y="16472"/>
                    <a:pt x="15" y="16664"/>
                    <a:pt x="15" y="16857"/>
                  </a:cubicBezTo>
                  <a:cubicBezTo>
                    <a:pt x="1" y="17049"/>
                    <a:pt x="75" y="17241"/>
                    <a:pt x="208" y="17389"/>
                  </a:cubicBezTo>
                  <a:cubicBezTo>
                    <a:pt x="341" y="17537"/>
                    <a:pt x="533" y="17611"/>
                    <a:pt x="725" y="17626"/>
                  </a:cubicBezTo>
                  <a:cubicBezTo>
                    <a:pt x="917" y="17626"/>
                    <a:pt x="1110" y="17566"/>
                    <a:pt x="1257" y="17433"/>
                  </a:cubicBezTo>
                  <a:cubicBezTo>
                    <a:pt x="1376" y="17315"/>
                    <a:pt x="1450" y="17182"/>
                    <a:pt x="1479" y="17019"/>
                  </a:cubicBezTo>
                  <a:lnTo>
                    <a:pt x="5930" y="17019"/>
                  </a:lnTo>
                  <a:lnTo>
                    <a:pt x="13811" y="9138"/>
                  </a:lnTo>
                  <a:lnTo>
                    <a:pt x="13811" y="3505"/>
                  </a:lnTo>
                  <a:lnTo>
                    <a:pt x="15984" y="1316"/>
                  </a:lnTo>
                  <a:cubicBezTo>
                    <a:pt x="16118" y="1405"/>
                    <a:pt x="16265" y="1479"/>
                    <a:pt x="16428" y="1479"/>
                  </a:cubicBezTo>
                  <a:cubicBezTo>
                    <a:pt x="16437" y="1479"/>
                    <a:pt x="16446" y="1479"/>
                    <a:pt x="16455" y="1479"/>
                  </a:cubicBezTo>
                  <a:cubicBezTo>
                    <a:pt x="16843" y="1479"/>
                    <a:pt x="17182" y="1174"/>
                    <a:pt x="17197" y="769"/>
                  </a:cubicBezTo>
                  <a:cubicBezTo>
                    <a:pt x="17197" y="562"/>
                    <a:pt x="17123" y="355"/>
                    <a:pt x="16975" y="222"/>
                  </a:cubicBezTo>
                  <a:cubicBezTo>
                    <a:pt x="16857" y="89"/>
                    <a:pt x="16679" y="15"/>
                    <a:pt x="1648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7"/>
            <p:cNvSpPr/>
            <p:nvPr/>
          </p:nvSpPr>
          <p:spPr>
            <a:xfrm rot="10800000" flipH="1">
              <a:off x="-976438" y="2752198"/>
              <a:ext cx="1639593" cy="1529889"/>
            </a:xfrm>
            <a:custGeom>
              <a:avLst/>
              <a:gdLst/>
              <a:ahLst/>
              <a:cxnLst/>
              <a:rect l="l" t="t" r="r" b="b"/>
              <a:pathLst>
                <a:path w="23644" h="22062" extrusionOk="0">
                  <a:moveTo>
                    <a:pt x="22890" y="0"/>
                  </a:moveTo>
                  <a:cubicBezTo>
                    <a:pt x="22712" y="0"/>
                    <a:pt x="22535" y="74"/>
                    <a:pt x="22387" y="192"/>
                  </a:cubicBezTo>
                  <a:cubicBezTo>
                    <a:pt x="22254" y="325"/>
                    <a:pt x="22165" y="518"/>
                    <a:pt x="22151" y="710"/>
                  </a:cubicBezTo>
                  <a:cubicBezTo>
                    <a:pt x="22151" y="887"/>
                    <a:pt x="22210" y="1050"/>
                    <a:pt x="22313" y="1183"/>
                  </a:cubicBezTo>
                  <a:lnTo>
                    <a:pt x="19474" y="4022"/>
                  </a:lnTo>
                  <a:lnTo>
                    <a:pt x="19474" y="12938"/>
                  </a:lnTo>
                  <a:lnTo>
                    <a:pt x="15009" y="17403"/>
                  </a:lnTo>
                  <a:lnTo>
                    <a:pt x="4126" y="17403"/>
                  </a:lnTo>
                  <a:lnTo>
                    <a:pt x="563" y="20952"/>
                  </a:lnTo>
                  <a:lnTo>
                    <a:pt x="1" y="21529"/>
                  </a:lnTo>
                  <a:lnTo>
                    <a:pt x="1" y="22046"/>
                  </a:lnTo>
                  <a:cubicBezTo>
                    <a:pt x="60" y="22061"/>
                    <a:pt x="134" y="22061"/>
                    <a:pt x="208" y="22061"/>
                  </a:cubicBezTo>
                  <a:lnTo>
                    <a:pt x="208" y="21618"/>
                  </a:lnTo>
                  <a:lnTo>
                    <a:pt x="1080" y="20745"/>
                  </a:lnTo>
                  <a:lnTo>
                    <a:pt x="4215" y="17625"/>
                  </a:lnTo>
                  <a:lnTo>
                    <a:pt x="15097" y="17625"/>
                  </a:lnTo>
                  <a:lnTo>
                    <a:pt x="19696" y="13042"/>
                  </a:lnTo>
                  <a:lnTo>
                    <a:pt x="19696" y="4111"/>
                  </a:lnTo>
                  <a:lnTo>
                    <a:pt x="22461" y="1346"/>
                  </a:lnTo>
                  <a:cubicBezTo>
                    <a:pt x="22579" y="1420"/>
                    <a:pt x="22727" y="1479"/>
                    <a:pt x="22860" y="1479"/>
                  </a:cubicBezTo>
                  <a:cubicBezTo>
                    <a:pt x="23067" y="1479"/>
                    <a:pt x="23245" y="1420"/>
                    <a:pt x="23393" y="1287"/>
                  </a:cubicBezTo>
                  <a:cubicBezTo>
                    <a:pt x="23540" y="1153"/>
                    <a:pt x="23629" y="961"/>
                    <a:pt x="23629" y="769"/>
                  </a:cubicBezTo>
                  <a:cubicBezTo>
                    <a:pt x="23644" y="577"/>
                    <a:pt x="23570" y="385"/>
                    <a:pt x="23437" y="237"/>
                  </a:cubicBezTo>
                  <a:cubicBezTo>
                    <a:pt x="23437" y="237"/>
                    <a:pt x="23422" y="222"/>
                    <a:pt x="23422" y="222"/>
                  </a:cubicBezTo>
                  <a:cubicBezTo>
                    <a:pt x="23289" y="89"/>
                    <a:pt x="23112" y="15"/>
                    <a:pt x="2291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7"/>
            <p:cNvSpPr/>
            <p:nvPr/>
          </p:nvSpPr>
          <p:spPr>
            <a:xfrm rot="10800000" flipH="1">
              <a:off x="-240215" y="1427009"/>
              <a:ext cx="684990" cy="1104458"/>
            </a:xfrm>
            <a:custGeom>
              <a:avLst/>
              <a:gdLst/>
              <a:ahLst/>
              <a:cxnLst/>
              <a:rect l="l" t="t" r="r" b="b"/>
              <a:pathLst>
                <a:path w="9878" h="15927" extrusionOk="0">
                  <a:moveTo>
                    <a:pt x="9138" y="1"/>
                  </a:moveTo>
                  <a:cubicBezTo>
                    <a:pt x="8946" y="1"/>
                    <a:pt x="8769" y="60"/>
                    <a:pt x="8635" y="193"/>
                  </a:cubicBezTo>
                  <a:cubicBezTo>
                    <a:pt x="8488" y="326"/>
                    <a:pt x="8399" y="504"/>
                    <a:pt x="8399" y="711"/>
                  </a:cubicBezTo>
                  <a:cubicBezTo>
                    <a:pt x="8384" y="859"/>
                    <a:pt x="8428" y="1006"/>
                    <a:pt x="8517" y="1140"/>
                  </a:cubicBezTo>
                  <a:lnTo>
                    <a:pt x="6196" y="3446"/>
                  </a:lnTo>
                  <a:lnTo>
                    <a:pt x="6196" y="9568"/>
                  </a:lnTo>
                  <a:lnTo>
                    <a:pt x="1183" y="14580"/>
                  </a:lnTo>
                  <a:cubicBezTo>
                    <a:pt x="1065" y="14491"/>
                    <a:pt x="932" y="14447"/>
                    <a:pt x="784" y="14447"/>
                  </a:cubicBezTo>
                  <a:cubicBezTo>
                    <a:pt x="775" y="14447"/>
                    <a:pt x="766" y="14447"/>
                    <a:pt x="757" y="14447"/>
                  </a:cubicBezTo>
                  <a:cubicBezTo>
                    <a:pt x="369" y="14447"/>
                    <a:pt x="44" y="14752"/>
                    <a:pt x="15" y="15157"/>
                  </a:cubicBezTo>
                  <a:cubicBezTo>
                    <a:pt x="0" y="15556"/>
                    <a:pt x="326" y="15911"/>
                    <a:pt x="725" y="15926"/>
                  </a:cubicBezTo>
                  <a:cubicBezTo>
                    <a:pt x="734" y="15926"/>
                    <a:pt x="743" y="15926"/>
                    <a:pt x="752" y="15926"/>
                  </a:cubicBezTo>
                  <a:cubicBezTo>
                    <a:pt x="1154" y="15926"/>
                    <a:pt x="1479" y="15606"/>
                    <a:pt x="1494" y="15216"/>
                  </a:cubicBezTo>
                  <a:cubicBezTo>
                    <a:pt x="1508" y="15039"/>
                    <a:pt x="1449" y="14876"/>
                    <a:pt x="1346" y="14728"/>
                  </a:cubicBezTo>
                  <a:lnTo>
                    <a:pt x="6418" y="9656"/>
                  </a:lnTo>
                  <a:lnTo>
                    <a:pt x="6418" y="3535"/>
                  </a:lnTo>
                  <a:lnTo>
                    <a:pt x="8665" y="1302"/>
                  </a:lnTo>
                  <a:cubicBezTo>
                    <a:pt x="8783" y="1406"/>
                    <a:pt x="8946" y="1465"/>
                    <a:pt x="9109" y="1465"/>
                  </a:cubicBezTo>
                  <a:cubicBezTo>
                    <a:pt x="9125" y="1466"/>
                    <a:pt x="9141" y="1467"/>
                    <a:pt x="9157" y="1467"/>
                  </a:cubicBezTo>
                  <a:cubicBezTo>
                    <a:pt x="9333" y="1467"/>
                    <a:pt x="9506" y="1394"/>
                    <a:pt x="9641" y="1273"/>
                  </a:cubicBezTo>
                  <a:cubicBezTo>
                    <a:pt x="9774" y="1140"/>
                    <a:pt x="9863" y="962"/>
                    <a:pt x="9877" y="755"/>
                  </a:cubicBezTo>
                  <a:cubicBezTo>
                    <a:pt x="9877" y="563"/>
                    <a:pt x="9804" y="371"/>
                    <a:pt x="9670" y="238"/>
                  </a:cubicBezTo>
                  <a:cubicBezTo>
                    <a:pt x="9670" y="223"/>
                    <a:pt x="9656" y="223"/>
                    <a:pt x="9656" y="208"/>
                  </a:cubicBezTo>
                  <a:cubicBezTo>
                    <a:pt x="9523" y="75"/>
                    <a:pt x="9345" y="1"/>
                    <a:pt x="9168"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7"/>
            <p:cNvSpPr/>
            <p:nvPr/>
          </p:nvSpPr>
          <p:spPr>
            <a:xfrm rot="10800000" flipH="1">
              <a:off x="-529373" y="2739978"/>
              <a:ext cx="936158" cy="221557"/>
            </a:xfrm>
            <a:custGeom>
              <a:avLst/>
              <a:gdLst/>
              <a:ahLst/>
              <a:cxnLst/>
              <a:rect l="l" t="t" r="r" b="b"/>
              <a:pathLst>
                <a:path w="13500" h="3195" extrusionOk="0">
                  <a:moveTo>
                    <a:pt x="1494" y="1"/>
                  </a:moveTo>
                  <a:lnTo>
                    <a:pt x="429" y="1051"/>
                  </a:lnTo>
                  <a:lnTo>
                    <a:pt x="0" y="1494"/>
                  </a:lnTo>
                  <a:cubicBezTo>
                    <a:pt x="118" y="1465"/>
                    <a:pt x="251" y="1435"/>
                    <a:pt x="385" y="1420"/>
                  </a:cubicBezTo>
                  <a:lnTo>
                    <a:pt x="769" y="1036"/>
                  </a:lnTo>
                  <a:lnTo>
                    <a:pt x="1582" y="223"/>
                  </a:lnTo>
                  <a:lnTo>
                    <a:pt x="10498" y="223"/>
                  </a:lnTo>
                  <a:lnTo>
                    <a:pt x="12849" y="2574"/>
                  </a:lnTo>
                  <a:cubicBezTo>
                    <a:pt x="12790" y="2647"/>
                    <a:pt x="12761" y="2721"/>
                    <a:pt x="12761" y="2825"/>
                  </a:cubicBezTo>
                  <a:cubicBezTo>
                    <a:pt x="12761" y="3032"/>
                    <a:pt x="12923" y="3195"/>
                    <a:pt x="13130" y="3195"/>
                  </a:cubicBezTo>
                  <a:cubicBezTo>
                    <a:pt x="13337" y="3195"/>
                    <a:pt x="13500" y="3032"/>
                    <a:pt x="13500" y="2825"/>
                  </a:cubicBezTo>
                  <a:cubicBezTo>
                    <a:pt x="13500" y="2618"/>
                    <a:pt x="13337" y="2455"/>
                    <a:pt x="13130" y="2455"/>
                  </a:cubicBezTo>
                  <a:lnTo>
                    <a:pt x="13056" y="2455"/>
                  </a:lnTo>
                  <a:lnTo>
                    <a:pt x="10587" y="1"/>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7"/>
            <p:cNvSpPr/>
            <p:nvPr/>
          </p:nvSpPr>
          <p:spPr>
            <a:xfrm rot="10800000" flipH="1">
              <a:off x="78620" y="1317128"/>
              <a:ext cx="452268" cy="441242"/>
            </a:xfrm>
            <a:custGeom>
              <a:avLst/>
              <a:gdLst/>
              <a:ahLst/>
              <a:cxnLst/>
              <a:rect l="l" t="t" r="r" b="b"/>
              <a:pathLst>
                <a:path w="6522" h="6363" extrusionOk="0">
                  <a:moveTo>
                    <a:pt x="5782" y="1"/>
                  </a:moveTo>
                  <a:cubicBezTo>
                    <a:pt x="5590" y="1"/>
                    <a:pt x="5413" y="75"/>
                    <a:pt x="5279" y="208"/>
                  </a:cubicBezTo>
                  <a:cubicBezTo>
                    <a:pt x="5132" y="341"/>
                    <a:pt x="5043" y="518"/>
                    <a:pt x="5043" y="711"/>
                  </a:cubicBezTo>
                  <a:cubicBezTo>
                    <a:pt x="5028" y="873"/>
                    <a:pt x="5072" y="1021"/>
                    <a:pt x="5161" y="1139"/>
                  </a:cubicBezTo>
                  <a:lnTo>
                    <a:pt x="1258" y="5043"/>
                  </a:lnTo>
                  <a:cubicBezTo>
                    <a:pt x="1121" y="4940"/>
                    <a:pt x="959" y="4888"/>
                    <a:pt x="798" y="4888"/>
                  </a:cubicBezTo>
                  <a:cubicBezTo>
                    <a:pt x="611" y="4888"/>
                    <a:pt x="425" y="4959"/>
                    <a:pt x="282" y="5102"/>
                  </a:cubicBezTo>
                  <a:cubicBezTo>
                    <a:pt x="1" y="5398"/>
                    <a:pt x="1" y="5871"/>
                    <a:pt x="282" y="6152"/>
                  </a:cubicBezTo>
                  <a:cubicBezTo>
                    <a:pt x="430" y="6292"/>
                    <a:pt x="618" y="6363"/>
                    <a:pt x="807" y="6363"/>
                  </a:cubicBezTo>
                  <a:cubicBezTo>
                    <a:pt x="995" y="6363"/>
                    <a:pt x="1184" y="6292"/>
                    <a:pt x="1332" y="6152"/>
                  </a:cubicBezTo>
                  <a:cubicBezTo>
                    <a:pt x="1583" y="5900"/>
                    <a:pt x="1613" y="5486"/>
                    <a:pt x="1406" y="5206"/>
                  </a:cubicBezTo>
                  <a:lnTo>
                    <a:pt x="5309" y="1302"/>
                  </a:lnTo>
                  <a:cubicBezTo>
                    <a:pt x="5427" y="1405"/>
                    <a:pt x="5575" y="1479"/>
                    <a:pt x="5753" y="1479"/>
                  </a:cubicBezTo>
                  <a:cubicBezTo>
                    <a:pt x="5769" y="1481"/>
                    <a:pt x="5785" y="1481"/>
                    <a:pt x="5801" y="1481"/>
                  </a:cubicBezTo>
                  <a:cubicBezTo>
                    <a:pt x="5977" y="1481"/>
                    <a:pt x="6150" y="1409"/>
                    <a:pt x="6285" y="1287"/>
                  </a:cubicBezTo>
                  <a:cubicBezTo>
                    <a:pt x="6418" y="1154"/>
                    <a:pt x="6507" y="977"/>
                    <a:pt x="6522" y="770"/>
                  </a:cubicBezTo>
                  <a:cubicBezTo>
                    <a:pt x="6522" y="577"/>
                    <a:pt x="6448" y="385"/>
                    <a:pt x="6315" y="237"/>
                  </a:cubicBezTo>
                  <a:cubicBezTo>
                    <a:pt x="6315" y="237"/>
                    <a:pt x="6300" y="223"/>
                    <a:pt x="6300" y="223"/>
                  </a:cubicBezTo>
                  <a:cubicBezTo>
                    <a:pt x="6167" y="89"/>
                    <a:pt x="5989" y="16"/>
                    <a:pt x="5812"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7"/>
          <p:cNvGrpSpPr/>
          <p:nvPr/>
        </p:nvGrpSpPr>
        <p:grpSpPr>
          <a:xfrm>
            <a:off x="7160364" y="1816005"/>
            <a:ext cx="3288586" cy="3220788"/>
            <a:chOff x="7160364" y="1816005"/>
            <a:chExt cx="3288586" cy="3220788"/>
          </a:xfrm>
        </p:grpSpPr>
        <p:sp>
          <p:nvSpPr>
            <p:cNvPr id="204" name="Google Shape;204;p17"/>
            <p:cNvSpPr/>
            <p:nvPr/>
          </p:nvSpPr>
          <p:spPr>
            <a:xfrm rot="8100000">
              <a:off x="7803994" y="2326168"/>
              <a:ext cx="2270858" cy="1998728"/>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7"/>
            <p:cNvSpPr/>
            <p:nvPr/>
          </p:nvSpPr>
          <p:spPr>
            <a:xfrm rot="8100000">
              <a:off x="7538894" y="2451647"/>
              <a:ext cx="2363567" cy="2049666"/>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6" name="Google Shape;206;p17"/>
          <p:cNvSpPr/>
          <p:nvPr/>
        </p:nvSpPr>
        <p:spPr>
          <a:xfrm>
            <a:off x="-1028650" y="1669650"/>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7"/>
          <p:cNvSpPr/>
          <p:nvPr/>
        </p:nvSpPr>
        <p:spPr>
          <a:xfrm>
            <a:off x="8307550" y="1055475"/>
            <a:ext cx="2141400" cy="21414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BLANK_1_1_1_1_1">
    <p:bg>
      <p:bgPr>
        <a:gradFill>
          <a:gsLst>
            <a:gs pos="0">
              <a:schemeClr val="lt2"/>
            </a:gs>
            <a:gs pos="100000">
              <a:schemeClr val="lt1"/>
            </a:gs>
          </a:gsLst>
          <a:path path="circle">
            <a:fillToRect l="50000" t="50000" r="50000" b="50000"/>
          </a:path>
          <a:tileRect/>
        </a:gradFill>
        <a:effectLst/>
      </p:bgPr>
    </p:bg>
    <p:spTree>
      <p:nvGrpSpPr>
        <p:cNvPr id="1" name="Shape 241"/>
        <p:cNvGrpSpPr/>
        <p:nvPr/>
      </p:nvGrpSpPr>
      <p:grpSpPr>
        <a:xfrm>
          <a:off x="0" y="0"/>
          <a:ext cx="0" cy="0"/>
          <a:chOff x="0" y="0"/>
          <a:chExt cx="0" cy="0"/>
        </a:xfrm>
      </p:grpSpPr>
      <p:sp>
        <p:nvSpPr>
          <p:cNvPr id="242" name="Google Shape;242;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3" name="Google Shape;243;p20"/>
          <p:cNvSpPr txBox="1">
            <a:spLocks noGrp="1"/>
          </p:cNvSpPr>
          <p:nvPr>
            <p:ph type="subTitle" idx="1"/>
          </p:nvPr>
        </p:nvSpPr>
        <p:spPr>
          <a:xfrm>
            <a:off x="725269" y="1891467"/>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4" name="Google Shape;244;p20"/>
          <p:cNvSpPr txBox="1">
            <a:spLocks noGrp="1"/>
          </p:cNvSpPr>
          <p:nvPr>
            <p:ph type="subTitle" idx="2"/>
          </p:nvPr>
        </p:nvSpPr>
        <p:spPr>
          <a:xfrm>
            <a:off x="3345000" y="1891467"/>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5" name="Google Shape;245;p20"/>
          <p:cNvSpPr txBox="1">
            <a:spLocks noGrp="1"/>
          </p:cNvSpPr>
          <p:nvPr>
            <p:ph type="subTitle" idx="3"/>
          </p:nvPr>
        </p:nvSpPr>
        <p:spPr>
          <a:xfrm>
            <a:off x="5964731" y="1891467"/>
            <a:ext cx="24597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6" name="Google Shape;246;p20"/>
          <p:cNvSpPr txBox="1">
            <a:spLocks noGrp="1"/>
          </p:cNvSpPr>
          <p:nvPr>
            <p:ph type="subTitle" idx="4"/>
          </p:nvPr>
        </p:nvSpPr>
        <p:spPr>
          <a:xfrm>
            <a:off x="725143" y="3483267"/>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7" name="Google Shape;247;p20"/>
          <p:cNvSpPr txBox="1">
            <a:spLocks noGrp="1"/>
          </p:cNvSpPr>
          <p:nvPr>
            <p:ph type="subTitle" idx="5"/>
          </p:nvPr>
        </p:nvSpPr>
        <p:spPr>
          <a:xfrm>
            <a:off x="3344875" y="3483267"/>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8" name="Google Shape;248;p20"/>
          <p:cNvSpPr txBox="1">
            <a:spLocks noGrp="1"/>
          </p:cNvSpPr>
          <p:nvPr>
            <p:ph type="subTitle" idx="6"/>
          </p:nvPr>
        </p:nvSpPr>
        <p:spPr>
          <a:xfrm>
            <a:off x="5964606" y="3483267"/>
            <a:ext cx="24597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49" name="Google Shape;249;p20"/>
          <p:cNvSpPr txBox="1">
            <a:spLocks noGrp="1"/>
          </p:cNvSpPr>
          <p:nvPr>
            <p:ph type="subTitle" idx="7"/>
          </p:nvPr>
        </p:nvSpPr>
        <p:spPr>
          <a:xfrm>
            <a:off x="720000" y="1498975"/>
            <a:ext cx="2459100" cy="421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0" name="Google Shape;250;p20"/>
          <p:cNvSpPr txBox="1">
            <a:spLocks noGrp="1"/>
          </p:cNvSpPr>
          <p:nvPr>
            <p:ph type="subTitle" idx="8"/>
          </p:nvPr>
        </p:nvSpPr>
        <p:spPr>
          <a:xfrm>
            <a:off x="3344876" y="1498975"/>
            <a:ext cx="2459100" cy="421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1" name="Google Shape;251;p20"/>
          <p:cNvSpPr txBox="1">
            <a:spLocks noGrp="1"/>
          </p:cNvSpPr>
          <p:nvPr>
            <p:ph type="subTitle" idx="9"/>
          </p:nvPr>
        </p:nvSpPr>
        <p:spPr>
          <a:xfrm>
            <a:off x="5969752" y="1498975"/>
            <a:ext cx="2459700" cy="421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2" name="Google Shape;252;p20"/>
          <p:cNvSpPr txBox="1">
            <a:spLocks noGrp="1"/>
          </p:cNvSpPr>
          <p:nvPr>
            <p:ph type="subTitle" idx="13"/>
          </p:nvPr>
        </p:nvSpPr>
        <p:spPr>
          <a:xfrm>
            <a:off x="720350" y="3089375"/>
            <a:ext cx="2459100" cy="421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3" name="Google Shape;253;p20"/>
          <p:cNvSpPr txBox="1">
            <a:spLocks noGrp="1"/>
          </p:cNvSpPr>
          <p:nvPr>
            <p:ph type="subTitle" idx="14"/>
          </p:nvPr>
        </p:nvSpPr>
        <p:spPr>
          <a:xfrm>
            <a:off x="3343751" y="3089375"/>
            <a:ext cx="2459100" cy="421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4" name="Google Shape;254;p20"/>
          <p:cNvSpPr txBox="1">
            <a:spLocks noGrp="1"/>
          </p:cNvSpPr>
          <p:nvPr>
            <p:ph type="subTitle" idx="15"/>
          </p:nvPr>
        </p:nvSpPr>
        <p:spPr>
          <a:xfrm>
            <a:off x="5967151" y="3089375"/>
            <a:ext cx="2459100" cy="421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Alata"/>
                <a:ea typeface="Alata"/>
                <a:cs typeface="Alata"/>
                <a:sym typeface="Alata"/>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55" name="Google Shape;255;p20"/>
          <p:cNvSpPr/>
          <p:nvPr/>
        </p:nvSpPr>
        <p:spPr>
          <a:xfrm rot="5400000">
            <a:off x="1900882" y="-180251"/>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0"/>
          <p:cNvSpPr/>
          <p:nvPr/>
        </p:nvSpPr>
        <p:spPr>
          <a:xfrm rot="5400000">
            <a:off x="1968190" y="-8684"/>
            <a:ext cx="100741" cy="572044"/>
          </a:xfrm>
          <a:custGeom>
            <a:avLst/>
            <a:gdLst/>
            <a:ahLst/>
            <a:cxnLst/>
            <a:rect l="l" t="t" r="r" b="b"/>
            <a:pathLst>
              <a:path w="1657" h="9409" extrusionOk="0">
                <a:moveTo>
                  <a:pt x="799" y="1"/>
                </a:moveTo>
                <a:cubicBezTo>
                  <a:pt x="622" y="1"/>
                  <a:pt x="429" y="75"/>
                  <a:pt x="282" y="208"/>
                </a:cubicBezTo>
                <a:cubicBezTo>
                  <a:pt x="1" y="504"/>
                  <a:pt x="1" y="977"/>
                  <a:pt x="282" y="1258"/>
                </a:cubicBezTo>
                <a:cubicBezTo>
                  <a:pt x="400" y="1376"/>
                  <a:pt x="563" y="1450"/>
                  <a:pt x="710" y="1465"/>
                </a:cubicBezTo>
                <a:lnTo>
                  <a:pt x="710" y="7941"/>
                </a:lnTo>
                <a:cubicBezTo>
                  <a:pt x="577" y="7971"/>
                  <a:pt x="429" y="8045"/>
                  <a:pt x="326" y="8148"/>
                </a:cubicBezTo>
                <a:cubicBezTo>
                  <a:pt x="30" y="8444"/>
                  <a:pt x="30" y="8902"/>
                  <a:pt x="326" y="9198"/>
                </a:cubicBezTo>
                <a:cubicBezTo>
                  <a:pt x="466" y="9338"/>
                  <a:pt x="655" y="9409"/>
                  <a:pt x="843" y="9409"/>
                </a:cubicBezTo>
                <a:cubicBezTo>
                  <a:pt x="1032" y="9409"/>
                  <a:pt x="1220" y="9338"/>
                  <a:pt x="1361" y="9198"/>
                </a:cubicBezTo>
                <a:cubicBezTo>
                  <a:pt x="1657" y="8902"/>
                  <a:pt x="1657" y="8444"/>
                  <a:pt x="1361" y="8148"/>
                </a:cubicBezTo>
                <a:cubicBezTo>
                  <a:pt x="1243" y="8030"/>
                  <a:pt x="1095" y="7971"/>
                  <a:pt x="932" y="7941"/>
                </a:cubicBezTo>
                <a:lnTo>
                  <a:pt x="932" y="1465"/>
                </a:lnTo>
                <a:cubicBezTo>
                  <a:pt x="1080" y="1435"/>
                  <a:pt x="1213" y="1376"/>
                  <a:pt x="1331" y="1258"/>
                </a:cubicBezTo>
                <a:cubicBezTo>
                  <a:pt x="1612" y="977"/>
                  <a:pt x="1612" y="504"/>
                  <a:pt x="1331" y="208"/>
                </a:cubicBezTo>
                <a:cubicBezTo>
                  <a:pt x="1184" y="75"/>
                  <a:pt x="991" y="1"/>
                  <a:pt x="79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0"/>
          <p:cNvSpPr/>
          <p:nvPr/>
        </p:nvSpPr>
        <p:spPr>
          <a:xfrm rot="5400000">
            <a:off x="998716" y="-173961"/>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0"/>
          <p:cNvSpPr/>
          <p:nvPr/>
        </p:nvSpPr>
        <p:spPr>
          <a:xfrm rot="5400000">
            <a:off x="1166246" y="-15434"/>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0"/>
          <p:cNvSpPr/>
          <p:nvPr/>
        </p:nvSpPr>
        <p:spPr>
          <a:xfrm>
            <a:off x="251203" y="109661"/>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0"/>
          <p:cNvSpPr/>
          <p:nvPr/>
        </p:nvSpPr>
        <p:spPr>
          <a:xfrm>
            <a:off x="375227" y="324514"/>
            <a:ext cx="100741" cy="572044"/>
          </a:xfrm>
          <a:custGeom>
            <a:avLst/>
            <a:gdLst/>
            <a:ahLst/>
            <a:cxnLst/>
            <a:rect l="l" t="t" r="r" b="b"/>
            <a:pathLst>
              <a:path w="1657" h="9409" extrusionOk="0">
                <a:moveTo>
                  <a:pt x="799" y="1"/>
                </a:moveTo>
                <a:cubicBezTo>
                  <a:pt x="622" y="1"/>
                  <a:pt x="429" y="75"/>
                  <a:pt x="282" y="208"/>
                </a:cubicBezTo>
                <a:cubicBezTo>
                  <a:pt x="1" y="504"/>
                  <a:pt x="1" y="977"/>
                  <a:pt x="282" y="1258"/>
                </a:cubicBezTo>
                <a:cubicBezTo>
                  <a:pt x="400" y="1376"/>
                  <a:pt x="563" y="1450"/>
                  <a:pt x="710" y="1465"/>
                </a:cubicBezTo>
                <a:lnTo>
                  <a:pt x="710" y="7941"/>
                </a:lnTo>
                <a:cubicBezTo>
                  <a:pt x="577" y="7971"/>
                  <a:pt x="429" y="8045"/>
                  <a:pt x="326" y="8148"/>
                </a:cubicBezTo>
                <a:cubicBezTo>
                  <a:pt x="30" y="8444"/>
                  <a:pt x="30" y="8902"/>
                  <a:pt x="326" y="9198"/>
                </a:cubicBezTo>
                <a:cubicBezTo>
                  <a:pt x="466" y="9338"/>
                  <a:pt x="655" y="9409"/>
                  <a:pt x="843" y="9409"/>
                </a:cubicBezTo>
                <a:cubicBezTo>
                  <a:pt x="1032" y="9409"/>
                  <a:pt x="1220" y="9338"/>
                  <a:pt x="1361" y="9198"/>
                </a:cubicBezTo>
                <a:cubicBezTo>
                  <a:pt x="1657" y="8902"/>
                  <a:pt x="1657" y="8444"/>
                  <a:pt x="1361" y="8148"/>
                </a:cubicBezTo>
                <a:cubicBezTo>
                  <a:pt x="1243" y="8030"/>
                  <a:pt x="1095" y="7971"/>
                  <a:pt x="932" y="7941"/>
                </a:cubicBezTo>
                <a:lnTo>
                  <a:pt x="932" y="1465"/>
                </a:lnTo>
                <a:cubicBezTo>
                  <a:pt x="1080" y="1435"/>
                  <a:pt x="1213" y="1376"/>
                  <a:pt x="1331" y="1258"/>
                </a:cubicBezTo>
                <a:cubicBezTo>
                  <a:pt x="1612" y="977"/>
                  <a:pt x="1612" y="504"/>
                  <a:pt x="1331" y="208"/>
                </a:cubicBezTo>
                <a:cubicBezTo>
                  <a:pt x="1184" y="75"/>
                  <a:pt x="991" y="1"/>
                  <a:pt x="79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0"/>
          <p:cNvSpPr/>
          <p:nvPr/>
        </p:nvSpPr>
        <p:spPr>
          <a:xfrm>
            <a:off x="257919" y="1011401"/>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0"/>
          <p:cNvSpPr/>
          <p:nvPr/>
        </p:nvSpPr>
        <p:spPr>
          <a:xfrm>
            <a:off x="368446" y="1126488"/>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20"/>
          <p:cNvGrpSpPr/>
          <p:nvPr/>
        </p:nvGrpSpPr>
        <p:grpSpPr>
          <a:xfrm>
            <a:off x="6638679" y="1816005"/>
            <a:ext cx="3810271" cy="4599912"/>
            <a:chOff x="6638679" y="1816005"/>
            <a:chExt cx="3810271" cy="4599912"/>
          </a:xfrm>
        </p:grpSpPr>
        <p:grpSp>
          <p:nvGrpSpPr>
            <p:cNvPr id="264" name="Google Shape;264;p20"/>
            <p:cNvGrpSpPr/>
            <p:nvPr/>
          </p:nvGrpSpPr>
          <p:grpSpPr>
            <a:xfrm rot="2700000">
              <a:off x="7018166" y="3870881"/>
              <a:ext cx="2303575" cy="2027523"/>
              <a:chOff x="715100" y="1571201"/>
              <a:chExt cx="2303597" cy="2027543"/>
            </a:xfrm>
          </p:grpSpPr>
          <p:sp>
            <p:nvSpPr>
              <p:cNvPr id="265" name="Google Shape;265;p20"/>
              <p:cNvSpPr/>
              <p:nvPr/>
            </p:nvSpPr>
            <p:spPr>
              <a:xfrm>
                <a:off x="715100" y="1571201"/>
                <a:ext cx="2303597" cy="2027543"/>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0"/>
              <p:cNvSpPr/>
              <p:nvPr/>
            </p:nvSpPr>
            <p:spPr>
              <a:xfrm>
                <a:off x="861935" y="2976281"/>
                <a:ext cx="902630" cy="612241"/>
              </a:xfrm>
              <a:custGeom>
                <a:avLst/>
                <a:gdLst/>
                <a:ahLst/>
                <a:cxnLst/>
                <a:rect l="l" t="t" r="r" b="b"/>
                <a:pathLst>
                  <a:path w="12909" h="8756" extrusionOk="0">
                    <a:moveTo>
                      <a:pt x="12125" y="0"/>
                    </a:moveTo>
                    <a:cubicBezTo>
                      <a:pt x="11711" y="15"/>
                      <a:pt x="11401" y="355"/>
                      <a:pt x="11415" y="769"/>
                    </a:cubicBezTo>
                    <a:cubicBezTo>
                      <a:pt x="11415" y="947"/>
                      <a:pt x="11489" y="1124"/>
                      <a:pt x="11622" y="1257"/>
                    </a:cubicBezTo>
                    <a:cubicBezTo>
                      <a:pt x="11637" y="1272"/>
                      <a:pt x="11637" y="1272"/>
                      <a:pt x="11652" y="1287"/>
                    </a:cubicBezTo>
                    <a:cubicBezTo>
                      <a:pt x="11770" y="1390"/>
                      <a:pt x="11903" y="1449"/>
                      <a:pt x="12051" y="1464"/>
                    </a:cubicBezTo>
                    <a:lnTo>
                      <a:pt x="12051" y="3519"/>
                    </a:lnTo>
                    <a:lnTo>
                      <a:pt x="10750" y="4821"/>
                    </a:lnTo>
                    <a:lnTo>
                      <a:pt x="3712" y="4821"/>
                    </a:lnTo>
                    <a:lnTo>
                      <a:pt x="1139" y="7393"/>
                    </a:lnTo>
                    <a:cubicBezTo>
                      <a:pt x="1006" y="7319"/>
                      <a:pt x="873" y="7275"/>
                      <a:pt x="725" y="7275"/>
                    </a:cubicBezTo>
                    <a:cubicBezTo>
                      <a:pt x="518" y="7290"/>
                      <a:pt x="341" y="7379"/>
                      <a:pt x="208" y="7512"/>
                    </a:cubicBezTo>
                    <a:cubicBezTo>
                      <a:pt x="74" y="7659"/>
                      <a:pt x="1" y="7852"/>
                      <a:pt x="15" y="8044"/>
                    </a:cubicBezTo>
                    <a:cubicBezTo>
                      <a:pt x="15" y="8236"/>
                      <a:pt x="89" y="8414"/>
                      <a:pt x="222" y="8547"/>
                    </a:cubicBezTo>
                    <a:cubicBezTo>
                      <a:pt x="237" y="8547"/>
                      <a:pt x="237" y="8547"/>
                      <a:pt x="252" y="8561"/>
                    </a:cubicBezTo>
                    <a:cubicBezTo>
                      <a:pt x="374" y="8683"/>
                      <a:pt x="545" y="8756"/>
                      <a:pt x="721" y="8756"/>
                    </a:cubicBezTo>
                    <a:cubicBezTo>
                      <a:pt x="737" y="8756"/>
                      <a:pt x="753" y="8755"/>
                      <a:pt x="769" y="8754"/>
                    </a:cubicBezTo>
                    <a:cubicBezTo>
                      <a:pt x="976" y="8754"/>
                      <a:pt x="1154" y="8665"/>
                      <a:pt x="1287" y="8517"/>
                    </a:cubicBezTo>
                    <a:cubicBezTo>
                      <a:pt x="1420" y="8369"/>
                      <a:pt x="1494" y="8192"/>
                      <a:pt x="1479" y="7985"/>
                    </a:cubicBezTo>
                    <a:cubicBezTo>
                      <a:pt x="1479" y="7822"/>
                      <a:pt x="1405" y="7659"/>
                      <a:pt x="1302" y="7541"/>
                    </a:cubicBezTo>
                    <a:lnTo>
                      <a:pt x="3801" y="5042"/>
                    </a:lnTo>
                    <a:lnTo>
                      <a:pt x="10854" y="5042"/>
                    </a:lnTo>
                    <a:lnTo>
                      <a:pt x="12273" y="3623"/>
                    </a:lnTo>
                    <a:lnTo>
                      <a:pt x="12273" y="1464"/>
                    </a:lnTo>
                    <a:cubicBezTo>
                      <a:pt x="12628" y="1405"/>
                      <a:pt x="12909" y="1080"/>
                      <a:pt x="12894" y="710"/>
                    </a:cubicBezTo>
                    <a:cubicBezTo>
                      <a:pt x="12879" y="311"/>
                      <a:pt x="12539" y="0"/>
                      <a:pt x="1215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 name="Google Shape;267;p20"/>
            <p:cNvSpPr/>
            <p:nvPr/>
          </p:nvSpPr>
          <p:spPr>
            <a:xfrm rot="8100000">
              <a:off x="7803994" y="2326168"/>
              <a:ext cx="2270858" cy="1998728"/>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0"/>
            <p:cNvSpPr/>
            <p:nvPr/>
          </p:nvSpPr>
          <p:spPr>
            <a:xfrm rot="8100000">
              <a:off x="7630644" y="2449472"/>
              <a:ext cx="2363567" cy="2049666"/>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9" name="Google Shape;269;p20"/>
          <p:cNvSpPr/>
          <p:nvPr/>
        </p:nvSpPr>
        <p:spPr>
          <a:xfrm>
            <a:off x="8091850" y="3424600"/>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0"/>
          <p:cNvSpPr/>
          <p:nvPr/>
        </p:nvSpPr>
        <p:spPr>
          <a:xfrm>
            <a:off x="-885125" y="-673375"/>
            <a:ext cx="2141400" cy="21414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gradFill>
          <a:gsLst>
            <a:gs pos="0">
              <a:schemeClr val="lt2"/>
            </a:gs>
            <a:gs pos="100000">
              <a:schemeClr val="lt1"/>
            </a:gs>
          </a:gsLst>
          <a:path path="circle">
            <a:fillToRect l="50000" t="50000" r="50000" b="50000"/>
          </a:path>
          <a:tileRect/>
        </a:gradFill>
        <a:effectLst/>
      </p:bgPr>
    </p:bg>
    <p:spTree>
      <p:nvGrpSpPr>
        <p:cNvPr id="1" name="Shape 299"/>
        <p:cNvGrpSpPr/>
        <p:nvPr/>
      </p:nvGrpSpPr>
      <p:grpSpPr>
        <a:xfrm>
          <a:off x="0" y="0"/>
          <a:ext cx="0" cy="0"/>
          <a:chOff x="0" y="0"/>
          <a:chExt cx="0" cy="0"/>
        </a:xfrm>
      </p:grpSpPr>
      <p:grpSp>
        <p:nvGrpSpPr>
          <p:cNvPr id="300" name="Google Shape;300;p23"/>
          <p:cNvGrpSpPr/>
          <p:nvPr/>
        </p:nvGrpSpPr>
        <p:grpSpPr>
          <a:xfrm rot="-2700000" flipH="1">
            <a:off x="-207953" y="3813256"/>
            <a:ext cx="2303575" cy="2027523"/>
            <a:chOff x="715100" y="1571201"/>
            <a:chExt cx="2303597" cy="2027543"/>
          </a:xfrm>
        </p:grpSpPr>
        <p:sp>
          <p:nvSpPr>
            <p:cNvPr id="301" name="Google Shape;301;p23"/>
            <p:cNvSpPr/>
            <p:nvPr/>
          </p:nvSpPr>
          <p:spPr>
            <a:xfrm>
              <a:off x="715100" y="1571201"/>
              <a:ext cx="2303597" cy="2027543"/>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3"/>
            <p:cNvSpPr/>
            <p:nvPr/>
          </p:nvSpPr>
          <p:spPr>
            <a:xfrm>
              <a:off x="861935" y="2976281"/>
              <a:ext cx="902630" cy="612241"/>
            </a:xfrm>
            <a:custGeom>
              <a:avLst/>
              <a:gdLst/>
              <a:ahLst/>
              <a:cxnLst/>
              <a:rect l="l" t="t" r="r" b="b"/>
              <a:pathLst>
                <a:path w="12909" h="8756" extrusionOk="0">
                  <a:moveTo>
                    <a:pt x="12125" y="0"/>
                  </a:moveTo>
                  <a:cubicBezTo>
                    <a:pt x="11711" y="15"/>
                    <a:pt x="11401" y="355"/>
                    <a:pt x="11415" y="769"/>
                  </a:cubicBezTo>
                  <a:cubicBezTo>
                    <a:pt x="11415" y="947"/>
                    <a:pt x="11489" y="1124"/>
                    <a:pt x="11622" y="1257"/>
                  </a:cubicBezTo>
                  <a:cubicBezTo>
                    <a:pt x="11637" y="1272"/>
                    <a:pt x="11637" y="1272"/>
                    <a:pt x="11652" y="1287"/>
                  </a:cubicBezTo>
                  <a:cubicBezTo>
                    <a:pt x="11770" y="1390"/>
                    <a:pt x="11903" y="1449"/>
                    <a:pt x="12051" y="1464"/>
                  </a:cubicBezTo>
                  <a:lnTo>
                    <a:pt x="12051" y="3519"/>
                  </a:lnTo>
                  <a:lnTo>
                    <a:pt x="10750" y="4821"/>
                  </a:lnTo>
                  <a:lnTo>
                    <a:pt x="3712" y="4821"/>
                  </a:lnTo>
                  <a:lnTo>
                    <a:pt x="1139" y="7393"/>
                  </a:lnTo>
                  <a:cubicBezTo>
                    <a:pt x="1006" y="7319"/>
                    <a:pt x="873" y="7275"/>
                    <a:pt x="725" y="7275"/>
                  </a:cubicBezTo>
                  <a:cubicBezTo>
                    <a:pt x="518" y="7290"/>
                    <a:pt x="341" y="7379"/>
                    <a:pt x="208" y="7512"/>
                  </a:cubicBezTo>
                  <a:cubicBezTo>
                    <a:pt x="74" y="7659"/>
                    <a:pt x="1" y="7852"/>
                    <a:pt x="15" y="8044"/>
                  </a:cubicBezTo>
                  <a:cubicBezTo>
                    <a:pt x="15" y="8236"/>
                    <a:pt x="89" y="8414"/>
                    <a:pt x="222" y="8547"/>
                  </a:cubicBezTo>
                  <a:cubicBezTo>
                    <a:pt x="237" y="8547"/>
                    <a:pt x="237" y="8547"/>
                    <a:pt x="252" y="8561"/>
                  </a:cubicBezTo>
                  <a:cubicBezTo>
                    <a:pt x="374" y="8683"/>
                    <a:pt x="545" y="8756"/>
                    <a:pt x="721" y="8756"/>
                  </a:cubicBezTo>
                  <a:cubicBezTo>
                    <a:pt x="737" y="8756"/>
                    <a:pt x="753" y="8755"/>
                    <a:pt x="769" y="8754"/>
                  </a:cubicBezTo>
                  <a:cubicBezTo>
                    <a:pt x="976" y="8754"/>
                    <a:pt x="1154" y="8665"/>
                    <a:pt x="1287" y="8517"/>
                  </a:cubicBezTo>
                  <a:cubicBezTo>
                    <a:pt x="1420" y="8369"/>
                    <a:pt x="1494" y="8192"/>
                    <a:pt x="1479" y="7985"/>
                  </a:cubicBezTo>
                  <a:cubicBezTo>
                    <a:pt x="1479" y="7822"/>
                    <a:pt x="1405" y="7659"/>
                    <a:pt x="1302" y="7541"/>
                  </a:cubicBezTo>
                  <a:lnTo>
                    <a:pt x="3801" y="5042"/>
                  </a:lnTo>
                  <a:lnTo>
                    <a:pt x="10854" y="5042"/>
                  </a:lnTo>
                  <a:lnTo>
                    <a:pt x="12273" y="3623"/>
                  </a:lnTo>
                  <a:lnTo>
                    <a:pt x="12273" y="1464"/>
                  </a:lnTo>
                  <a:cubicBezTo>
                    <a:pt x="12628" y="1405"/>
                    <a:pt x="12909" y="1080"/>
                    <a:pt x="12894" y="710"/>
                  </a:cubicBezTo>
                  <a:cubicBezTo>
                    <a:pt x="12879" y="311"/>
                    <a:pt x="12539" y="0"/>
                    <a:pt x="1215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 name="Google Shape;303;p23"/>
          <p:cNvSpPr/>
          <p:nvPr/>
        </p:nvSpPr>
        <p:spPr>
          <a:xfrm rot="-5400000" flipH="1">
            <a:off x="7327584" y="-180251"/>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3"/>
          <p:cNvSpPr/>
          <p:nvPr/>
        </p:nvSpPr>
        <p:spPr>
          <a:xfrm rot="-5400000" flipH="1">
            <a:off x="7494893" y="-8684"/>
            <a:ext cx="100741" cy="572044"/>
          </a:xfrm>
          <a:custGeom>
            <a:avLst/>
            <a:gdLst/>
            <a:ahLst/>
            <a:cxnLst/>
            <a:rect l="l" t="t" r="r" b="b"/>
            <a:pathLst>
              <a:path w="1657" h="9409" extrusionOk="0">
                <a:moveTo>
                  <a:pt x="799" y="1"/>
                </a:moveTo>
                <a:cubicBezTo>
                  <a:pt x="622" y="1"/>
                  <a:pt x="429" y="75"/>
                  <a:pt x="282" y="208"/>
                </a:cubicBezTo>
                <a:cubicBezTo>
                  <a:pt x="1" y="504"/>
                  <a:pt x="1" y="977"/>
                  <a:pt x="282" y="1258"/>
                </a:cubicBezTo>
                <a:cubicBezTo>
                  <a:pt x="400" y="1376"/>
                  <a:pt x="563" y="1450"/>
                  <a:pt x="710" y="1465"/>
                </a:cubicBezTo>
                <a:lnTo>
                  <a:pt x="710" y="7941"/>
                </a:lnTo>
                <a:cubicBezTo>
                  <a:pt x="577" y="7971"/>
                  <a:pt x="429" y="8045"/>
                  <a:pt x="326" y="8148"/>
                </a:cubicBezTo>
                <a:cubicBezTo>
                  <a:pt x="30" y="8444"/>
                  <a:pt x="30" y="8902"/>
                  <a:pt x="326" y="9198"/>
                </a:cubicBezTo>
                <a:cubicBezTo>
                  <a:pt x="466" y="9338"/>
                  <a:pt x="655" y="9409"/>
                  <a:pt x="843" y="9409"/>
                </a:cubicBezTo>
                <a:cubicBezTo>
                  <a:pt x="1032" y="9409"/>
                  <a:pt x="1220" y="9338"/>
                  <a:pt x="1361" y="9198"/>
                </a:cubicBezTo>
                <a:cubicBezTo>
                  <a:pt x="1657" y="8902"/>
                  <a:pt x="1657" y="8444"/>
                  <a:pt x="1361" y="8148"/>
                </a:cubicBezTo>
                <a:cubicBezTo>
                  <a:pt x="1243" y="8030"/>
                  <a:pt x="1095" y="7971"/>
                  <a:pt x="932" y="7941"/>
                </a:cubicBezTo>
                <a:lnTo>
                  <a:pt x="932" y="1465"/>
                </a:lnTo>
                <a:cubicBezTo>
                  <a:pt x="1080" y="1435"/>
                  <a:pt x="1213" y="1376"/>
                  <a:pt x="1331" y="1258"/>
                </a:cubicBezTo>
                <a:cubicBezTo>
                  <a:pt x="1612" y="977"/>
                  <a:pt x="1612" y="504"/>
                  <a:pt x="1331" y="208"/>
                </a:cubicBezTo>
                <a:cubicBezTo>
                  <a:pt x="1184" y="75"/>
                  <a:pt x="991" y="1"/>
                  <a:pt x="79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3"/>
          <p:cNvSpPr/>
          <p:nvPr/>
        </p:nvSpPr>
        <p:spPr>
          <a:xfrm rot="-5400000" flipH="1">
            <a:off x="8229750" y="-173961"/>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3"/>
          <p:cNvSpPr/>
          <p:nvPr/>
        </p:nvSpPr>
        <p:spPr>
          <a:xfrm rot="-5400000" flipH="1">
            <a:off x="8296837" y="-15434"/>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3"/>
          <p:cNvSpPr/>
          <p:nvPr/>
        </p:nvSpPr>
        <p:spPr>
          <a:xfrm flipH="1">
            <a:off x="8977263" y="109661"/>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3"/>
          <p:cNvSpPr/>
          <p:nvPr/>
        </p:nvSpPr>
        <p:spPr>
          <a:xfrm flipH="1">
            <a:off x="8970547" y="1011401"/>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3"/>
          <p:cNvSpPr/>
          <p:nvPr/>
        </p:nvSpPr>
        <p:spPr>
          <a:xfrm flipH="1">
            <a:off x="9094637" y="1126488"/>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3"/>
          <p:cNvSpPr/>
          <p:nvPr/>
        </p:nvSpPr>
        <p:spPr>
          <a:xfrm rot="10800000">
            <a:off x="9032937" y="1317128"/>
            <a:ext cx="452268" cy="441242"/>
          </a:xfrm>
          <a:custGeom>
            <a:avLst/>
            <a:gdLst/>
            <a:ahLst/>
            <a:cxnLst/>
            <a:rect l="l" t="t" r="r" b="b"/>
            <a:pathLst>
              <a:path w="6522" h="6363" extrusionOk="0">
                <a:moveTo>
                  <a:pt x="5782" y="1"/>
                </a:moveTo>
                <a:cubicBezTo>
                  <a:pt x="5590" y="1"/>
                  <a:pt x="5413" y="75"/>
                  <a:pt x="5279" y="208"/>
                </a:cubicBezTo>
                <a:cubicBezTo>
                  <a:pt x="5132" y="341"/>
                  <a:pt x="5043" y="518"/>
                  <a:pt x="5043" y="711"/>
                </a:cubicBezTo>
                <a:cubicBezTo>
                  <a:pt x="5028" y="873"/>
                  <a:pt x="5072" y="1021"/>
                  <a:pt x="5161" y="1139"/>
                </a:cubicBezTo>
                <a:lnTo>
                  <a:pt x="1258" y="5043"/>
                </a:lnTo>
                <a:cubicBezTo>
                  <a:pt x="1121" y="4940"/>
                  <a:pt x="959" y="4888"/>
                  <a:pt x="798" y="4888"/>
                </a:cubicBezTo>
                <a:cubicBezTo>
                  <a:pt x="611" y="4888"/>
                  <a:pt x="425" y="4959"/>
                  <a:pt x="282" y="5102"/>
                </a:cubicBezTo>
                <a:cubicBezTo>
                  <a:pt x="1" y="5398"/>
                  <a:pt x="1" y="5871"/>
                  <a:pt x="282" y="6152"/>
                </a:cubicBezTo>
                <a:cubicBezTo>
                  <a:pt x="430" y="6292"/>
                  <a:pt x="618" y="6363"/>
                  <a:pt x="807" y="6363"/>
                </a:cubicBezTo>
                <a:cubicBezTo>
                  <a:pt x="995" y="6363"/>
                  <a:pt x="1184" y="6292"/>
                  <a:pt x="1332" y="6152"/>
                </a:cubicBezTo>
                <a:cubicBezTo>
                  <a:pt x="1583" y="5900"/>
                  <a:pt x="1613" y="5486"/>
                  <a:pt x="1406" y="5206"/>
                </a:cubicBezTo>
                <a:lnTo>
                  <a:pt x="5309" y="1302"/>
                </a:lnTo>
                <a:cubicBezTo>
                  <a:pt x="5427" y="1405"/>
                  <a:pt x="5575" y="1479"/>
                  <a:pt x="5753" y="1479"/>
                </a:cubicBezTo>
                <a:cubicBezTo>
                  <a:pt x="5769" y="1481"/>
                  <a:pt x="5785" y="1481"/>
                  <a:pt x="5801" y="1481"/>
                </a:cubicBezTo>
                <a:cubicBezTo>
                  <a:pt x="5977" y="1481"/>
                  <a:pt x="6150" y="1409"/>
                  <a:pt x="6285" y="1287"/>
                </a:cubicBezTo>
                <a:cubicBezTo>
                  <a:pt x="6418" y="1154"/>
                  <a:pt x="6507" y="977"/>
                  <a:pt x="6522" y="770"/>
                </a:cubicBezTo>
                <a:cubicBezTo>
                  <a:pt x="6522" y="577"/>
                  <a:pt x="6448" y="385"/>
                  <a:pt x="6315" y="237"/>
                </a:cubicBezTo>
                <a:cubicBezTo>
                  <a:pt x="6315" y="237"/>
                  <a:pt x="6300" y="223"/>
                  <a:pt x="6300" y="223"/>
                </a:cubicBezTo>
                <a:cubicBezTo>
                  <a:pt x="6167" y="89"/>
                  <a:pt x="5989" y="16"/>
                  <a:pt x="5812"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3"/>
          <p:cNvSpPr/>
          <p:nvPr/>
        </p:nvSpPr>
        <p:spPr>
          <a:xfrm rot="-8100000" flipH="1">
            <a:off x="-961065" y="2268543"/>
            <a:ext cx="2270858" cy="1998728"/>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3"/>
          <p:cNvSpPr/>
          <p:nvPr/>
        </p:nvSpPr>
        <p:spPr>
          <a:xfrm rot="-8100000" flipH="1">
            <a:off x="-880424" y="2391847"/>
            <a:ext cx="2363567" cy="2049666"/>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p:nvPr/>
        </p:nvSpPr>
        <p:spPr>
          <a:xfrm flipH="1">
            <a:off x="-782263" y="3366975"/>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3"/>
          <p:cNvSpPr/>
          <p:nvPr/>
        </p:nvSpPr>
        <p:spPr>
          <a:xfrm flipH="1">
            <a:off x="8307550" y="-673375"/>
            <a:ext cx="2141400" cy="21414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gradFill>
          <a:gsLst>
            <a:gs pos="0">
              <a:schemeClr val="lt2"/>
            </a:gs>
            <a:gs pos="100000">
              <a:schemeClr val="lt1"/>
            </a:gs>
          </a:gsLst>
          <a:path path="circle">
            <a:fillToRect l="50000" t="50000" r="50000" b="50000"/>
          </a:path>
          <a:tileRect/>
        </a:gradFill>
        <a:effectLst/>
      </p:bgPr>
    </p:bg>
    <p:spTree>
      <p:nvGrpSpPr>
        <p:cNvPr id="1" name="Shape 315"/>
        <p:cNvGrpSpPr/>
        <p:nvPr/>
      </p:nvGrpSpPr>
      <p:grpSpPr>
        <a:xfrm>
          <a:off x="0" y="0"/>
          <a:ext cx="0" cy="0"/>
          <a:chOff x="0" y="0"/>
          <a:chExt cx="0" cy="0"/>
        </a:xfrm>
      </p:grpSpPr>
      <p:sp>
        <p:nvSpPr>
          <p:cNvPr id="316" name="Google Shape;316;p24"/>
          <p:cNvSpPr/>
          <p:nvPr/>
        </p:nvSpPr>
        <p:spPr>
          <a:xfrm rot="10800000" flipH="1">
            <a:off x="-1084200" y="3238825"/>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24"/>
          <p:cNvGrpSpPr/>
          <p:nvPr/>
        </p:nvGrpSpPr>
        <p:grpSpPr>
          <a:xfrm rot="10800000" flipH="1">
            <a:off x="7466845" y="2485915"/>
            <a:ext cx="3111009" cy="3789122"/>
            <a:chOff x="7466845" y="-519012"/>
            <a:chExt cx="3111009" cy="3789122"/>
          </a:xfrm>
        </p:grpSpPr>
        <p:sp>
          <p:nvSpPr>
            <p:cNvPr id="318" name="Google Shape;318;p24"/>
            <p:cNvSpPr/>
            <p:nvPr/>
          </p:nvSpPr>
          <p:spPr>
            <a:xfrm>
              <a:off x="8677278" y="2368361"/>
              <a:ext cx="335359" cy="901749"/>
            </a:xfrm>
            <a:custGeom>
              <a:avLst/>
              <a:gdLst/>
              <a:ahLst/>
              <a:cxnLst/>
              <a:rect l="l" t="t" r="r" b="b"/>
              <a:pathLst>
                <a:path w="5516" h="14832" extrusionOk="0">
                  <a:moveTo>
                    <a:pt x="2676" y="1"/>
                  </a:moveTo>
                  <a:cubicBezTo>
                    <a:pt x="2484" y="1"/>
                    <a:pt x="2307" y="164"/>
                    <a:pt x="2307" y="371"/>
                  </a:cubicBezTo>
                  <a:cubicBezTo>
                    <a:pt x="2307" y="563"/>
                    <a:pt x="2484" y="740"/>
                    <a:pt x="2676" y="740"/>
                  </a:cubicBezTo>
                  <a:cubicBezTo>
                    <a:pt x="2780" y="740"/>
                    <a:pt x="2869" y="696"/>
                    <a:pt x="2928" y="637"/>
                  </a:cubicBezTo>
                  <a:lnTo>
                    <a:pt x="5294" y="3003"/>
                  </a:lnTo>
                  <a:lnTo>
                    <a:pt x="5294" y="11904"/>
                  </a:lnTo>
                  <a:lnTo>
                    <a:pt x="2676" y="14521"/>
                  </a:lnTo>
                  <a:lnTo>
                    <a:pt x="488" y="12347"/>
                  </a:lnTo>
                  <a:lnTo>
                    <a:pt x="488" y="3180"/>
                  </a:lnTo>
                  <a:cubicBezTo>
                    <a:pt x="636" y="3136"/>
                    <a:pt x="739" y="3003"/>
                    <a:pt x="739" y="2840"/>
                  </a:cubicBezTo>
                  <a:cubicBezTo>
                    <a:pt x="739" y="2633"/>
                    <a:pt x="562" y="2470"/>
                    <a:pt x="370" y="2470"/>
                  </a:cubicBezTo>
                  <a:cubicBezTo>
                    <a:pt x="163" y="2470"/>
                    <a:pt x="0" y="2633"/>
                    <a:pt x="0" y="2840"/>
                  </a:cubicBezTo>
                  <a:cubicBezTo>
                    <a:pt x="0" y="3003"/>
                    <a:pt x="104" y="3150"/>
                    <a:pt x="266" y="3195"/>
                  </a:cubicBezTo>
                  <a:lnTo>
                    <a:pt x="266" y="12392"/>
                  </a:lnTo>
                  <a:lnTo>
                    <a:pt x="266" y="12436"/>
                  </a:lnTo>
                  <a:lnTo>
                    <a:pt x="2676" y="14832"/>
                  </a:lnTo>
                  <a:lnTo>
                    <a:pt x="5515" y="11993"/>
                  </a:lnTo>
                  <a:lnTo>
                    <a:pt x="5515" y="2958"/>
                  </a:lnTo>
                  <a:lnTo>
                    <a:pt x="5515" y="2899"/>
                  </a:lnTo>
                  <a:lnTo>
                    <a:pt x="3046" y="445"/>
                  </a:lnTo>
                  <a:cubicBezTo>
                    <a:pt x="3046" y="415"/>
                    <a:pt x="3046" y="385"/>
                    <a:pt x="3046" y="371"/>
                  </a:cubicBezTo>
                  <a:cubicBezTo>
                    <a:pt x="3046" y="164"/>
                    <a:pt x="2883" y="1"/>
                    <a:pt x="267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4"/>
            <p:cNvSpPr/>
            <p:nvPr/>
          </p:nvSpPr>
          <p:spPr>
            <a:xfrm>
              <a:off x="8801302" y="2583214"/>
              <a:ext cx="100741" cy="572044"/>
            </a:xfrm>
            <a:custGeom>
              <a:avLst/>
              <a:gdLst/>
              <a:ahLst/>
              <a:cxnLst/>
              <a:rect l="l" t="t" r="r" b="b"/>
              <a:pathLst>
                <a:path w="1657" h="9409" extrusionOk="0">
                  <a:moveTo>
                    <a:pt x="799" y="1"/>
                  </a:moveTo>
                  <a:cubicBezTo>
                    <a:pt x="622" y="1"/>
                    <a:pt x="429" y="75"/>
                    <a:pt x="282" y="208"/>
                  </a:cubicBezTo>
                  <a:cubicBezTo>
                    <a:pt x="1" y="504"/>
                    <a:pt x="1" y="977"/>
                    <a:pt x="282" y="1258"/>
                  </a:cubicBezTo>
                  <a:cubicBezTo>
                    <a:pt x="400" y="1376"/>
                    <a:pt x="563" y="1450"/>
                    <a:pt x="710" y="1465"/>
                  </a:cubicBezTo>
                  <a:lnTo>
                    <a:pt x="710" y="7941"/>
                  </a:lnTo>
                  <a:cubicBezTo>
                    <a:pt x="577" y="7971"/>
                    <a:pt x="429" y="8045"/>
                    <a:pt x="326" y="8148"/>
                  </a:cubicBezTo>
                  <a:cubicBezTo>
                    <a:pt x="30" y="8444"/>
                    <a:pt x="30" y="8902"/>
                    <a:pt x="326" y="9198"/>
                  </a:cubicBezTo>
                  <a:cubicBezTo>
                    <a:pt x="466" y="9338"/>
                    <a:pt x="655" y="9409"/>
                    <a:pt x="843" y="9409"/>
                  </a:cubicBezTo>
                  <a:cubicBezTo>
                    <a:pt x="1032" y="9409"/>
                    <a:pt x="1220" y="9338"/>
                    <a:pt x="1361" y="9198"/>
                  </a:cubicBezTo>
                  <a:cubicBezTo>
                    <a:pt x="1657" y="8902"/>
                    <a:pt x="1657" y="8444"/>
                    <a:pt x="1361" y="8148"/>
                  </a:cubicBezTo>
                  <a:cubicBezTo>
                    <a:pt x="1243" y="8030"/>
                    <a:pt x="1095" y="7971"/>
                    <a:pt x="932" y="7941"/>
                  </a:cubicBezTo>
                  <a:lnTo>
                    <a:pt x="932" y="1465"/>
                  </a:lnTo>
                  <a:cubicBezTo>
                    <a:pt x="1080" y="1435"/>
                    <a:pt x="1213" y="1376"/>
                    <a:pt x="1331" y="1258"/>
                  </a:cubicBezTo>
                  <a:cubicBezTo>
                    <a:pt x="1612" y="977"/>
                    <a:pt x="1612" y="504"/>
                    <a:pt x="1331" y="208"/>
                  </a:cubicBezTo>
                  <a:cubicBezTo>
                    <a:pt x="1184" y="75"/>
                    <a:pt x="991" y="1"/>
                    <a:pt x="79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4"/>
            <p:cNvSpPr/>
            <p:nvPr/>
          </p:nvSpPr>
          <p:spPr>
            <a:xfrm rot="-8100000" flipH="1">
              <a:off x="8046167" y="19648"/>
              <a:ext cx="2233987" cy="1767370"/>
            </a:xfrm>
            <a:custGeom>
              <a:avLst/>
              <a:gdLst/>
              <a:ahLst/>
              <a:cxnLst/>
              <a:rect l="l" t="t" r="r" b="b"/>
              <a:pathLst>
                <a:path w="36745" h="29070" extrusionOk="0">
                  <a:moveTo>
                    <a:pt x="35414" y="207"/>
                  </a:moveTo>
                  <a:cubicBezTo>
                    <a:pt x="35148" y="488"/>
                    <a:pt x="35133" y="917"/>
                    <a:pt x="35384" y="1213"/>
                  </a:cubicBezTo>
                  <a:lnTo>
                    <a:pt x="35384" y="1213"/>
                  </a:lnTo>
                  <a:lnTo>
                    <a:pt x="28937" y="7645"/>
                  </a:lnTo>
                  <a:lnTo>
                    <a:pt x="23540" y="7645"/>
                  </a:lnTo>
                  <a:lnTo>
                    <a:pt x="15630" y="15555"/>
                  </a:lnTo>
                  <a:lnTo>
                    <a:pt x="15630" y="21174"/>
                  </a:lnTo>
                  <a:lnTo>
                    <a:pt x="10750" y="26054"/>
                  </a:lnTo>
                  <a:lnTo>
                    <a:pt x="2869" y="26054"/>
                  </a:lnTo>
                  <a:lnTo>
                    <a:pt x="2825" y="26054"/>
                  </a:lnTo>
                  <a:lnTo>
                    <a:pt x="1169" y="27710"/>
                  </a:lnTo>
                  <a:cubicBezTo>
                    <a:pt x="1051" y="27621"/>
                    <a:pt x="888" y="27577"/>
                    <a:pt x="725" y="27577"/>
                  </a:cubicBezTo>
                  <a:lnTo>
                    <a:pt x="725" y="27577"/>
                  </a:lnTo>
                  <a:cubicBezTo>
                    <a:pt x="326" y="27606"/>
                    <a:pt x="1" y="27946"/>
                    <a:pt x="16" y="28345"/>
                  </a:cubicBezTo>
                  <a:lnTo>
                    <a:pt x="16" y="28345"/>
                  </a:lnTo>
                  <a:cubicBezTo>
                    <a:pt x="30" y="28538"/>
                    <a:pt x="104" y="28715"/>
                    <a:pt x="237" y="28848"/>
                  </a:cubicBezTo>
                  <a:lnTo>
                    <a:pt x="237" y="28848"/>
                  </a:lnTo>
                  <a:cubicBezTo>
                    <a:pt x="370" y="28981"/>
                    <a:pt x="577" y="29070"/>
                    <a:pt x="784" y="29055"/>
                  </a:cubicBezTo>
                  <a:lnTo>
                    <a:pt x="784" y="29055"/>
                  </a:lnTo>
                  <a:lnTo>
                    <a:pt x="784" y="29055"/>
                  </a:lnTo>
                  <a:cubicBezTo>
                    <a:pt x="1198" y="29040"/>
                    <a:pt x="1509" y="28700"/>
                    <a:pt x="1494" y="28286"/>
                  </a:cubicBezTo>
                  <a:lnTo>
                    <a:pt x="1494" y="28286"/>
                  </a:lnTo>
                  <a:cubicBezTo>
                    <a:pt x="1494" y="28124"/>
                    <a:pt x="1435" y="27976"/>
                    <a:pt x="1331" y="27857"/>
                  </a:cubicBezTo>
                  <a:lnTo>
                    <a:pt x="1331" y="27857"/>
                  </a:lnTo>
                  <a:lnTo>
                    <a:pt x="2914" y="26275"/>
                  </a:lnTo>
                  <a:lnTo>
                    <a:pt x="10795" y="26275"/>
                  </a:lnTo>
                  <a:lnTo>
                    <a:pt x="10839" y="26275"/>
                  </a:lnTo>
                  <a:lnTo>
                    <a:pt x="15852" y="21263"/>
                  </a:lnTo>
                  <a:lnTo>
                    <a:pt x="15852" y="15644"/>
                  </a:lnTo>
                  <a:lnTo>
                    <a:pt x="23629" y="7866"/>
                  </a:lnTo>
                  <a:lnTo>
                    <a:pt x="29026" y="7866"/>
                  </a:lnTo>
                  <a:lnTo>
                    <a:pt x="35547" y="1361"/>
                  </a:lnTo>
                  <a:cubicBezTo>
                    <a:pt x="35828" y="1538"/>
                    <a:pt x="36212" y="1508"/>
                    <a:pt x="36463" y="1257"/>
                  </a:cubicBezTo>
                  <a:lnTo>
                    <a:pt x="36463" y="1257"/>
                  </a:lnTo>
                  <a:cubicBezTo>
                    <a:pt x="36744" y="961"/>
                    <a:pt x="36744" y="503"/>
                    <a:pt x="36463" y="207"/>
                  </a:cubicBezTo>
                  <a:lnTo>
                    <a:pt x="36463" y="207"/>
                  </a:lnTo>
                  <a:cubicBezTo>
                    <a:pt x="36316" y="59"/>
                    <a:pt x="36123" y="0"/>
                    <a:pt x="35931" y="0"/>
                  </a:cubicBezTo>
                  <a:lnTo>
                    <a:pt x="35931" y="0"/>
                  </a:lnTo>
                  <a:cubicBezTo>
                    <a:pt x="35754" y="0"/>
                    <a:pt x="35562" y="59"/>
                    <a:pt x="35414" y="207"/>
                  </a:cubicBezTo>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4"/>
            <p:cNvSpPr/>
            <p:nvPr/>
          </p:nvSpPr>
          <p:spPr>
            <a:xfrm rot="-8100000" flipH="1">
              <a:off x="7796809" y="-69035"/>
              <a:ext cx="2002959" cy="1762932"/>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4"/>
            <p:cNvSpPr/>
            <p:nvPr/>
          </p:nvSpPr>
          <p:spPr>
            <a:xfrm rot="-8100000" flipH="1">
              <a:off x="7948860" y="41638"/>
              <a:ext cx="2084731" cy="1807861"/>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3" name="Google Shape;323;p24"/>
          <p:cNvGrpSpPr/>
          <p:nvPr/>
        </p:nvGrpSpPr>
        <p:grpSpPr>
          <a:xfrm rot="10800000" flipH="1">
            <a:off x="-1109500" y="1555371"/>
            <a:ext cx="2785746" cy="3818577"/>
            <a:chOff x="-1109500" y="382076"/>
            <a:chExt cx="2785746" cy="3818577"/>
          </a:xfrm>
        </p:grpSpPr>
        <p:sp>
          <p:nvSpPr>
            <p:cNvPr id="324" name="Google Shape;324;p24"/>
            <p:cNvSpPr/>
            <p:nvPr/>
          </p:nvSpPr>
          <p:spPr>
            <a:xfrm>
              <a:off x="200594" y="382076"/>
              <a:ext cx="335359" cy="902600"/>
            </a:xfrm>
            <a:custGeom>
              <a:avLst/>
              <a:gdLst/>
              <a:ahLst/>
              <a:cxnLst/>
              <a:rect l="l" t="t" r="r" b="b"/>
              <a:pathLst>
                <a:path w="5516" h="14846" extrusionOk="0">
                  <a:moveTo>
                    <a:pt x="2839" y="0"/>
                  </a:moveTo>
                  <a:lnTo>
                    <a:pt x="0" y="2839"/>
                  </a:lnTo>
                  <a:lnTo>
                    <a:pt x="0" y="11889"/>
                  </a:lnTo>
                  <a:lnTo>
                    <a:pt x="0" y="11933"/>
                  </a:lnTo>
                  <a:lnTo>
                    <a:pt x="2470" y="14387"/>
                  </a:lnTo>
                  <a:cubicBezTo>
                    <a:pt x="2455" y="14417"/>
                    <a:pt x="2455" y="14447"/>
                    <a:pt x="2455" y="14476"/>
                  </a:cubicBezTo>
                  <a:cubicBezTo>
                    <a:pt x="2455" y="14683"/>
                    <a:pt x="2632" y="14846"/>
                    <a:pt x="2824" y="14846"/>
                  </a:cubicBezTo>
                  <a:cubicBezTo>
                    <a:pt x="3031" y="14846"/>
                    <a:pt x="3194" y="14683"/>
                    <a:pt x="3194" y="14476"/>
                  </a:cubicBezTo>
                  <a:cubicBezTo>
                    <a:pt x="3194" y="14269"/>
                    <a:pt x="3031" y="14106"/>
                    <a:pt x="2824" y="14106"/>
                  </a:cubicBezTo>
                  <a:cubicBezTo>
                    <a:pt x="2736" y="14106"/>
                    <a:pt x="2647" y="14136"/>
                    <a:pt x="2588" y="14195"/>
                  </a:cubicBezTo>
                  <a:lnTo>
                    <a:pt x="222" y="11844"/>
                  </a:lnTo>
                  <a:lnTo>
                    <a:pt x="222" y="2928"/>
                  </a:lnTo>
                  <a:lnTo>
                    <a:pt x="2839" y="311"/>
                  </a:lnTo>
                  <a:lnTo>
                    <a:pt x="5028" y="2499"/>
                  </a:lnTo>
                  <a:lnTo>
                    <a:pt x="5028" y="11652"/>
                  </a:lnTo>
                  <a:cubicBezTo>
                    <a:pt x="4880" y="11711"/>
                    <a:pt x="4776" y="11844"/>
                    <a:pt x="4776" y="12007"/>
                  </a:cubicBezTo>
                  <a:cubicBezTo>
                    <a:pt x="4776" y="12214"/>
                    <a:pt x="4939" y="12376"/>
                    <a:pt x="5146" y="12376"/>
                  </a:cubicBezTo>
                  <a:cubicBezTo>
                    <a:pt x="5353" y="12376"/>
                    <a:pt x="5515" y="12214"/>
                    <a:pt x="5515" y="12007"/>
                  </a:cubicBezTo>
                  <a:cubicBezTo>
                    <a:pt x="5515" y="11829"/>
                    <a:pt x="5397" y="11682"/>
                    <a:pt x="5249" y="11652"/>
                  </a:cubicBezTo>
                  <a:lnTo>
                    <a:pt x="5249" y="2455"/>
                  </a:lnTo>
                  <a:lnTo>
                    <a:pt x="5249" y="2396"/>
                  </a:lnTo>
                  <a:lnTo>
                    <a:pt x="2839" y="0"/>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4"/>
            <p:cNvSpPr/>
            <p:nvPr/>
          </p:nvSpPr>
          <p:spPr>
            <a:xfrm>
              <a:off x="311121" y="497163"/>
              <a:ext cx="100741" cy="571983"/>
            </a:xfrm>
            <a:custGeom>
              <a:avLst/>
              <a:gdLst/>
              <a:ahLst/>
              <a:cxnLst/>
              <a:rect l="l" t="t" r="r" b="b"/>
              <a:pathLst>
                <a:path w="1657" h="9408" extrusionOk="0">
                  <a:moveTo>
                    <a:pt x="814" y="0"/>
                  </a:moveTo>
                  <a:cubicBezTo>
                    <a:pt x="622" y="0"/>
                    <a:pt x="430" y="74"/>
                    <a:pt x="297" y="207"/>
                  </a:cubicBezTo>
                  <a:cubicBezTo>
                    <a:pt x="1" y="503"/>
                    <a:pt x="1" y="976"/>
                    <a:pt x="297" y="1257"/>
                  </a:cubicBezTo>
                  <a:cubicBezTo>
                    <a:pt x="415" y="1375"/>
                    <a:pt x="563" y="1449"/>
                    <a:pt x="711" y="1464"/>
                  </a:cubicBezTo>
                  <a:lnTo>
                    <a:pt x="711" y="7955"/>
                  </a:lnTo>
                  <a:cubicBezTo>
                    <a:pt x="578" y="7970"/>
                    <a:pt x="430" y="8044"/>
                    <a:pt x="326" y="8147"/>
                  </a:cubicBezTo>
                  <a:cubicBezTo>
                    <a:pt x="45" y="8443"/>
                    <a:pt x="45" y="8901"/>
                    <a:pt x="326" y="9197"/>
                  </a:cubicBezTo>
                  <a:cubicBezTo>
                    <a:pt x="467" y="9338"/>
                    <a:pt x="655" y="9408"/>
                    <a:pt x="846" y="9408"/>
                  </a:cubicBezTo>
                  <a:cubicBezTo>
                    <a:pt x="1036" y="9408"/>
                    <a:pt x="1228" y="9338"/>
                    <a:pt x="1376" y="9197"/>
                  </a:cubicBezTo>
                  <a:cubicBezTo>
                    <a:pt x="1657" y="8901"/>
                    <a:pt x="1657" y="8443"/>
                    <a:pt x="1376" y="8147"/>
                  </a:cubicBezTo>
                  <a:cubicBezTo>
                    <a:pt x="1243" y="8029"/>
                    <a:pt x="1095" y="7970"/>
                    <a:pt x="932" y="7940"/>
                  </a:cubicBezTo>
                  <a:lnTo>
                    <a:pt x="932" y="1464"/>
                  </a:lnTo>
                  <a:cubicBezTo>
                    <a:pt x="1080" y="1434"/>
                    <a:pt x="1228" y="1375"/>
                    <a:pt x="1332" y="1257"/>
                  </a:cubicBezTo>
                  <a:cubicBezTo>
                    <a:pt x="1627" y="976"/>
                    <a:pt x="1627" y="503"/>
                    <a:pt x="1332" y="207"/>
                  </a:cubicBezTo>
                  <a:cubicBezTo>
                    <a:pt x="1184" y="74"/>
                    <a:pt x="1006" y="0"/>
                    <a:pt x="81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4"/>
            <p:cNvSpPr/>
            <p:nvPr/>
          </p:nvSpPr>
          <p:spPr>
            <a:xfrm rot="-8100000" flipH="1">
              <a:off x="-486593" y="1823141"/>
              <a:ext cx="1666001" cy="2095349"/>
            </a:xfrm>
            <a:custGeom>
              <a:avLst/>
              <a:gdLst/>
              <a:ahLst/>
              <a:cxnLst/>
              <a:rect l="l" t="t" r="r" b="b"/>
              <a:pathLst>
                <a:path w="29145" h="36656" extrusionOk="0">
                  <a:moveTo>
                    <a:pt x="28390" y="1"/>
                  </a:moveTo>
                  <a:cubicBezTo>
                    <a:pt x="28006" y="1"/>
                    <a:pt x="27666" y="311"/>
                    <a:pt x="27651" y="711"/>
                  </a:cubicBezTo>
                  <a:cubicBezTo>
                    <a:pt x="27651" y="873"/>
                    <a:pt x="27695" y="1021"/>
                    <a:pt x="27784" y="1139"/>
                  </a:cubicBezTo>
                  <a:lnTo>
                    <a:pt x="26128" y="2810"/>
                  </a:lnTo>
                  <a:lnTo>
                    <a:pt x="26128" y="2855"/>
                  </a:lnTo>
                  <a:lnTo>
                    <a:pt x="26128" y="10721"/>
                  </a:lnTo>
                  <a:lnTo>
                    <a:pt x="21248" y="15600"/>
                  </a:lnTo>
                  <a:lnTo>
                    <a:pt x="15630" y="15600"/>
                  </a:lnTo>
                  <a:lnTo>
                    <a:pt x="7719" y="23511"/>
                  </a:lnTo>
                  <a:lnTo>
                    <a:pt x="7719" y="28908"/>
                  </a:lnTo>
                  <a:lnTo>
                    <a:pt x="1287" y="35355"/>
                  </a:lnTo>
                  <a:cubicBezTo>
                    <a:pt x="1145" y="35234"/>
                    <a:pt x="973" y="35175"/>
                    <a:pt x="802" y="35175"/>
                  </a:cubicBezTo>
                  <a:cubicBezTo>
                    <a:pt x="615" y="35175"/>
                    <a:pt x="428" y="35246"/>
                    <a:pt x="281" y="35384"/>
                  </a:cubicBezTo>
                  <a:cubicBezTo>
                    <a:pt x="1" y="35680"/>
                    <a:pt x="1" y="36153"/>
                    <a:pt x="281" y="36434"/>
                  </a:cubicBezTo>
                  <a:cubicBezTo>
                    <a:pt x="429" y="36582"/>
                    <a:pt x="618" y="36656"/>
                    <a:pt x="806" y="36656"/>
                  </a:cubicBezTo>
                  <a:cubicBezTo>
                    <a:pt x="995" y="36656"/>
                    <a:pt x="1183" y="36582"/>
                    <a:pt x="1331" y="36434"/>
                  </a:cubicBezTo>
                  <a:cubicBezTo>
                    <a:pt x="1583" y="36183"/>
                    <a:pt x="1612" y="35798"/>
                    <a:pt x="1435" y="35517"/>
                  </a:cubicBezTo>
                  <a:lnTo>
                    <a:pt x="7941" y="29011"/>
                  </a:lnTo>
                  <a:lnTo>
                    <a:pt x="7941" y="23614"/>
                  </a:lnTo>
                  <a:lnTo>
                    <a:pt x="15718" y="15822"/>
                  </a:lnTo>
                  <a:lnTo>
                    <a:pt x="21337" y="15822"/>
                  </a:lnTo>
                  <a:lnTo>
                    <a:pt x="26350" y="10824"/>
                  </a:lnTo>
                  <a:lnTo>
                    <a:pt x="26350" y="10765"/>
                  </a:lnTo>
                  <a:lnTo>
                    <a:pt x="26350" y="2899"/>
                  </a:lnTo>
                  <a:lnTo>
                    <a:pt x="27932" y="1302"/>
                  </a:lnTo>
                  <a:cubicBezTo>
                    <a:pt x="28050" y="1406"/>
                    <a:pt x="28198" y="1465"/>
                    <a:pt x="28360" y="1480"/>
                  </a:cubicBezTo>
                  <a:cubicBezTo>
                    <a:pt x="28370" y="1480"/>
                    <a:pt x="28379" y="1480"/>
                    <a:pt x="28388" y="1480"/>
                  </a:cubicBezTo>
                  <a:cubicBezTo>
                    <a:pt x="28789" y="1480"/>
                    <a:pt x="29115" y="1160"/>
                    <a:pt x="29129" y="770"/>
                  </a:cubicBezTo>
                  <a:cubicBezTo>
                    <a:pt x="29144" y="548"/>
                    <a:pt x="29055" y="356"/>
                    <a:pt x="28922" y="208"/>
                  </a:cubicBezTo>
                  <a:cubicBezTo>
                    <a:pt x="28789" y="90"/>
                    <a:pt x="28612" y="1"/>
                    <a:pt x="2842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4"/>
            <p:cNvSpPr/>
            <p:nvPr/>
          </p:nvSpPr>
          <p:spPr>
            <a:xfrm rot="-8100000" flipH="1">
              <a:off x="62928" y="1755044"/>
              <a:ext cx="997429" cy="1132847"/>
            </a:xfrm>
            <a:custGeom>
              <a:avLst/>
              <a:gdLst/>
              <a:ahLst/>
              <a:cxnLst/>
              <a:rect l="l" t="t" r="r" b="b"/>
              <a:pathLst>
                <a:path w="17449" h="19818" extrusionOk="0">
                  <a:moveTo>
                    <a:pt x="16635" y="0"/>
                  </a:moveTo>
                  <a:cubicBezTo>
                    <a:pt x="16443" y="0"/>
                    <a:pt x="16251" y="74"/>
                    <a:pt x="16118" y="222"/>
                  </a:cubicBezTo>
                  <a:cubicBezTo>
                    <a:pt x="16014" y="311"/>
                    <a:pt x="15955" y="429"/>
                    <a:pt x="15925" y="548"/>
                  </a:cubicBezTo>
                  <a:lnTo>
                    <a:pt x="14003" y="548"/>
                  </a:lnTo>
                  <a:lnTo>
                    <a:pt x="8799" y="5767"/>
                  </a:lnTo>
                  <a:lnTo>
                    <a:pt x="8799" y="10972"/>
                  </a:lnTo>
                  <a:lnTo>
                    <a:pt x="1258" y="18513"/>
                  </a:lnTo>
                  <a:cubicBezTo>
                    <a:pt x="1125" y="18401"/>
                    <a:pt x="960" y="18346"/>
                    <a:pt x="795" y="18346"/>
                  </a:cubicBezTo>
                  <a:cubicBezTo>
                    <a:pt x="609" y="18346"/>
                    <a:pt x="423" y="18416"/>
                    <a:pt x="282" y="18557"/>
                  </a:cubicBezTo>
                  <a:cubicBezTo>
                    <a:pt x="1" y="18853"/>
                    <a:pt x="1" y="19311"/>
                    <a:pt x="282" y="19607"/>
                  </a:cubicBezTo>
                  <a:cubicBezTo>
                    <a:pt x="430" y="19747"/>
                    <a:pt x="618" y="19818"/>
                    <a:pt x="807" y="19818"/>
                  </a:cubicBezTo>
                  <a:cubicBezTo>
                    <a:pt x="995" y="19818"/>
                    <a:pt x="1184" y="19747"/>
                    <a:pt x="1331" y="19607"/>
                  </a:cubicBezTo>
                  <a:cubicBezTo>
                    <a:pt x="1583" y="19356"/>
                    <a:pt x="1612" y="18956"/>
                    <a:pt x="1420" y="18661"/>
                  </a:cubicBezTo>
                  <a:lnTo>
                    <a:pt x="9020" y="11061"/>
                  </a:lnTo>
                  <a:lnTo>
                    <a:pt x="9020" y="5856"/>
                  </a:lnTo>
                  <a:lnTo>
                    <a:pt x="14092" y="769"/>
                  </a:lnTo>
                  <a:lnTo>
                    <a:pt x="15896" y="769"/>
                  </a:lnTo>
                  <a:cubicBezTo>
                    <a:pt x="15911" y="947"/>
                    <a:pt x="15970" y="1124"/>
                    <a:pt x="16118" y="1257"/>
                  </a:cubicBezTo>
                  <a:cubicBezTo>
                    <a:pt x="16258" y="1405"/>
                    <a:pt x="16447" y="1479"/>
                    <a:pt x="16635" y="1479"/>
                  </a:cubicBezTo>
                  <a:cubicBezTo>
                    <a:pt x="16824" y="1479"/>
                    <a:pt x="17012" y="1405"/>
                    <a:pt x="17153" y="1257"/>
                  </a:cubicBezTo>
                  <a:cubicBezTo>
                    <a:pt x="17448" y="976"/>
                    <a:pt x="17448" y="503"/>
                    <a:pt x="17153" y="222"/>
                  </a:cubicBezTo>
                  <a:cubicBezTo>
                    <a:pt x="17005" y="74"/>
                    <a:pt x="16827" y="0"/>
                    <a:pt x="1663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4"/>
            <p:cNvSpPr/>
            <p:nvPr/>
          </p:nvSpPr>
          <p:spPr>
            <a:xfrm rot="-8100000" flipH="1">
              <a:off x="-667764" y="1853946"/>
              <a:ext cx="1704014" cy="1955244"/>
            </a:xfrm>
            <a:custGeom>
              <a:avLst/>
              <a:gdLst/>
              <a:ahLst/>
              <a:cxnLst/>
              <a:rect l="l" t="t" r="r" b="b"/>
              <a:pathLst>
                <a:path w="29810" h="34205" extrusionOk="0">
                  <a:moveTo>
                    <a:pt x="29070" y="0"/>
                  </a:moveTo>
                  <a:cubicBezTo>
                    <a:pt x="28878" y="0"/>
                    <a:pt x="28700" y="74"/>
                    <a:pt x="28567" y="192"/>
                  </a:cubicBezTo>
                  <a:cubicBezTo>
                    <a:pt x="28419" y="325"/>
                    <a:pt x="28331" y="518"/>
                    <a:pt x="28331" y="710"/>
                  </a:cubicBezTo>
                  <a:cubicBezTo>
                    <a:pt x="28316" y="873"/>
                    <a:pt x="28375" y="1035"/>
                    <a:pt x="28479" y="1168"/>
                  </a:cubicBezTo>
                  <a:lnTo>
                    <a:pt x="26364" y="3283"/>
                  </a:lnTo>
                  <a:lnTo>
                    <a:pt x="26364" y="3327"/>
                  </a:lnTo>
                  <a:lnTo>
                    <a:pt x="26364" y="11031"/>
                  </a:lnTo>
                  <a:lnTo>
                    <a:pt x="23939" y="13456"/>
                  </a:lnTo>
                  <a:lnTo>
                    <a:pt x="18616" y="13456"/>
                  </a:lnTo>
                  <a:lnTo>
                    <a:pt x="13796" y="18261"/>
                  </a:lnTo>
                  <a:lnTo>
                    <a:pt x="10853" y="21144"/>
                  </a:lnTo>
                  <a:lnTo>
                    <a:pt x="8074" y="21144"/>
                  </a:lnTo>
                  <a:lnTo>
                    <a:pt x="5146" y="24057"/>
                  </a:lnTo>
                  <a:lnTo>
                    <a:pt x="5146" y="28892"/>
                  </a:lnTo>
                  <a:lnTo>
                    <a:pt x="1198" y="32840"/>
                  </a:lnTo>
                  <a:cubicBezTo>
                    <a:pt x="1079" y="32765"/>
                    <a:pt x="942" y="32727"/>
                    <a:pt x="805" y="32727"/>
                  </a:cubicBezTo>
                  <a:cubicBezTo>
                    <a:pt x="616" y="32727"/>
                    <a:pt x="427" y="32799"/>
                    <a:pt x="281" y="32944"/>
                  </a:cubicBezTo>
                  <a:cubicBezTo>
                    <a:pt x="0" y="33240"/>
                    <a:pt x="0" y="33698"/>
                    <a:pt x="281" y="33994"/>
                  </a:cubicBezTo>
                  <a:cubicBezTo>
                    <a:pt x="429" y="34134"/>
                    <a:pt x="618" y="34204"/>
                    <a:pt x="806" y="34204"/>
                  </a:cubicBezTo>
                  <a:cubicBezTo>
                    <a:pt x="995" y="34204"/>
                    <a:pt x="1183" y="34134"/>
                    <a:pt x="1331" y="33994"/>
                  </a:cubicBezTo>
                  <a:cubicBezTo>
                    <a:pt x="1597" y="33713"/>
                    <a:pt x="1612" y="33284"/>
                    <a:pt x="1361" y="32988"/>
                  </a:cubicBezTo>
                  <a:lnTo>
                    <a:pt x="5368" y="28996"/>
                  </a:lnTo>
                  <a:lnTo>
                    <a:pt x="5368" y="24146"/>
                  </a:lnTo>
                  <a:lnTo>
                    <a:pt x="8162" y="21366"/>
                  </a:lnTo>
                  <a:lnTo>
                    <a:pt x="10942" y="21366"/>
                  </a:lnTo>
                  <a:lnTo>
                    <a:pt x="10987" y="21337"/>
                  </a:lnTo>
                  <a:lnTo>
                    <a:pt x="13959" y="18424"/>
                  </a:lnTo>
                  <a:lnTo>
                    <a:pt x="18705" y="13677"/>
                  </a:lnTo>
                  <a:lnTo>
                    <a:pt x="24028" y="13677"/>
                  </a:lnTo>
                  <a:lnTo>
                    <a:pt x="26586" y="11134"/>
                  </a:lnTo>
                  <a:lnTo>
                    <a:pt x="26586" y="11075"/>
                  </a:lnTo>
                  <a:lnTo>
                    <a:pt x="26586" y="3371"/>
                  </a:lnTo>
                  <a:lnTo>
                    <a:pt x="28626" y="1331"/>
                  </a:lnTo>
                  <a:cubicBezTo>
                    <a:pt x="28745" y="1420"/>
                    <a:pt x="28893" y="1464"/>
                    <a:pt x="29040" y="1479"/>
                  </a:cubicBezTo>
                  <a:cubicBezTo>
                    <a:pt x="29233" y="1479"/>
                    <a:pt x="29425" y="1420"/>
                    <a:pt x="29573" y="1287"/>
                  </a:cubicBezTo>
                  <a:cubicBezTo>
                    <a:pt x="29706" y="1139"/>
                    <a:pt x="29795" y="961"/>
                    <a:pt x="29809" y="769"/>
                  </a:cubicBezTo>
                  <a:cubicBezTo>
                    <a:pt x="29809" y="562"/>
                    <a:pt x="29735" y="385"/>
                    <a:pt x="29602" y="237"/>
                  </a:cubicBezTo>
                  <a:cubicBezTo>
                    <a:pt x="29602" y="222"/>
                    <a:pt x="29588" y="222"/>
                    <a:pt x="29588" y="207"/>
                  </a:cubicBezTo>
                  <a:cubicBezTo>
                    <a:pt x="29454" y="89"/>
                    <a:pt x="29277" y="0"/>
                    <a:pt x="2910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9" name="Google Shape;329;p24"/>
          <p:cNvSpPr/>
          <p:nvPr/>
        </p:nvSpPr>
        <p:spPr>
          <a:xfrm rot="10800000" flipH="1">
            <a:off x="3669900" y="-656675"/>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4"/>
          <p:cNvSpPr/>
          <p:nvPr/>
        </p:nvSpPr>
        <p:spPr>
          <a:xfrm rot="10800000" flipH="1">
            <a:off x="8082450" y="4608500"/>
            <a:ext cx="1804200" cy="1804200"/>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700"/>
              <a:buFont typeface="Alata"/>
              <a:buNone/>
              <a:defRPr sz="2700" b="1">
                <a:solidFill>
                  <a:schemeClr val="dk1"/>
                </a:solidFill>
                <a:latin typeface="Alata"/>
                <a:ea typeface="Alata"/>
                <a:cs typeface="Alata"/>
                <a:sym typeface="Alata"/>
              </a:defRPr>
            </a:lvl1pPr>
            <a:lvl2pPr lvl="1"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2pPr>
            <a:lvl3pPr lvl="2"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3pPr>
            <a:lvl4pPr lvl="3"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4pPr>
            <a:lvl5pPr lvl="4"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5pPr>
            <a:lvl6pPr lvl="5"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6pPr>
            <a:lvl7pPr lvl="6"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7pPr>
            <a:lvl8pPr lvl="7"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8pPr>
            <a:lvl9pPr lvl="8" rtl="0">
              <a:spcBef>
                <a:spcPts val="0"/>
              </a:spcBef>
              <a:spcAft>
                <a:spcPts val="0"/>
              </a:spcAft>
              <a:buClr>
                <a:schemeClr val="dk1"/>
              </a:buClr>
              <a:buSzPts val="3000"/>
              <a:buFont typeface="Alata"/>
              <a:buNone/>
              <a:defRPr sz="3000" b="1">
                <a:solidFill>
                  <a:schemeClr val="dk1"/>
                </a:solidFill>
                <a:latin typeface="Alata"/>
                <a:ea typeface="Alata"/>
                <a:cs typeface="Alata"/>
                <a:sym typeface="Alata"/>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5" r:id="rId5"/>
    <p:sldLayoutId id="2147483656" r:id="rId6"/>
    <p:sldLayoutId id="2147483657" r:id="rId7"/>
    <p:sldLayoutId id="2147483658" r:id="rId8"/>
    <p:sldLayoutId id="2147483660" r:id="rId9"/>
    <p:sldLayoutId id="2147483663" r:id="rId10"/>
    <p:sldLayoutId id="2147483666" r:id="rId11"/>
    <p:sldLayoutId id="2147483669" r:id="rId12"/>
    <p:sldLayoutId id="214748367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100000">
              <a:schemeClr val="lt1"/>
            </a:gs>
          </a:gsLst>
          <a:path path="circle">
            <a:fillToRect l="50000" t="50000" r="50000" b="50000"/>
          </a:path>
          <a:tileRect/>
        </a:gradFill>
        <a:effectLst/>
      </p:bgPr>
    </p:bg>
    <p:spTree>
      <p:nvGrpSpPr>
        <p:cNvPr id="1" name="Shape 340"/>
        <p:cNvGrpSpPr/>
        <p:nvPr/>
      </p:nvGrpSpPr>
      <p:grpSpPr>
        <a:xfrm>
          <a:off x="0" y="0"/>
          <a:ext cx="0" cy="0"/>
          <a:chOff x="0" y="0"/>
          <a:chExt cx="0" cy="0"/>
        </a:xfrm>
      </p:grpSpPr>
      <p:sp>
        <p:nvSpPr>
          <p:cNvPr id="341" name="Google Shape;341;p28"/>
          <p:cNvSpPr txBox="1">
            <a:spLocks noGrp="1"/>
          </p:cNvSpPr>
          <p:nvPr>
            <p:ph type="ctrTitle"/>
          </p:nvPr>
        </p:nvSpPr>
        <p:spPr>
          <a:xfrm>
            <a:off x="1730850" y="1244775"/>
            <a:ext cx="5682300" cy="184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Towards a Smart City with Smart Traffic Lights</a:t>
            </a:r>
            <a:endParaRPr dirty="0"/>
          </a:p>
        </p:txBody>
      </p:sp>
      <p:sp>
        <p:nvSpPr>
          <p:cNvPr id="342" name="Google Shape;342;p28"/>
          <p:cNvSpPr txBox="1">
            <a:spLocks noGrp="1"/>
          </p:cNvSpPr>
          <p:nvPr>
            <p:ph type="subTitle" idx="1"/>
          </p:nvPr>
        </p:nvSpPr>
        <p:spPr>
          <a:xfrm>
            <a:off x="1730850" y="3489225"/>
            <a:ext cx="5682300" cy="40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By: Selina Dersarkissian</a:t>
            </a:r>
            <a:endParaRPr dirty="0"/>
          </a:p>
        </p:txBody>
      </p:sp>
      <p:grpSp>
        <p:nvGrpSpPr>
          <p:cNvPr id="343" name="Google Shape;343;p28"/>
          <p:cNvGrpSpPr/>
          <p:nvPr/>
        </p:nvGrpSpPr>
        <p:grpSpPr>
          <a:xfrm>
            <a:off x="-850768" y="2787188"/>
            <a:ext cx="2943176" cy="2942600"/>
            <a:chOff x="-564150" y="3589452"/>
            <a:chExt cx="2169844" cy="2038094"/>
          </a:xfrm>
        </p:grpSpPr>
        <p:sp>
          <p:nvSpPr>
            <p:cNvPr id="344" name="Google Shape;344;p28"/>
            <p:cNvSpPr/>
            <p:nvPr/>
          </p:nvSpPr>
          <p:spPr>
            <a:xfrm>
              <a:off x="-434046" y="3735967"/>
              <a:ext cx="1405680" cy="1112073"/>
            </a:xfrm>
            <a:custGeom>
              <a:avLst/>
              <a:gdLst/>
              <a:ahLst/>
              <a:cxnLst/>
              <a:rect l="l" t="t" r="r" b="b"/>
              <a:pathLst>
                <a:path w="36745" h="29070" extrusionOk="0">
                  <a:moveTo>
                    <a:pt x="35414" y="207"/>
                  </a:moveTo>
                  <a:cubicBezTo>
                    <a:pt x="35148" y="488"/>
                    <a:pt x="35133" y="917"/>
                    <a:pt x="35384" y="1213"/>
                  </a:cubicBezTo>
                  <a:lnTo>
                    <a:pt x="35384" y="1213"/>
                  </a:lnTo>
                  <a:lnTo>
                    <a:pt x="28937" y="7645"/>
                  </a:lnTo>
                  <a:lnTo>
                    <a:pt x="23540" y="7645"/>
                  </a:lnTo>
                  <a:lnTo>
                    <a:pt x="15630" y="15555"/>
                  </a:lnTo>
                  <a:lnTo>
                    <a:pt x="15630" y="21174"/>
                  </a:lnTo>
                  <a:lnTo>
                    <a:pt x="10750" y="26054"/>
                  </a:lnTo>
                  <a:lnTo>
                    <a:pt x="2869" y="26054"/>
                  </a:lnTo>
                  <a:lnTo>
                    <a:pt x="2825" y="26054"/>
                  </a:lnTo>
                  <a:lnTo>
                    <a:pt x="1169" y="27710"/>
                  </a:lnTo>
                  <a:cubicBezTo>
                    <a:pt x="1051" y="27621"/>
                    <a:pt x="888" y="27577"/>
                    <a:pt x="725" y="27577"/>
                  </a:cubicBezTo>
                  <a:lnTo>
                    <a:pt x="725" y="27577"/>
                  </a:lnTo>
                  <a:cubicBezTo>
                    <a:pt x="326" y="27606"/>
                    <a:pt x="1" y="27946"/>
                    <a:pt x="16" y="28345"/>
                  </a:cubicBezTo>
                  <a:lnTo>
                    <a:pt x="16" y="28345"/>
                  </a:lnTo>
                  <a:cubicBezTo>
                    <a:pt x="30" y="28538"/>
                    <a:pt x="104" y="28715"/>
                    <a:pt x="237" y="28848"/>
                  </a:cubicBezTo>
                  <a:lnTo>
                    <a:pt x="237" y="28848"/>
                  </a:lnTo>
                  <a:cubicBezTo>
                    <a:pt x="370" y="28981"/>
                    <a:pt x="577" y="29070"/>
                    <a:pt x="784" y="29055"/>
                  </a:cubicBezTo>
                  <a:lnTo>
                    <a:pt x="784" y="29055"/>
                  </a:lnTo>
                  <a:lnTo>
                    <a:pt x="784" y="29055"/>
                  </a:lnTo>
                  <a:cubicBezTo>
                    <a:pt x="1198" y="29040"/>
                    <a:pt x="1509" y="28700"/>
                    <a:pt x="1494" y="28286"/>
                  </a:cubicBezTo>
                  <a:lnTo>
                    <a:pt x="1494" y="28286"/>
                  </a:lnTo>
                  <a:cubicBezTo>
                    <a:pt x="1494" y="28124"/>
                    <a:pt x="1435" y="27976"/>
                    <a:pt x="1331" y="27857"/>
                  </a:cubicBezTo>
                  <a:lnTo>
                    <a:pt x="1331" y="27857"/>
                  </a:lnTo>
                  <a:lnTo>
                    <a:pt x="2914" y="26275"/>
                  </a:lnTo>
                  <a:lnTo>
                    <a:pt x="10795" y="26275"/>
                  </a:lnTo>
                  <a:lnTo>
                    <a:pt x="10839" y="26275"/>
                  </a:lnTo>
                  <a:lnTo>
                    <a:pt x="15852" y="21263"/>
                  </a:lnTo>
                  <a:lnTo>
                    <a:pt x="15852" y="15644"/>
                  </a:lnTo>
                  <a:lnTo>
                    <a:pt x="23629" y="7866"/>
                  </a:lnTo>
                  <a:lnTo>
                    <a:pt x="29026" y="7866"/>
                  </a:lnTo>
                  <a:lnTo>
                    <a:pt x="35547" y="1361"/>
                  </a:lnTo>
                  <a:cubicBezTo>
                    <a:pt x="35828" y="1538"/>
                    <a:pt x="36212" y="1508"/>
                    <a:pt x="36463" y="1257"/>
                  </a:cubicBezTo>
                  <a:lnTo>
                    <a:pt x="36463" y="1257"/>
                  </a:lnTo>
                  <a:cubicBezTo>
                    <a:pt x="36744" y="961"/>
                    <a:pt x="36744" y="503"/>
                    <a:pt x="36463" y="207"/>
                  </a:cubicBezTo>
                  <a:lnTo>
                    <a:pt x="36463" y="207"/>
                  </a:lnTo>
                  <a:cubicBezTo>
                    <a:pt x="36316" y="59"/>
                    <a:pt x="36123" y="0"/>
                    <a:pt x="35931" y="0"/>
                  </a:cubicBezTo>
                  <a:lnTo>
                    <a:pt x="35931" y="0"/>
                  </a:lnTo>
                  <a:cubicBezTo>
                    <a:pt x="35754" y="0"/>
                    <a:pt x="35562" y="59"/>
                    <a:pt x="35414" y="207"/>
                  </a:cubicBezTo>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232271" y="4016526"/>
              <a:ext cx="867738" cy="1270602"/>
            </a:xfrm>
            <a:custGeom>
              <a:avLst/>
              <a:gdLst/>
              <a:ahLst/>
              <a:cxnLst/>
              <a:rect l="l" t="t" r="r" b="b"/>
              <a:pathLst>
                <a:path w="22683" h="33214" extrusionOk="0">
                  <a:moveTo>
                    <a:pt x="21870" y="0"/>
                  </a:moveTo>
                  <a:cubicBezTo>
                    <a:pt x="21677" y="0"/>
                    <a:pt x="21485" y="74"/>
                    <a:pt x="21352" y="207"/>
                  </a:cubicBezTo>
                  <a:cubicBezTo>
                    <a:pt x="21056" y="503"/>
                    <a:pt x="21056" y="976"/>
                    <a:pt x="21352" y="1257"/>
                  </a:cubicBezTo>
                  <a:cubicBezTo>
                    <a:pt x="21470" y="1390"/>
                    <a:pt x="21648" y="1464"/>
                    <a:pt x="21811" y="1464"/>
                  </a:cubicBezTo>
                  <a:lnTo>
                    <a:pt x="21811" y="5841"/>
                  </a:lnTo>
                  <a:lnTo>
                    <a:pt x="14225" y="13426"/>
                  </a:lnTo>
                  <a:lnTo>
                    <a:pt x="8976" y="13426"/>
                  </a:lnTo>
                  <a:lnTo>
                    <a:pt x="3653" y="18749"/>
                  </a:lnTo>
                  <a:lnTo>
                    <a:pt x="3653" y="29469"/>
                  </a:lnTo>
                  <a:lnTo>
                    <a:pt x="1243" y="31879"/>
                  </a:lnTo>
                  <a:cubicBezTo>
                    <a:pt x="1118" y="31787"/>
                    <a:pt x="967" y="31742"/>
                    <a:pt x="816" y="31742"/>
                  </a:cubicBezTo>
                  <a:cubicBezTo>
                    <a:pt x="627" y="31742"/>
                    <a:pt x="436" y="31813"/>
                    <a:pt x="297" y="31953"/>
                  </a:cubicBezTo>
                  <a:cubicBezTo>
                    <a:pt x="1" y="32249"/>
                    <a:pt x="1" y="32707"/>
                    <a:pt x="297" y="33003"/>
                  </a:cubicBezTo>
                  <a:cubicBezTo>
                    <a:pt x="437" y="33143"/>
                    <a:pt x="626" y="33214"/>
                    <a:pt x="814" y="33214"/>
                  </a:cubicBezTo>
                  <a:cubicBezTo>
                    <a:pt x="1003" y="33214"/>
                    <a:pt x="1191" y="33143"/>
                    <a:pt x="1332" y="33003"/>
                  </a:cubicBezTo>
                  <a:cubicBezTo>
                    <a:pt x="1598" y="32737"/>
                    <a:pt x="1627" y="32323"/>
                    <a:pt x="1406" y="32027"/>
                  </a:cubicBezTo>
                  <a:lnTo>
                    <a:pt x="3875" y="29558"/>
                  </a:lnTo>
                  <a:lnTo>
                    <a:pt x="3875" y="18838"/>
                  </a:lnTo>
                  <a:lnTo>
                    <a:pt x="9065" y="13648"/>
                  </a:lnTo>
                  <a:lnTo>
                    <a:pt x="14314" y="13648"/>
                  </a:lnTo>
                  <a:lnTo>
                    <a:pt x="22032" y="5929"/>
                  </a:lnTo>
                  <a:lnTo>
                    <a:pt x="22032" y="1449"/>
                  </a:lnTo>
                  <a:cubicBezTo>
                    <a:pt x="22165" y="1420"/>
                    <a:pt x="22284" y="1361"/>
                    <a:pt x="22387" y="1257"/>
                  </a:cubicBezTo>
                  <a:cubicBezTo>
                    <a:pt x="22683" y="976"/>
                    <a:pt x="22683" y="503"/>
                    <a:pt x="22387" y="207"/>
                  </a:cubicBezTo>
                  <a:cubicBezTo>
                    <a:pt x="22239" y="74"/>
                    <a:pt x="22062" y="0"/>
                    <a:pt x="2187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a:off x="-361631" y="4510315"/>
              <a:ext cx="674856" cy="657374"/>
            </a:xfrm>
            <a:custGeom>
              <a:avLst/>
              <a:gdLst/>
              <a:ahLst/>
              <a:cxnLst/>
              <a:rect l="l" t="t" r="r" b="b"/>
              <a:pathLst>
                <a:path w="17641" h="17184" extrusionOk="0">
                  <a:moveTo>
                    <a:pt x="16857" y="1"/>
                  </a:moveTo>
                  <a:cubicBezTo>
                    <a:pt x="16664" y="15"/>
                    <a:pt x="16487" y="104"/>
                    <a:pt x="16354" y="237"/>
                  </a:cubicBezTo>
                  <a:cubicBezTo>
                    <a:pt x="16221" y="385"/>
                    <a:pt x="16147" y="577"/>
                    <a:pt x="16147" y="769"/>
                  </a:cubicBezTo>
                  <a:cubicBezTo>
                    <a:pt x="16162" y="962"/>
                    <a:pt x="16236" y="1139"/>
                    <a:pt x="16369" y="1272"/>
                  </a:cubicBezTo>
                  <a:cubicBezTo>
                    <a:pt x="16369" y="1272"/>
                    <a:pt x="16383" y="1287"/>
                    <a:pt x="16383" y="1287"/>
                  </a:cubicBezTo>
                  <a:cubicBezTo>
                    <a:pt x="16502" y="1390"/>
                    <a:pt x="16650" y="1464"/>
                    <a:pt x="16812" y="1479"/>
                  </a:cubicBezTo>
                  <a:lnTo>
                    <a:pt x="16812" y="5826"/>
                  </a:lnTo>
                  <a:lnTo>
                    <a:pt x="9064" y="13574"/>
                  </a:lnTo>
                  <a:lnTo>
                    <a:pt x="3416" y="13574"/>
                  </a:lnTo>
                  <a:lnTo>
                    <a:pt x="1154" y="15837"/>
                  </a:lnTo>
                  <a:cubicBezTo>
                    <a:pt x="1050" y="15759"/>
                    <a:pt x="925" y="15715"/>
                    <a:pt x="786" y="15715"/>
                  </a:cubicBezTo>
                  <a:cubicBezTo>
                    <a:pt x="766" y="15715"/>
                    <a:pt x="746" y="15716"/>
                    <a:pt x="725" y="15718"/>
                  </a:cubicBezTo>
                  <a:cubicBezTo>
                    <a:pt x="311" y="15733"/>
                    <a:pt x="0" y="16073"/>
                    <a:pt x="15" y="16472"/>
                  </a:cubicBezTo>
                  <a:cubicBezTo>
                    <a:pt x="15" y="16665"/>
                    <a:pt x="104" y="16842"/>
                    <a:pt x="222" y="16975"/>
                  </a:cubicBezTo>
                  <a:cubicBezTo>
                    <a:pt x="359" y="17098"/>
                    <a:pt x="534" y="17184"/>
                    <a:pt x="736" y="17184"/>
                  </a:cubicBezTo>
                  <a:cubicBezTo>
                    <a:pt x="752" y="17184"/>
                    <a:pt x="768" y="17183"/>
                    <a:pt x="784" y="17182"/>
                  </a:cubicBezTo>
                  <a:cubicBezTo>
                    <a:pt x="1183" y="17167"/>
                    <a:pt x="1509" y="16827"/>
                    <a:pt x="1494" y="16428"/>
                  </a:cubicBezTo>
                  <a:cubicBezTo>
                    <a:pt x="1479" y="16251"/>
                    <a:pt x="1420" y="16103"/>
                    <a:pt x="1316" y="15984"/>
                  </a:cubicBezTo>
                  <a:lnTo>
                    <a:pt x="3505" y="13796"/>
                  </a:lnTo>
                  <a:lnTo>
                    <a:pt x="9153" y="13796"/>
                  </a:lnTo>
                  <a:lnTo>
                    <a:pt x="17034" y="5915"/>
                  </a:lnTo>
                  <a:lnTo>
                    <a:pt x="17034" y="1464"/>
                  </a:lnTo>
                  <a:cubicBezTo>
                    <a:pt x="17182" y="1435"/>
                    <a:pt x="17330" y="1361"/>
                    <a:pt x="17433" y="1243"/>
                  </a:cubicBezTo>
                  <a:cubicBezTo>
                    <a:pt x="17566" y="1095"/>
                    <a:pt x="17640" y="917"/>
                    <a:pt x="17626" y="710"/>
                  </a:cubicBezTo>
                  <a:cubicBezTo>
                    <a:pt x="17626" y="518"/>
                    <a:pt x="17537" y="341"/>
                    <a:pt x="17389" y="208"/>
                  </a:cubicBezTo>
                  <a:cubicBezTo>
                    <a:pt x="17256" y="74"/>
                    <a:pt x="17078" y="1"/>
                    <a:pt x="168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a:off x="248108" y="3801573"/>
              <a:ext cx="763685" cy="661850"/>
            </a:xfrm>
            <a:custGeom>
              <a:avLst/>
              <a:gdLst/>
              <a:ahLst/>
              <a:cxnLst/>
              <a:rect l="l" t="t" r="r" b="b"/>
              <a:pathLst>
                <a:path w="19963" h="17301" extrusionOk="0">
                  <a:moveTo>
                    <a:pt x="19149" y="0"/>
                  </a:moveTo>
                  <a:cubicBezTo>
                    <a:pt x="18972" y="0"/>
                    <a:pt x="18779" y="60"/>
                    <a:pt x="18631" y="207"/>
                  </a:cubicBezTo>
                  <a:cubicBezTo>
                    <a:pt x="18365" y="474"/>
                    <a:pt x="18351" y="902"/>
                    <a:pt x="18572" y="1183"/>
                  </a:cubicBezTo>
                  <a:lnTo>
                    <a:pt x="11046" y="8724"/>
                  </a:lnTo>
                  <a:lnTo>
                    <a:pt x="5841" y="8724"/>
                  </a:lnTo>
                  <a:lnTo>
                    <a:pt x="622" y="13929"/>
                  </a:lnTo>
                  <a:lnTo>
                    <a:pt x="622" y="15851"/>
                  </a:lnTo>
                  <a:cubicBezTo>
                    <a:pt x="504" y="15881"/>
                    <a:pt x="385" y="15940"/>
                    <a:pt x="297" y="16043"/>
                  </a:cubicBezTo>
                  <a:cubicBezTo>
                    <a:pt x="1" y="16324"/>
                    <a:pt x="1" y="16798"/>
                    <a:pt x="297" y="17078"/>
                  </a:cubicBezTo>
                  <a:cubicBezTo>
                    <a:pt x="437" y="17226"/>
                    <a:pt x="626" y="17300"/>
                    <a:pt x="814" y="17300"/>
                  </a:cubicBezTo>
                  <a:cubicBezTo>
                    <a:pt x="1003" y="17300"/>
                    <a:pt x="1191" y="17226"/>
                    <a:pt x="1332" y="17078"/>
                  </a:cubicBezTo>
                  <a:cubicBezTo>
                    <a:pt x="1627" y="16798"/>
                    <a:pt x="1627" y="16324"/>
                    <a:pt x="1332" y="16043"/>
                  </a:cubicBezTo>
                  <a:cubicBezTo>
                    <a:pt x="1199" y="15896"/>
                    <a:pt x="1021" y="15836"/>
                    <a:pt x="844" y="15822"/>
                  </a:cubicBezTo>
                  <a:lnTo>
                    <a:pt x="844" y="14033"/>
                  </a:lnTo>
                  <a:lnTo>
                    <a:pt x="5930" y="8946"/>
                  </a:lnTo>
                  <a:lnTo>
                    <a:pt x="11135" y="8946"/>
                  </a:lnTo>
                  <a:lnTo>
                    <a:pt x="18735" y="1346"/>
                  </a:lnTo>
                  <a:cubicBezTo>
                    <a:pt x="18863" y="1429"/>
                    <a:pt x="19008" y="1471"/>
                    <a:pt x="19153" y="1471"/>
                  </a:cubicBezTo>
                  <a:cubicBezTo>
                    <a:pt x="19342" y="1471"/>
                    <a:pt x="19530" y="1400"/>
                    <a:pt x="19681" y="1257"/>
                  </a:cubicBezTo>
                  <a:cubicBezTo>
                    <a:pt x="19962" y="962"/>
                    <a:pt x="19962" y="503"/>
                    <a:pt x="19681" y="207"/>
                  </a:cubicBezTo>
                  <a:cubicBezTo>
                    <a:pt x="19533" y="60"/>
                    <a:pt x="19341" y="0"/>
                    <a:pt x="1914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277356" y="5105939"/>
              <a:ext cx="470651" cy="221841"/>
            </a:xfrm>
            <a:custGeom>
              <a:avLst/>
              <a:gdLst/>
              <a:ahLst/>
              <a:cxnLst/>
              <a:rect l="l" t="t" r="r" b="b"/>
              <a:pathLst>
                <a:path w="12303" h="5799" extrusionOk="0">
                  <a:moveTo>
                    <a:pt x="11519" y="0"/>
                  </a:moveTo>
                  <a:cubicBezTo>
                    <a:pt x="11164" y="15"/>
                    <a:pt x="10883" y="267"/>
                    <a:pt x="10824" y="607"/>
                  </a:cubicBezTo>
                  <a:lnTo>
                    <a:pt x="4939" y="607"/>
                  </a:lnTo>
                  <a:lnTo>
                    <a:pt x="1124" y="4421"/>
                  </a:lnTo>
                  <a:cubicBezTo>
                    <a:pt x="1006" y="4362"/>
                    <a:pt x="873" y="4318"/>
                    <a:pt x="725" y="4318"/>
                  </a:cubicBezTo>
                  <a:cubicBezTo>
                    <a:pt x="326" y="4333"/>
                    <a:pt x="1" y="4688"/>
                    <a:pt x="15" y="5087"/>
                  </a:cubicBezTo>
                  <a:cubicBezTo>
                    <a:pt x="30" y="5279"/>
                    <a:pt x="104" y="5457"/>
                    <a:pt x="237" y="5590"/>
                  </a:cubicBezTo>
                  <a:cubicBezTo>
                    <a:pt x="237" y="5590"/>
                    <a:pt x="252" y="5604"/>
                    <a:pt x="252" y="5604"/>
                  </a:cubicBezTo>
                  <a:cubicBezTo>
                    <a:pt x="387" y="5726"/>
                    <a:pt x="560" y="5798"/>
                    <a:pt x="735" y="5798"/>
                  </a:cubicBezTo>
                  <a:cubicBezTo>
                    <a:pt x="752" y="5798"/>
                    <a:pt x="768" y="5798"/>
                    <a:pt x="784" y="5797"/>
                  </a:cubicBezTo>
                  <a:cubicBezTo>
                    <a:pt x="1198" y="5782"/>
                    <a:pt x="1509" y="5442"/>
                    <a:pt x="1494" y="5028"/>
                  </a:cubicBezTo>
                  <a:cubicBezTo>
                    <a:pt x="1494" y="4850"/>
                    <a:pt x="1405" y="4688"/>
                    <a:pt x="1302" y="4569"/>
                  </a:cubicBezTo>
                  <a:lnTo>
                    <a:pt x="5028" y="828"/>
                  </a:lnTo>
                  <a:lnTo>
                    <a:pt x="10824" y="828"/>
                  </a:lnTo>
                  <a:cubicBezTo>
                    <a:pt x="10839" y="991"/>
                    <a:pt x="10913" y="1139"/>
                    <a:pt x="11031" y="1257"/>
                  </a:cubicBezTo>
                  <a:cubicBezTo>
                    <a:pt x="11154" y="1381"/>
                    <a:pt x="11341" y="1466"/>
                    <a:pt x="11533" y="1466"/>
                  </a:cubicBezTo>
                  <a:cubicBezTo>
                    <a:pt x="11548" y="1466"/>
                    <a:pt x="11563" y="1465"/>
                    <a:pt x="11578" y="1464"/>
                  </a:cubicBezTo>
                  <a:cubicBezTo>
                    <a:pt x="11977" y="1449"/>
                    <a:pt x="12303" y="1109"/>
                    <a:pt x="12288" y="710"/>
                  </a:cubicBezTo>
                  <a:cubicBezTo>
                    <a:pt x="12273" y="311"/>
                    <a:pt x="11948" y="0"/>
                    <a:pt x="1154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8"/>
            <p:cNvSpPr/>
            <p:nvPr/>
          </p:nvSpPr>
          <p:spPr>
            <a:xfrm>
              <a:off x="-301686" y="4910228"/>
              <a:ext cx="597926" cy="532357"/>
            </a:xfrm>
            <a:custGeom>
              <a:avLst/>
              <a:gdLst/>
              <a:ahLst/>
              <a:cxnLst/>
              <a:rect l="l" t="t" r="r" b="b"/>
              <a:pathLst>
                <a:path w="15630" h="13916" extrusionOk="0">
                  <a:moveTo>
                    <a:pt x="14831" y="0"/>
                  </a:moveTo>
                  <a:cubicBezTo>
                    <a:pt x="14639" y="0"/>
                    <a:pt x="14447" y="60"/>
                    <a:pt x="14299" y="207"/>
                  </a:cubicBezTo>
                  <a:cubicBezTo>
                    <a:pt x="14018" y="503"/>
                    <a:pt x="14018" y="961"/>
                    <a:pt x="14299" y="1257"/>
                  </a:cubicBezTo>
                  <a:cubicBezTo>
                    <a:pt x="14432" y="1376"/>
                    <a:pt x="14580" y="1449"/>
                    <a:pt x="14743" y="1464"/>
                  </a:cubicBezTo>
                  <a:lnTo>
                    <a:pt x="14743" y="5974"/>
                  </a:lnTo>
                  <a:lnTo>
                    <a:pt x="12303" y="8429"/>
                  </a:lnTo>
                  <a:lnTo>
                    <a:pt x="5383" y="8429"/>
                  </a:lnTo>
                  <a:lnTo>
                    <a:pt x="1198" y="12598"/>
                  </a:lnTo>
                  <a:cubicBezTo>
                    <a:pt x="1065" y="12495"/>
                    <a:pt x="903" y="12436"/>
                    <a:pt x="725" y="12436"/>
                  </a:cubicBezTo>
                  <a:cubicBezTo>
                    <a:pt x="311" y="12465"/>
                    <a:pt x="1" y="12805"/>
                    <a:pt x="15" y="13204"/>
                  </a:cubicBezTo>
                  <a:cubicBezTo>
                    <a:pt x="15" y="13397"/>
                    <a:pt x="104" y="13574"/>
                    <a:pt x="222" y="13707"/>
                  </a:cubicBezTo>
                  <a:cubicBezTo>
                    <a:pt x="360" y="13831"/>
                    <a:pt x="535" y="13916"/>
                    <a:pt x="725" y="13916"/>
                  </a:cubicBezTo>
                  <a:cubicBezTo>
                    <a:pt x="739" y="13916"/>
                    <a:pt x="754" y="13915"/>
                    <a:pt x="770" y="13914"/>
                  </a:cubicBezTo>
                  <a:cubicBezTo>
                    <a:pt x="1184" y="13899"/>
                    <a:pt x="1509" y="13559"/>
                    <a:pt x="1479" y="13145"/>
                  </a:cubicBezTo>
                  <a:cubicBezTo>
                    <a:pt x="1479" y="13012"/>
                    <a:pt x="1435" y="12879"/>
                    <a:pt x="1361" y="12761"/>
                  </a:cubicBezTo>
                  <a:lnTo>
                    <a:pt x="5472" y="8650"/>
                  </a:lnTo>
                  <a:lnTo>
                    <a:pt x="12392" y="8650"/>
                  </a:lnTo>
                  <a:lnTo>
                    <a:pt x="14964" y="6063"/>
                  </a:lnTo>
                  <a:lnTo>
                    <a:pt x="14964" y="1464"/>
                  </a:lnTo>
                  <a:cubicBezTo>
                    <a:pt x="15112" y="1435"/>
                    <a:pt x="15245" y="1361"/>
                    <a:pt x="15349" y="1257"/>
                  </a:cubicBezTo>
                  <a:cubicBezTo>
                    <a:pt x="15630" y="961"/>
                    <a:pt x="15630" y="503"/>
                    <a:pt x="15349" y="207"/>
                  </a:cubicBezTo>
                  <a:cubicBezTo>
                    <a:pt x="15201" y="60"/>
                    <a:pt x="15009" y="0"/>
                    <a:pt x="14831"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8"/>
            <p:cNvSpPr/>
            <p:nvPr/>
          </p:nvSpPr>
          <p:spPr>
            <a:xfrm>
              <a:off x="-195912" y="3984277"/>
              <a:ext cx="1620061" cy="1527905"/>
            </a:xfrm>
            <a:custGeom>
              <a:avLst/>
              <a:gdLst/>
              <a:ahLst/>
              <a:cxnLst/>
              <a:rect l="l" t="t" r="r" b="b"/>
              <a:pathLst>
                <a:path w="42349" h="39940" extrusionOk="0">
                  <a:moveTo>
                    <a:pt x="35118" y="0"/>
                  </a:moveTo>
                  <a:cubicBezTo>
                    <a:pt x="34926" y="0"/>
                    <a:pt x="34748" y="74"/>
                    <a:pt x="34600" y="222"/>
                  </a:cubicBezTo>
                  <a:cubicBezTo>
                    <a:pt x="34305" y="518"/>
                    <a:pt x="34305" y="976"/>
                    <a:pt x="34600" y="1272"/>
                  </a:cubicBezTo>
                  <a:cubicBezTo>
                    <a:pt x="34748" y="1420"/>
                    <a:pt x="34941" y="1479"/>
                    <a:pt x="35133" y="1479"/>
                  </a:cubicBezTo>
                  <a:lnTo>
                    <a:pt x="35133" y="7586"/>
                  </a:lnTo>
                  <a:lnTo>
                    <a:pt x="33994" y="8724"/>
                  </a:lnTo>
                  <a:lnTo>
                    <a:pt x="33994" y="8902"/>
                  </a:lnTo>
                  <a:lnTo>
                    <a:pt x="26601" y="16310"/>
                  </a:lnTo>
                  <a:lnTo>
                    <a:pt x="21544" y="16310"/>
                  </a:lnTo>
                  <a:lnTo>
                    <a:pt x="17419" y="20435"/>
                  </a:lnTo>
                  <a:lnTo>
                    <a:pt x="17419" y="31318"/>
                  </a:lnTo>
                  <a:lnTo>
                    <a:pt x="12953" y="35783"/>
                  </a:lnTo>
                  <a:lnTo>
                    <a:pt x="4037" y="35783"/>
                  </a:lnTo>
                  <a:lnTo>
                    <a:pt x="1198" y="38622"/>
                  </a:lnTo>
                  <a:cubicBezTo>
                    <a:pt x="1065" y="38518"/>
                    <a:pt x="888" y="38459"/>
                    <a:pt x="725" y="38459"/>
                  </a:cubicBezTo>
                  <a:cubicBezTo>
                    <a:pt x="518" y="38474"/>
                    <a:pt x="341" y="38563"/>
                    <a:pt x="208" y="38696"/>
                  </a:cubicBezTo>
                  <a:cubicBezTo>
                    <a:pt x="75" y="38844"/>
                    <a:pt x="1" y="39036"/>
                    <a:pt x="16" y="39228"/>
                  </a:cubicBezTo>
                  <a:cubicBezTo>
                    <a:pt x="16" y="39420"/>
                    <a:pt x="89" y="39598"/>
                    <a:pt x="223" y="39731"/>
                  </a:cubicBezTo>
                  <a:cubicBezTo>
                    <a:pt x="237" y="39731"/>
                    <a:pt x="237" y="39746"/>
                    <a:pt x="252" y="39746"/>
                  </a:cubicBezTo>
                  <a:cubicBezTo>
                    <a:pt x="387" y="39868"/>
                    <a:pt x="548" y="39940"/>
                    <a:pt x="733" y="39940"/>
                  </a:cubicBezTo>
                  <a:cubicBezTo>
                    <a:pt x="750" y="39940"/>
                    <a:pt x="767" y="39939"/>
                    <a:pt x="784" y="39938"/>
                  </a:cubicBezTo>
                  <a:cubicBezTo>
                    <a:pt x="977" y="39938"/>
                    <a:pt x="1154" y="39849"/>
                    <a:pt x="1287" y="39701"/>
                  </a:cubicBezTo>
                  <a:cubicBezTo>
                    <a:pt x="1420" y="39568"/>
                    <a:pt x="1494" y="39376"/>
                    <a:pt x="1494" y="39169"/>
                  </a:cubicBezTo>
                  <a:cubicBezTo>
                    <a:pt x="1479" y="39036"/>
                    <a:pt x="1435" y="38888"/>
                    <a:pt x="1346" y="38770"/>
                  </a:cubicBezTo>
                  <a:lnTo>
                    <a:pt x="4126" y="36005"/>
                  </a:lnTo>
                  <a:lnTo>
                    <a:pt x="13042" y="36005"/>
                  </a:lnTo>
                  <a:lnTo>
                    <a:pt x="17641" y="31406"/>
                  </a:lnTo>
                  <a:lnTo>
                    <a:pt x="17641" y="20524"/>
                  </a:lnTo>
                  <a:lnTo>
                    <a:pt x="21633" y="16517"/>
                  </a:lnTo>
                  <a:lnTo>
                    <a:pt x="26690" y="16517"/>
                  </a:lnTo>
                  <a:lnTo>
                    <a:pt x="33994" y="9212"/>
                  </a:lnTo>
                  <a:lnTo>
                    <a:pt x="33994" y="12125"/>
                  </a:lnTo>
                  <a:lnTo>
                    <a:pt x="38016" y="12125"/>
                  </a:lnTo>
                  <a:lnTo>
                    <a:pt x="42171" y="7970"/>
                  </a:lnTo>
                  <a:lnTo>
                    <a:pt x="42348" y="7793"/>
                  </a:lnTo>
                  <a:cubicBezTo>
                    <a:pt x="42289" y="7748"/>
                    <a:pt x="42245" y="7689"/>
                    <a:pt x="42186" y="7645"/>
                  </a:cubicBezTo>
                  <a:lnTo>
                    <a:pt x="37913" y="11903"/>
                  </a:lnTo>
                  <a:lnTo>
                    <a:pt x="34216" y="11903"/>
                  </a:lnTo>
                  <a:lnTo>
                    <a:pt x="34216" y="9005"/>
                  </a:lnTo>
                  <a:lnTo>
                    <a:pt x="35355" y="7867"/>
                  </a:lnTo>
                  <a:lnTo>
                    <a:pt x="35355" y="7689"/>
                  </a:lnTo>
                  <a:lnTo>
                    <a:pt x="39598" y="3446"/>
                  </a:lnTo>
                  <a:cubicBezTo>
                    <a:pt x="39569" y="3372"/>
                    <a:pt x="39539" y="3298"/>
                    <a:pt x="39509" y="3224"/>
                  </a:cubicBezTo>
                  <a:lnTo>
                    <a:pt x="38874" y="3845"/>
                  </a:lnTo>
                  <a:lnTo>
                    <a:pt x="35355" y="7379"/>
                  </a:lnTo>
                  <a:lnTo>
                    <a:pt x="35355" y="1449"/>
                  </a:lnTo>
                  <a:cubicBezTo>
                    <a:pt x="35458" y="1405"/>
                    <a:pt x="35562" y="1346"/>
                    <a:pt x="35650" y="1272"/>
                  </a:cubicBezTo>
                  <a:cubicBezTo>
                    <a:pt x="35931" y="976"/>
                    <a:pt x="35931" y="518"/>
                    <a:pt x="35650" y="222"/>
                  </a:cubicBezTo>
                  <a:cubicBezTo>
                    <a:pt x="35502" y="74"/>
                    <a:pt x="35310" y="0"/>
                    <a:pt x="35118"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8"/>
            <p:cNvSpPr/>
            <p:nvPr/>
          </p:nvSpPr>
          <p:spPr>
            <a:xfrm>
              <a:off x="-564150" y="3615465"/>
              <a:ext cx="1260311" cy="1109280"/>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8"/>
            <p:cNvSpPr/>
            <p:nvPr/>
          </p:nvSpPr>
          <p:spPr>
            <a:xfrm>
              <a:off x="-186272" y="3843998"/>
              <a:ext cx="422565" cy="419160"/>
            </a:xfrm>
            <a:custGeom>
              <a:avLst/>
              <a:gdLst/>
              <a:ahLst/>
              <a:cxnLst/>
              <a:rect l="l" t="t" r="r" b="b"/>
              <a:pathLst>
                <a:path w="11046" h="10957" extrusionOk="0">
                  <a:moveTo>
                    <a:pt x="10232" y="0"/>
                  </a:moveTo>
                  <a:cubicBezTo>
                    <a:pt x="10040" y="0"/>
                    <a:pt x="9862" y="74"/>
                    <a:pt x="9715" y="207"/>
                  </a:cubicBezTo>
                  <a:cubicBezTo>
                    <a:pt x="9419" y="503"/>
                    <a:pt x="9419" y="962"/>
                    <a:pt x="9715" y="1257"/>
                  </a:cubicBezTo>
                  <a:cubicBezTo>
                    <a:pt x="9848" y="1390"/>
                    <a:pt x="10025" y="1464"/>
                    <a:pt x="10217" y="1464"/>
                  </a:cubicBezTo>
                  <a:lnTo>
                    <a:pt x="10217" y="4436"/>
                  </a:lnTo>
                  <a:lnTo>
                    <a:pt x="3918" y="10735"/>
                  </a:lnTo>
                  <a:lnTo>
                    <a:pt x="207" y="10735"/>
                  </a:lnTo>
                  <a:lnTo>
                    <a:pt x="207" y="7660"/>
                  </a:lnTo>
                  <a:lnTo>
                    <a:pt x="6417" y="1449"/>
                  </a:lnTo>
                  <a:cubicBezTo>
                    <a:pt x="6548" y="1535"/>
                    <a:pt x="6700" y="1579"/>
                    <a:pt x="6851" y="1579"/>
                  </a:cubicBezTo>
                  <a:cubicBezTo>
                    <a:pt x="7041" y="1579"/>
                    <a:pt x="7230" y="1509"/>
                    <a:pt x="7378" y="1361"/>
                  </a:cubicBezTo>
                  <a:cubicBezTo>
                    <a:pt x="7659" y="1080"/>
                    <a:pt x="7659" y="607"/>
                    <a:pt x="7378" y="326"/>
                  </a:cubicBezTo>
                  <a:cubicBezTo>
                    <a:pt x="7231" y="178"/>
                    <a:pt x="7038" y="104"/>
                    <a:pt x="6848" y="104"/>
                  </a:cubicBezTo>
                  <a:cubicBezTo>
                    <a:pt x="6658" y="104"/>
                    <a:pt x="6469" y="178"/>
                    <a:pt x="6329" y="326"/>
                  </a:cubicBezTo>
                  <a:cubicBezTo>
                    <a:pt x="6062" y="577"/>
                    <a:pt x="6048" y="1006"/>
                    <a:pt x="6269" y="1287"/>
                  </a:cubicBezTo>
                  <a:lnTo>
                    <a:pt x="0" y="7556"/>
                  </a:lnTo>
                  <a:lnTo>
                    <a:pt x="0" y="10957"/>
                  </a:lnTo>
                  <a:lnTo>
                    <a:pt x="4007" y="10957"/>
                  </a:lnTo>
                  <a:lnTo>
                    <a:pt x="10439" y="4525"/>
                  </a:lnTo>
                  <a:lnTo>
                    <a:pt x="10439" y="1435"/>
                  </a:lnTo>
                  <a:cubicBezTo>
                    <a:pt x="10557" y="1405"/>
                    <a:pt x="10661" y="1346"/>
                    <a:pt x="10750" y="1257"/>
                  </a:cubicBezTo>
                  <a:cubicBezTo>
                    <a:pt x="11045" y="962"/>
                    <a:pt x="11045" y="503"/>
                    <a:pt x="10750" y="207"/>
                  </a:cubicBezTo>
                  <a:cubicBezTo>
                    <a:pt x="10617" y="74"/>
                    <a:pt x="10424" y="0"/>
                    <a:pt x="10232"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8"/>
            <p:cNvSpPr/>
            <p:nvPr/>
          </p:nvSpPr>
          <p:spPr>
            <a:xfrm>
              <a:off x="429129" y="3589452"/>
              <a:ext cx="483084" cy="398808"/>
            </a:xfrm>
            <a:custGeom>
              <a:avLst/>
              <a:gdLst/>
              <a:ahLst/>
              <a:cxnLst/>
              <a:rect l="l" t="t" r="r" b="b"/>
              <a:pathLst>
                <a:path w="12628" h="10425" extrusionOk="0">
                  <a:moveTo>
                    <a:pt x="11815" y="1"/>
                  </a:moveTo>
                  <a:cubicBezTo>
                    <a:pt x="11622" y="1"/>
                    <a:pt x="11430" y="75"/>
                    <a:pt x="11297" y="208"/>
                  </a:cubicBezTo>
                  <a:cubicBezTo>
                    <a:pt x="11001" y="503"/>
                    <a:pt x="11001" y="977"/>
                    <a:pt x="11297" y="1257"/>
                  </a:cubicBezTo>
                  <a:cubicBezTo>
                    <a:pt x="11415" y="1376"/>
                    <a:pt x="11563" y="1450"/>
                    <a:pt x="11726" y="1464"/>
                  </a:cubicBezTo>
                  <a:lnTo>
                    <a:pt x="11726" y="3475"/>
                  </a:lnTo>
                  <a:lnTo>
                    <a:pt x="6891" y="8310"/>
                  </a:lnTo>
                  <a:lnTo>
                    <a:pt x="2056" y="8310"/>
                  </a:lnTo>
                  <a:lnTo>
                    <a:pt x="1272" y="9109"/>
                  </a:lnTo>
                  <a:cubicBezTo>
                    <a:pt x="1137" y="9001"/>
                    <a:pt x="978" y="8948"/>
                    <a:pt x="819" y="8948"/>
                  </a:cubicBezTo>
                  <a:cubicBezTo>
                    <a:pt x="630" y="8948"/>
                    <a:pt x="441" y="9023"/>
                    <a:pt x="296" y="9168"/>
                  </a:cubicBezTo>
                  <a:cubicBezTo>
                    <a:pt x="0" y="9449"/>
                    <a:pt x="0" y="9922"/>
                    <a:pt x="296" y="10203"/>
                  </a:cubicBezTo>
                  <a:cubicBezTo>
                    <a:pt x="437" y="10351"/>
                    <a:pt x="625" y="10425"/>
                    <a:pt x="814" y="10425"/>
                  </a:cubicBezTo>
                  <a:cubicBezTo>
                    <a:pt x="1002" y="10425"/>
                    <a:pt x="1191" y="10351"/>
                    <a:pt x="1331" y="10203"/>
                  </a:cubicBezTo>
                  <a:cubicBezTo>
                    <a:pt x="1597" y="9952"/>
                    <a:pt x="1627" y="9553"/>
                    <a:pt x="1420" y="9257"/>
                  </a:cubicBezTo>
                  <a:lnTo>
                    <a:pt x="2144" y="8532"/>
                  </a:lnTo>
                  <a:lnTo>
                    <a:pt x="6994" y="8532"/>
                  </a:lnTo>
                  <a:lnTo>
                    <a:pt x="11948" y="3579"/>
                  </a:lnTo>
                  <a:lnTo>
                    <a:pt x="11948" y="1464"/>
                  </a:lnTo>
                  <a:cubicBezTo>
                    <a:pt x="12096" y="1435"/>
                    <a:pt x="12229" y="1376"/>
                    <a:pt x="12332" y="1257"/>
                  </a:cubicBezTo>
                  <a:cubicBezTo>
                    <a:pt x="12628" y="977"/>
                    <a:pt x="12628" y="503"/>
                    <a:pt x="12332" y="208"/>
                  </a:cubicBezTo>
                  <a:cubicBezTo>
                    <a:pt x="12184" y="75"/>
                    <a:pt x="12007" y="1"/>
                    <a:pt x="11815"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8"/>
            <p:cNvSpPr/>
            <p:nvPr/>
          </p:nvSpPr>
          <p:spPr>
            <a:xfrm>
              <a:off x="349368" y="3896598"/>
              <a:ext cx="768199" cy="662424"/>
            </a:xfrm>
            <a:custGeom>
              <a:avLst/>
              <a:gdLst/>
              <a:ahLst/>
              <a:cxnLst/>
              <a:rect l="l" t="t" r="r" b="b"/>
              <a:pathLst>
                <a:path w="20081" h="17316" extrusionOk="0">
                  <a:moveTo>
                    <a:pt x="19282" y="1"/>
                  </a:moveTo>
                  <a:cubicBezTo>
                    <a:pt x="19090" y="1"/>
                    <a:pt x="18897" y="60"/>
                    <a:pt x="18750" y="208"/>
                  </a:cubicBezTo>
                  <a:cubicBezTo>
                    <a:pt x="18469" y="488"/>
                    <a:pt x="18469" y="947"/>
                    <a:pt x="18735" y="1228"/>
                  </a:cubicBezTo>
                  <a:lnTo>
                    <a:pt x="13663" y="6299"/>
                  </a:lnTo>
                  <a:lnTo>
                    <a:pt x="13663" y="8976"/>
                  </a:lnTo>
                  <a:lnTo>
                    <a:pt x="8798" y="13840"/>
                  </a:lnTo>
                  <a:lnTo>
                    <a:pt x="3165" y="14077"/>
                  </a:lnTo>
                  <a:lnTo>
                    <a:pt x="3121" y="14092"/>
                  </a:lnTo>
                  <a:lnTo>
                    <a:pt x="1228" y="15970"/>
                  </a:lnTo>
                  <a:cubicBezTo>
                    <a:pt x="1103" y="15884"/>
                    <a:pt x="956" y="15840"/>
                    <a:pt x="806" y="15840"/>
                  </a:cubicBezTo>
                  <a:cubicBezTo>
                    <a:pt x="619" y="15840"/>
                    <a:pt x="430" y="15910"/>
                    <a:pt x="282" y="16058"/>
                  </a:cubicBezTo>
                  <a:cubicBezTo>
                    <a:pt x="1" y="16339"/>
                    <a:pt x="1" y="16812"/>
                    <a:pt x="282" y="17093"/>
                  </a:cubicBezTo>
                  <a:cubicBezTo>
                    <a:pt x="429" y="17241"/>
                    <a:pt x="622" y="17315"/>
                    <a:pt x="812" y="17315"/>
                  </a:cubicBezTo>
                  <a:cubicBezTo>
                    <a:pt x="1002" y="17315"/>
                    <a:pt x="1191" y="17241"/>
                    <a:pt x="1331" y="17093"/>
                  </a:cubicBezTo>
                  <a:cubicBezTo>
                    <a:pt x="1598" y="16842"/>
                    <a:pt x="1612" y="16413"/>
                    <a:pt x="1391" y="16132"/>
                  </a:cubicBezTo>
                  <a:lnTo>
                    <a:pt x="3224" y="14299"/>
                  </a:lnTo>
                  <a:lnTo>
                    <a:pt x="8843" y="14062"/>
                  </a:lnTo>
                  <a:lnTo>
                    <a:pt x="8887" y="14062"/>
                  </a:lnTo>
                  <a:lnTo>
                    <a:pt x="13885" y="9064"/>
                  </a:lnTo>
                  <a:lnTo>
                    <a:pt x="13885" y="6388"/>
                  </a:lnTo>
                  <a:lnTo>
                    <a:pt x="18912" y="1376"/>
                  </a:lnTo>
                  <a:cubicBezTo>
                    <a:pt x="19024" y="1440"/>
                    <a:pt x="19150" y="1472"/>
                    <a:pt x="19276" y="1472"/>
                  </a:cubicBezTo>
                  <a:cubicBezTo>
                    <a:pt x="19467" y="1472"/>
                    <a:pt x="19657" y="1400"/>
                    <a:pt x="19799" y="1257"/>
                  </a:cubicBezTo>
                  <a:cubicBezTo>
                    <a:pt x="20080" y="962"/>
                    <a:pt x="20080" y="503"/>
                    <a:pt x="19799" y="208"/>
                  </a:cubicBezTo>
                  <a:cubicBezTo>
                    <a:pt x="19651" y="60"/>
                    <a:pt x="19459" y="1"/>
                    <a:pt x="19282"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8"/>
            <p:cNvSpPr/>
            <p:nvPr/>
          </p:nvSpPr>
          <p:spPr>
            <a:xfrm>
              <a:off x="56950" y="4814630"/>
              <a:ext cx="246094" cy="246668"/>
            </a:xfrm>
            <a:custGeom>
              <a:avLst/>
              <a:gdLst/>
              <a:ahLst/>
              <a:cxnLst/>
              <a:rect l="l" t="t" r="r" b="b"/>
              <a:pathLst>
                <a:path w="6433" h="6448" extrusionOk="0">
                  <a:moveTo>
                    <a:pt x="5619" y="1"/>
                  </a:moveTo>
                  <a:cubicBezTo>
                    <a:pt x="5441" y="1"/>
                    <a:pt x="5249" y="74"/>
                    <a:pt x="5101" y="208"/>
                  </a:cubicBezTo>
                  <a:cubicBezTo>
                    <a:pt x="4835" y="474"/>
                    <a:pt x="4820" y="888"/>
                    <a:pt x="5042" y="1183"/>
                  </a:cubicBezTo>
                  <a:lnTo>
                    <a:pt x="1139" y="5087"/>
                  </a:lnTo>
                  <a:cubicBezTo>
                    <a:pt x="1023" y="5010"/>
                    <a:pt x="895" y="4966"/>
                    <a:pt x="766" y="4966"/>
                  </a:cubicBezTo>
                  <a:cubicBezTo>
                    <a:pt x="747" y="4966"/>
                    <a:pt x="729" y="4967"/>
                    <a:pt x="710" y="4969"/>
                  </a:cubicBezTo>
                  <a:cubicBezTo>
                    <a:pt x="518" y="4969"/>
                    <a:pt x="325" y="5057"/>
                    <a:pt x="192" y="5205"/>
                  </a:cubicBezTo>
                  <a:cubicBezTo>
                    <a:pt x="59" y="5353"/>
                    <a:pt x="0" y="5531"/>
                    <a:pt x="0" y="5738"/>
                  </a:cubicBezTo>
                  <a:cubicBezTo>
                    <a:pt x="15" y="5915"/>
                    <a:pt x="89" y="6092"/>
                    <a:pt x="222" y="6226"/>
                  </a:cubicBezTo>
                  <a:cubicBezTo>
                    <a:pt x="222" y="6226"/>
                    <a:pt x="237" y="6240"/>
                    <a:pt x="237" y="6240"/>
                  </a:cubicBezTo>
                  <a:cubicBezTo>
                    <a:pt x="385" y="6373"/>
                    <a:pt x="577" y="6447"/>
                    <a:pt x="769" y="6447"/>
                  </a:cubicBezTo>
                  <a:cubicBezTo>
                    <a:pt x="961" y="6433"/>
                    <a:pt x="1153" y="6344"/>
                    <a:pt x="1287" y="6211"/>
                  </a:cubicBezTo>
                  <a:cubicBezTo>
                    <a:pt x="1420" y="6063"/>
                    <a:pt x="1479" y="5871"/>
                    <a:pt x="1479" y="5678"/>
                  </a:cubicBezTo>
                  <a:cubicBezTo>
                    <a:pt x="1464" y="5516"/>
                    <a:pt x="1405" y="5353"/>
                    <a:pt x="1301" y="5235"/>
                  </a:cubicBezTo>
                  <a:lnTo>
                    <a:pt x="5190" y="1331"/>
                  </a:lnTo>
                  <a:cubicBezTo>
                    <a:pt x="5324" y="1425"/>
                    <a:pt x="5479" y="1473"/>
                    <a:pt x="5634" y="1473"/>
                  </a:cubicBezTo>
                  <a:cubicBezTo>
                    <a:pt x="5820" y="1473"/>
                    <a:pt x="6006" y="1403"/>
                    <a:pt x="6151" y="1257"/>
                  </a:cubicBezTo>
                  <a:cubicBezTo>
                    <a:pt x="6432" y="976"/>
                    <a:pt x="6432" y="503"/>
                    <a:pt x="6151" y="208"/>
                  </a:cubicBezTo>
                  <a:cubicBezTo>
                    <a:pt x="6003" y="74"/>
                    <a:pt x="5811" y="1"/>
                    <a:pt x="561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8"/>
            <p:cNvSpPr/>
            <p:nvPr/>
          </p:nvSpPr>
          <p:spPr>
            <a:xfrm>
              <a:off x="-483816" y="4384190"/>
              <a:ext cx="493834" cy="334961"/>
            </a:xfrm>
            <a:custGeom>
              <a:avLst/>
              <a:gdLst/>
              <a:ahLst/>
              <a:cxnLst/>
              <a:rect l="l" t="t" r="r" b="b"/>
              <a:pathLst>
                <a:path w="12909" h="8756" extrusionOk="0">
                  <a:moveTo>
                    <a:pt x="12125" y="0"/>
                  </a:moveTo>
                  <a:cubicBezTo>
                    <a:pt x="11711" y="15"/>
                    <a:pt x="11401" y="355"/>
                    <a:pt x="11415" y="769"/>
                  </a:cubicBezTo>
                  <a:cubicBezTo>
                    <a:pt x="11415" y="947"/>
                    <a:pt x="11489" y="1124"/>
                    <a:pt x="11622" y="1257"/>
                  </a:cubicBezTo>
                  <a:cubicBezTo>
                    <a:pt x="11637" y="1272"/>
                    <a:pt x="11637" y="1272"/>
                    <a:pt x="11652" y="1287"/>
                  </a:cubicBezTo>
                  <a:cubicBezTo>
                    <a:pt x="11770" y="1390"/>
                    <a:pt x="11903" y="1449"/>
                    <a:pt x="12051" y="1464"/>
                  </a:cubicBezTo>
                  <a:lnTo>
                    <a:pt x="12051" y="3519"/>
                  </a:lnTo>
                  <a:lnTo>
                    <a:pt x="10750" y="4821"/>
                  </a:lnTo>
                  <a:lnTo>
                    <a:pt x="3712" y="4821"/>
                  </a:lnTo>
                  <a:lnTo>
                    <a:pt x="1139" y="7393"/>
                  </a:lnTo>
                  <a:cubicBezTo>
                    <a:pt x="1006" y="7319"/>
                    <a:pt x="873" y="7275"/>
                    <a:pt x="725" y="7275"/>
                  </a:cubicBezTo>
                  <a:cubicBezTo>
                    <a:pt x="518" y="7290"/>
                    <a:pt x="341" y="7379"/>
                    <a:pt x="208" y="7512"/>
                  </a:cubicBezTo>
                  <a:cubicBezTo>
                    <a:pt x="74" y="7659"/>
                    <a:pt x="1" y="7852"/>
                    <a:pt x="15" y="8044"/>
                  </a:cubicBezTo>
                  <a:cubicBezTo>
                    <a:pt x="15" y="8236"/>
                    <a:pt x="89" y="8414"/>
                    <a:pt x="222" y="8547"/>
                  </a:cubicBezTo>
                  <a:cubicBezTo>
                    <a:pt x="237" y="8547"/>
                    <a:pt x="237" y="8547"/>
                    <a:pt x="252" y="8561"/>
                  </a:cubicBezTo>
                  <a:cubicBezTo>
                    <a:pt x="374" y="8683"/>
                    <a:pt x="545" y="8756"/>
                    <a:pt x="721" y="8756"/>
                  </a:cubicBezTo>
                  <a:cubicBezTo>
                    <a:pt x="737" y="8756"/>
                    <a:pt x="753" y="8755"/>
                    <a:pt x="769" y="8754"/>
                  </a:cubicBezTo>
                  <a:cubicBezTo>
                    <a:pt x="976" y="8754"/>
                    <a:pt x="1154" y="8665"/>
                    <a:pt x="1287" y="8517"/>
                  </a:cubicBezTo>
                  <a:cubicBezTo>
                    <a:pt x="1420" y="8369"/>
                    <a:pt x="1494" y="8192"/>
                    <a:pt x="1479" y="7985"/>
                  </a:cubicBezTo>
                  <a:cubicBezTo>
                    <a:pt x="1479" y="7822"/>
                    <a:pt x="1405" y="7659"/>
                    <a:pt x="1302" y="7541"/>
                  </a:cubicBezTo>
                  <a:lnTo>
                    <a:pt x="3801" y="5042"/>
                  </a:lnTo>
                  <a:lnTo>
                    <a:pt x="10854" y="5042"/>
                  </a:lnTo>
                  <a:lnTo>
                    <a:pt x="12273" y="3623"/>
                  </a:lnTo>
                  <a:lnTo>
                    <a:pt x="12273" y="1464"/>
                  </a:lnTo>
                  <a:cubicBezTo>
                    <a:pt x="12628" y="1405"/>
                    <a:pt x="12909" y="1080"/>
                    <a:pt x="12894" y="710"/>
                  </a:cubicBezTo>
                  <a:cubicBezTo>
                    <a:pt x="12879" y="311"/>
                    <a:pt x="12539" y="0"/>
                    <a:pt x="1215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8"/>
            <p:cNvSpPr/>
            <p:nvPr/>
          </p:nvSpPr>
          <p:spPr>
            <a:xfrm>
              <a:off x="-370123" y="4637014"/>
              <a:ext cx="609823" cy="376773"/>
            </a:xfrm>
            <a:custGeom>
              <a:avLst/>
              <a:gdLst/>
              <a:ahLst/>
              <a:cxnLst/>
              <a:rect l="l" t="t" r="r" b="b"/>
              <a:pathLst>
                <a:path w="15941" h="9849" extrusionOk="0">
                  <a:moveTo>
                    <a:pt x="15156" y="1"/>
                  </a:moveTo>
                  <a:cubicBezTo>
                    <a:pt x="14757" y="15"/>
                    <a:pt x="14432" y="356"/>
                    <a:pt x="14447" y="755"/>
                  </a:cubicBezTo>
                  <a:cubicBezTo>
                    <a:pt x="14461" y="903"/>
                    <a:pt x="14506" y="1036"/>
                    <a:pt x="14595" y="1154"/>
                  </a:cubicBezTo>
                  <a:lnTo>
                    <a:pt x="9567" y="6166"/>
                  </a:lnTo>
                  <a:lnTo>
                    <a:pt x="3461" y="6166"/>
                  </a:lnTo>
                  <a:lnTo>
                    <a:pt x="1139" y="8488"/>
                  </a:lnTo>
                  <a:cubicBezTo>
                    <a:pt x="1036" y="8410"/>
                    <a:pt x="910" y="8367"/>
                    <a:pt x="772" y="8367"/>
                  </a:cubicBezTo>
                  <a:cubicBezTo>
                    <a:pt x="751" y="8367"/>
                    <a:pt x="731" y="8368"/>
                    <a:pt x="710" y="8370"/>
                  </a:cubicBezTo>
                  <a:cubicBezTo>
                    <a:pt x="518" y="8370"/>
                    <a:pt x="341" y="8458"/>
                    <a:pt x="208" y="8606"/>
                  </a:cubicBezTo>
                  <a:cubicBezTo>
                    <a:pt x="60" y="8754"/>
                    <a:pt x="1" y="8932"/>
                    <a:pt x="1" y="9139"/>
                  </a:cubicBezTo>
                  <a:cubicBezTo>
                    <a:pt x="15" y="9316"/>
                    <a:pt x="89" y="9493"/>
                    <a:pt x="222" y="9626"/>
                  </a:cubicBezTo>
                  <a:cubicBezTo>
                    <a:pt x="222" y="9641"/>
                    <a:pt x="237" y="9641"/>
                    <a:pt x="237" y="9641"/>
                  </a:cubicBezTo>
                  <a:cubicBezTo>
                    <a:pt x="385" y="9789"/>
                    <a:pt x="577" y="9848"/>
                    <a:pt x="769" y="9848"/>
                  </a:cubicBezTo>
                  <a:cubicBezTo>
                    <a:pt x="962" y="9833"/>
                    <a:pt x="1154" y="9760"/>
                    <a:pt x="1287" y="9612"/>
                  </a:cubicBezTo>
                  <a:cubicBezTo>
                    <a:pt x="1420" y="9464"/>
                    <a:pt x="1494" y="9272"/>
                    <a:pt x="1479" y="9079"/>
                  </a:cubicBezTo>
                  <a:cubicBezTo>
                    <a:pt x="1479" y="8917"/>
                    <a:pt x="1405" y="8754"/>
                    <a:pt x="1302" y="8636"/>
                  </a:cubicBezTo>
                  <a:lnTo>
                    <a:pt x="3549" y="6388"/>
                  </a:lnTo>
                  <a:lnTo>
                    <a:pt x="9656" y="6388"/>
                  </a:lnTo>
                  <a:lnTo>
                    <a:pt x="14742" y="1317"/>
                  </a:lnTo>
                  <a:cubicBezTo>
                    <a:pt x="14862" y="1410"/>
                    <a:pt x="15017" y="1467"/>
                    <a:pt x="15165" y="1467"/>
                  </a:cubicBezTo>
                  <a:cubicBezTo>
                    <a:pt x="15182" y="1467"/>
                    <a:pt x="15199" y="1466"/>
                    <a:pt x="15216" y="1464"/>
                  </a:cubicBezTo>
                  <a:cubicBezTo>
                    <a:pt x="15630" y="1450"/>
                    <a:pt x="15940" y="1110"/>
                    <a:pt x="15925" y="710"/>
                  </a:cubicBezTo>
                  <a:cubicBezTo>
                    <a:pt x="15911" y="311"/>
                    <a:pt x="15585" y="1"/>
                    <a:pt x="151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8"/>
            <p:cNvSpPr/>
            <p:nvPr/>
          </p:nvSpPr>
          <p:spPr>
            <a:xfrm>
              <a:off x="-444796" y="3627936"/>
              <a:ext cx="1311764" cy="1137551"/>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8"/>
            <p:cNvSpPr/>
            <p:nvPr/>
          </p:nvSpPr>
          <p:spPr>
            <a:xfrm>
              <a:off x="-303369" y="4423783"/>
              <a:ext cx="168016" cy="56579"/>
            </a:xfrm>
            <a:custGeom>
              <a:avLst/>
              <a:gdLst/>
              <a:ahLst/>
              <a:cxnLst/>
              <a:rect l="l" t="t" r="r" b="b"/>
              <a:pathLst>
                <a:path w="4392" h="1479" extrusionOk="0">
                  <a:moveTo>
                    <a:pt x="725" y="0"/>
                  </a:moveTo>
                  <a:cubicBezTo>
                    <a:pt x="311" y="15"/>
                    <a:pt x="0" y="355"/>
                    <a:pt x="15" y="769"/>
                  </a:cubicBezTo>
                  <a:cubicBezTo>
                    <a:pt x="15" y="961"/>
                    <a:pt x="89" y="1124"/>
                    <a:pt x="222" y="1257"/>
                  </a:cubicBezTo>
                  <a:cubicBezTo>
                    <a:pt x="237" y="1272"/>
                    <a:pt x="237" y="1272"/>
                    <a:pt x="252" y="1287"/>
                  </a:cubicBezTo>
                  <a:cubicBezTo>
                    <a:pt x="400" y="1420"/>
                    <a:pt x="577" y="1479"/>
                    <a:pt x="784" y="1479"/>
                  </a:cubicBezTo>
                  <a:cubicBezTo>
                    <a:pt x="1124" y="1464"/>
                    <a:pt x="1405" y="1213"/>
                    <a:pt x="1464" y="887"/>
                  </a:cubicBezTo>
                  <a:lnTo>
                    <a:pt x="2913" y="887"/>
                  </a:lnTo>
                  <a:cubicBezTo>
                    <a:pt x="2943" y="1035"/>
                    <a:pt x="3017" y="1168"/>
                    <a:pt x="3105" y="1257"/>
                  </a:cubicBezTo>
                  <a:cubicBezTo>
                    <a:pt x="3253" y="1405"/>
                    <a:pt x="3446" y="1479"/>
                    <a:pt x="3667" y="1479"/>
                  </a:cubicBezTo>
                  <a:cubicBezTo>
                    <a:pt x="4067" y="1464"/>
                    <a:pt x="4392" y="1124"/>
                    <a:pt x="4377" y="710"/>
                  </a:cubicBezTo>
                  <a:cubicBezTo>
                    <a:pt x="4362" y="311"/>
                    <a:pt x="4022" y="0"/>
                    <a:pt x="3638" y="0"/>
                  </a:cubicBezTo>
                  <a:lnTo>
                    <a:pt x="3608" y="0"/>
                  </a:lnTo>
                  <a:cubicBezTo>
                    <a:pt x="3224" y="15"/>
                    <a:pt x="2928" y="311"/>
                    <a:pt x="2898" y="666"/>
                  </a:cubicBezTo>
                  <a:lnTo>
                    <a:pt x="1479" y="666"/>
                  </a:lnTo>
                  <a:cubicBezTo>
                    <a:pt x="1464" y="488"/>
                    <a:pt x="1390" y="326"/>
                    <a:pt x="1257" y="192"/>
                  </a:cubicBezTo>
                  <a:cubicBezTo>
                    <a:pt x="1109" y="59"/>
                    <a:pt x="917" y="0"/>
                    <a:pt x="72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348259" y="4185649"/>
              <a:ext cx="467820" cy="177656"/>
            </a:xfrm>
            <a:custGeom>
              <a:avLst/>
              <a:gdLst/>
              <a:ahLst/>
              <a:cxnLst/>
              <a:rect l="l" t="t" r="r" b="b"/>
              <a:pathLst>
                <a:path w="12229" h="4644" extrusionOk="0">
                  <a:moveTo>
                    <a:pt x="11459" y="0"/>
                  </a:moveTo>
                  <a:cubicBezTo>
                    <a:pt x="11267" y="0"/>
                    <a:pt x="11075" y="89"/>
                    <a:pt x="10942" y="237"/>
                  </a:cubicBezTo>
                  <a:cubicBezTo>
                    <a:pt x="10809" y="385"/>
                    <a:pt x="10735" y="562"/>
                    <a:pt x="10750" y="769"/>
                  </a:cubicBezTo>
                  <a:cubicBezTo>
                    <a:pt x="10750" y="917"/>
                    <a:pt x="10809" y="1050"/>
                    <a:pt x="10897" y="1168"/>
                  </a:cubicBezTo>
                  <a:lnTo>
                    <a:pt x="8783" y="3283"/>
                  </a:lnTo>
                  <a:cubicBezTo>
                    <a:pt x="8650" y="3179"/>
                    <a:pt x="8487" y="3135"/>
                    <a:pt x="8310" y="3135"/>
                  </a:cubicBezTo>
                  <a:cubicBezTo>
                    <a:pt x="8118" y="3150"/>
                    <a:pt x="7940" y="3224"/>
                    <a:pt x="7807" y="3372"/>
                  </a:cubicBezTo>
                  <a:cubicBezTo>
                    <a:pt x="7704" y="3490"/>
                    <a:pt x="7630" y="3623"/>
                    <a:pt x="7615" y="3771"/>
                  </a:cubicBezTo>
                  <a:lnTo>
                    <a:pt x="1479" y="3771"/>
                  </a:lnTo>
                  <a:cubicBezTo>
                    <a:pt x="1421" y="3425"/>
                    <a:pt x="1111" y="3164"/>
                    <a:pt x="754" y="3164"/>
                  </a:cubicBezTo>
                  <a:cubicBezTo>
                    <a:pt x="744" y="3164"/>
                    <a:pt x="734" y="3164"/>
                    <a:pt x="725" y="3165"/>
                  </a:cubicBezTo>
                  <a:cubicBezTo>
                    <a:pt x="325" y="3179"/>
                    <a:pt x="0" y="3519"/>
                    <a:pt x="15" y="3933"/>
                  </a:cubicBezTo>
                  <a:cubicBezTo>
                    <a:pt x="30" y="4126"/>
                    <a:pt x="104" y="4288"/>
                    <a:pt x="237" y="4421"/>
                  </a:cubicBezTo>
                  <a:cubicBezTo>
                    <a:pt x="370" y="4554"/>
                    <a:pt x="577" y="4643"/>
                    <a:pt x="784" y="4643"/>
                  </a:cubicBezTo>
                  <a:cubicBezTo>
                    <a:pt x="1153" y="4628"/>
                    <a:pt x="1449" y="4347"/>
                    <a:pt x="1493" y="3993"/>
                  </a:cubicBezTo>
                  <a:lnTo>
                    <a:pt x="7615" y="3993"/>
                  </a:lnTo>
                  <a:cubicBezTo>
                    <a:pt x="7645" y="4140"/>
                    <a:pt x="7704" y="4288"/>
                    <a:pt x="7822" y="4392"/>
                  </a:cubicBezTo>
                  <a:cubicBezTo>
                    <a:pt x="7822" y="4407"/>
                    <a:pt x="7837" y="4407"/>
                    <a:pt x="7837" y="4421"/>
                  </a:cubicBezTo>
                  <a:cubicBezTo>
                    <a:pt x="7972" y="4543"/>
                    <a:pt x="8145" y="4615"/>
                    <a:pt x="8320" y="4615"/>
                  </a:cubicBezTo>
                  <a:cubicBezTo>
                    <a:pt x="8337" y="4615"/>
                    <a:pt x="8353" y="4615"/>
                    <a:pt x="8369" y="4614"/>
                  </a:cubicBezTo>
                  <a:cubicBezTo>
                    <a:pt x="8576" y="4599"/>
                    <a:pt x="8753" y="4525"/>
                    <a:pt x="8887" y="4377"/>
                  </a:cubicBezTo>
                  <a:cubicBezTo>
                    <a:pt x="9020" y="4229"/>
                    <a:pt x="9094" y="4037"/>
                    <a:pt x="9079" y="3845"/>
                  </a:cubicBezTo>
                  <a:cubicBezTo>
                    <a:pt x="9079" y="3697"/>
                    <a:pt x="9034" y="3564"/>
                    <a:pt x="8946" y="3431"/>
                  </a:cubicBezTo>
                  <a:lnTo>
                    <a:pt x="11045" y="1331"/>
                  </a:lnTo>
                  <a:cubicBezTo>
                    <a:pt x="11178" y="1420"/>
                    <a:pt x="11341" y="1479"/>
                    <a:pt x="11518" y="1479"/>
                  </a:cubicBezTo>
                  <a:cubicBezTo>
                    <a:pt x="11711" y="1464"/>
                    <a:pt x="11888" y="1375"/>
                    <a:pt x="12021" y="1242"/>
                  </a:cubicBezTo>
                  <a:cubicBezTo>
                    <a:pt x="12169" y="1094"/>
                    <a:pt x="12228" y="902"/>
                    <a:pt x="12228" y="710"/>
                  </a:cubicBezTo>
                  <a:cubicBezTo>
                    <a:pt x="12213" y="503"/>
                    <a:pt x="12125" y="326"/>
                    <a:pt x="11992" y="192"/>
                  </a:cubicBezTo>
                  <a:cubicBezTo>
                    <a:pt x="11844" y="59"/>
                    <a:pt x="11666" y="0"/>
                    <a:pt x="1148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335214" y="4123983"/>
              <a:ext cx="665828" cy="554391"/>
            </a:xfrm>
            <a:custGeom>
              <a:avLst/>
              <a:gdLst/>
              <a:ahLst/>
              <a:cxnLst/>
              <a:rect l="l" t="t" r="r" b="b"/>
              <a:pathLst>
                <a:path w="17405" h="14492" extrusionOk="0">
                  <a:moveTo>
                    <a:pt x="16591" y="1"/>
                  </a:moveTo>
                  <a:cubicBezTo>
                    <a:pt x="16414" y="1"/>
                    <a:pt x="16221" y="75"/>
                    <a:pt x="16074" y="208"/>
                  </a:cubicBezTo>
                  <a:cubicBezTo>
                    <a:pt x="15793" y="503"/>
                    <a:pt x="15793" y="962"/>
                    <a:pt x="16074" y="1257"/>
                  </a:cubicBezTo>
                  <a:cubicBezTo>
                    <a:pt x="16192" y="1376"/>
                    <a:pt x="16340" y="1435"/>
                    <a:pt x="16488" y="1464"/>
                  </a:cubicBezTo>
                  <a:lnTo>
                    <a:pt x="16488" y="3313"/>
                  </a:lnTo>
                  <a:lnTo>
                    <a:pt x="11179" y="8621"/>
                  </a:lnTo>
                  <a:cubicBezTo>
                    <a:pt x="11058" y="8538"/>
                    <a:pt x="10914" y="8496"/>
                    <a:pt x="10769" y="8496"/>
                  </a:cubicBezTo>
                  <a:cubicBezTo>
                    <a:pt x="10580" y="8496"/>
                    <a:pt x="10390" y="8567"/>
                    <a:pt x="10248" y="8710"/>
                  </a:cubicBezTo>
                  <a:cubicBezTo>
                    <a:pt x="10115" y="8843"/>
                    <a:pt x="10041" y="9020"/>
                    <a:pt x="10041" y="9198"/>
                  </a:cubicBezTo>
                  <a:lnTo>
                    <a:pt x="5058" y="9272"/>
                  </a:lnTo>
                  <a:lnTo>
                    <a:pt x="1184" y="13160"/>
                  </a:lnTo>
                  <a:cubicBezTo>
                    <a:pt x="1064" y="13067"/>
                    <a:pt x="921" y="13010"/>
                    <a:pt x="765" y="13010"/>
                  </a:cubicBezTo>
                  <a:cubicBezTo>
                    <a:pt x="747" y="13010"/>
                    <a:pt x="729" y="13011"/>
                    <a:pt x="711" y="13012"/>
                  </a:cubicBezTo>
                  <a:cubicBezTo>
                    <a:pt x="518" y="13012"/>
                    <a:pt x="326" y="13101"/>
                    <a:pt x="193" y="13249"/>
                  </a:cubicBezTo>
                  <a:cubicBezTo>
                    <a:pt x="60" y="13397"/>
                    <a:pt x="1" y="13574"/>
                    <a:pt x="1" y="13781"/>
                  </a:cubicBezTo>
                  <a:cubicBezTo>
                    <a:pt x="16" y="13959"/>
                    <a:pt x="90" y="14136"/>
                    <a:pt x="223" y="14269"/>
                  </a:cubicBezTo>
                  <a:cubicBezTo>
                    <a:pt x="223" y="14269"/>
                    <a:pt x="238" y="14284"/>
                    <a:pt x="238" y="14284"/>
                  </a:cubicBezTo>
                  <a:cubicBezTo>
                    <a:pt x="385" y="14417"/>
                    <a:pt x="578" y="14491"/>
                    <a:pt x="770" y="14491"/>
                  </a:cubicBezTo>
                  <a:cubicBezTo>
                    <a:pt x="1184" y="14476"/>
                    <a:pt x="1494" y="14121"/>
                    <a:pt x="1480" y="13722"/>
                  </a:cubicBezTo>
                  <a:cubicBezTo>
                    <a:pt x="1480" y="13574"/>
                    <a:pt x="1420" y="13426"/>
                    <a:pt x="1347" y="13308"/>
                  </a:cubicBezTo>
                  <a:lnTo>
                    <a:pt x="5161" y="9493"/>
                  </a:lnTo>
                  <a:lnTo>
                    <a:pt x="10070" y="9419"/>
                  </a:lnTo>
                  <a:cubicBezTo>
                    <a:pt x="10100" y="9538"/>
                    <a:pt x="10159" y="9656"/>
                    <a:pt x="10248" y="9759"/>
                  </a:cubicBezTo>
                  <a:cubicBezTo>
                    <a:pt x="10396" y="9900"/>
                    <a:pt x="10584" y="9970"/>
                    <a:pt x="10773" y="9970"/>
                  </a:cubicBezTo>
                  <a:cubicBezTo>
                    <a:pt x="10961" y="9970"/>
                    <a:pt x="11150" y="9900"/>
                    <a:pt x="11298" y="9759"/>
                  </a:cubicBezTo>
                  <a:cubicBezTo>
                    <a:pt x="11564" y="9479"/>
                    <a:pt x="11579" y="9065"/>
                    <a:pt x="11342" y="8769"/>
                  </a:cubicBezTo>
                  <a:lnTo>
                    <a:pt x="16709" y="3401"/>
                  </a:lnTo>
                  <a:lnTo>
                    <a:pt x="16709" y="1464"/>
                  </a:lnTo>
                  <a:cubicBezTo>
                    <a:pt x="16857" y="1435"/>
                    <a:pt x="17005" y="1376"/>
                    <a:pt x="17123" y="1257"/>
                  </a:cubicBezTo>
                  <a:cubicBezTo>
                    <a:pt x="17404" y="962"/>
                    <a:pt x="17404" y="503"/>
                    <a:pt x="17123" y="208"/>
                  </a:cubicBezTo>
                  <a:cubicBezTo>
                    <a:pt x="16976" y="75"/>
                    <a:pt x="16783" y="1"/>
                    <a:pt x="1659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552997" y="4019892"/>
              <a:ext cx="346208" cy="246745"/>
            </a:xfrm>
            <a:custGeom>
              <a:avLst/>
              <a:gdLst/>
              <a:ahLst/>
              <a:cxnLst/>
              <a:rect l="l" t="t" r="r" b="b"/>
              <a:pathLst>
                <a:path w="9050" h="6450" extrusionOk="0">
                  <a:moveTo>
                    <a:pt x="8237" y="1"/>
                  </a:moveTo>
                  <a:cubicBezTo>
                    <a:pt x="8059" y="1"/>
                    <a:pt x="7867" y="60"/>
                    <a:pt x="7719" y="208"/>
                  </a:cubicBezTo>
                  <a:cubicBezTo>
                    <a:pt x="7453" y="474"/>
                    <a:pt x="7438" y="888"/>
                    <a:pt x="7645" y="1169"/>
                  </a:cubicBezTo>
                  <a:lnTo>
                    <a:pt x="3254" y="5561"/>
                  </a:lnTo>
                  <a:lnTo>
                    <a:pt x="1464" y="5561"/>
                  </a:lnTo>
                  <a:cubicBezTo>
                    <a:pt x="1435" y="5413"/>
                    <a:pt x="1361" y="5280"/>
                    <a:pt x="1243" y="5176"/>
                  </a:cubicBezTo>
                  <a:cubicBezTo>
                    <a:pt x="1110" y="5043"/>
                    <a:pt x="917" y="4969"/>
                    <a:pt x="725" y="4969"/>
                  </a:cubicBezTo>
                  <a:cubicBezTo>
                    <a:pt x="518" y="4984"/>
                    <a:pt x="341" y="5073"/>
                    <a:pt x="208" y="5206"/>
                  </a:cubicBezTo>
                  <a:cubicBezTo>
                    <a:pt x="75" y="5354"/>
                    <a:pt x="1" y="5546"/>
                    <a:pt x="15" y="5738"/>
                  </a:cubicBezTo>
                  <a:cubicBezTo>
                    <a:pt x="15" y="5930"/>
                    <a:pt x="104" y="6108"/>
                    <a:pt x="222" y="6241"/>
                  </a:cubicBezTo>
                  <a:cubicBezTo>
                    <a:pt x="360" y="6364"/>
                    <a:pt x="535" y="6449"/>
                    <a:pt x="724" y="6449"/>
                  </a:cubicBezTo>
                  <a:cubicBezTo>
                    <a:pt x="739" y="6449"/>
                    <a:pt x="754" y="6449"/>
                    <a:pt x="770" y="6448"/>
                  </a:cubicBezTo>
                  <a:cubicBezTo>
                    <a:pt x="1154" y="6433"/>
                    <a:pt x="1450" y="6137"/>
                    <a:pt x="1479" y="5782"/>
                  </a:cubicBezTo>
                  <a:lnTo>
                    <a:pt x="3357" y="5782"/>
                  </a:lnTo>
                  <a:lnTo>
                    <a:pt x="7808" y="1332"/>
                  </a:lnTo>
                  <a:cubicBezTo>
                    <a:pt x="7932" y="1424"/>
                    <a:pt x="8083" y="1469"/>
                    <a:pt x="8236" y="1469"/>
                  </a:cubicBezTo>
                  <a:cubicBezTo>
                    <a:pt x="8427" y="1469"/>
                    <a:pt x="8621" y="1398"/>
                    <a:pt x="8769" y="1258"/>
                  </a:cubicBezTo>
                  <a:cubicBezTo>
                    <a:pt x="9050" y="962"/>
                    <a:pt x="9050" y="504"/>
                    <a:pt x="8769" y="208"/>
                  </a:cubicBezTo>
                  <a:cubicBezTo>
                    <a:pt x="8621" y="60"/>
                    <a:pt x="8429" y="1"/>
                    <a:pt x="8237"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8"/>
            <p:cNvSpPr/>
            <p:nvPr/>
          </p:nvSpPr>
          <p:spPr>
            <a:xfrm>
              <a:off x="602230" y="4755221"/>
              <a:ext cx="63389" cy="359941"/>
            </a:xfrm>
            <a:custGeom>
              <a:avLst/>
              <a:gdLst/>
              <a:ahLst/>
              <a:cxnLst/>
              <a:rect l="l" t="t" r="r" b="b"/>
              <a:pathLst>
                <a:path w="1657" h="9409" extrusionOk="0">
                  <a:moveTo>
                    <a:pt x="813" y="1"/>
                  </a:moveTo>
                  <a:cubicBezTo>
                    <a:pt x="621" y="1"/>
                    <a:pt x="444" y="75"/>
                    <a:pt x="296" y="223"/>
                  </a:cubicBezTo>
                  <a:cubicBezTo>
                    <a:pt x="0" y="504"/>
                    <a:pt x="0" y="977"/>
                    <a:pt x="296" y="1258"/>
                  </a:cubicBezTo>
                  <a:cubicBezTo>
                    <a:pt x="414" y="1376"/>
                    <a:pt x="562" y="1450"/>
                    <a:pt x="725" y="1465"/>
                  </a:cubicBezTo>
                  <a:lnTo>
                    <a:pt x="725" y="7956"/>
                  </a:lnTo>
                  <a:cubicBezTo>
                    <a:pt x="577" y="7971"/>
                    <a:pt x="444" y="8045"/>
                    <a:pt x="325" y="8148"/>
                  </a:cubicBezTo>
                  <a:cubicBezTo>
                    <a:pt x="44" y="8444"/>
                    <a:pt x="44" y="8917"/>
                    <a:pt x="325" y="9198"/>
                  </a:cubicBezTo>
                  <a:cubicBezTo>
                    <a:pt x="473" y="9338"/>
                    <a:pt x="662" y="9409"/>
                    <a:pt x="850" y="9409"/>
                  </a:cubicBezTo>
                  <a:cubicBezTo>
                    <a:pt x="1039" y="9409"/>
                    <a:pt x="1227" y="9338"/>
                    <a:pt x="1375" y="9198"/>
                  </a:cubicBezTo>
                  <a:cubicBezTo>
                    <a:pt x="1656" y="8917"/>
                    <a:pt x="1656" y="8444"/>
                    <a:pt x="1375" y="8148"/>
                  </a:cubicBezTo>
                  <a:cubicBezTo>
                    <a:pt x="1257" y="8030"/>
                    <a:pt x="1094" y="7971"/>
                    <a:pt x="946" y="7941"/>
                  </a:cubicBezTo>
                  <a:lnTo>
                    <a:pt x="946" y="1465"/>
                  </a:lnTo>
                  <a:cubicBezTo>
                    <a:pt x="1079" y="1435"/>
                    <a:pt x="1227" y="1376"/>
                    <a:pt x="1331" y="1258"/>
                  </a:cubicBezTo>
                  <a:cubicBezTo>
                    <a:pt x="1627" y="977"/>
                    <a:pt x="1627" y="504"/>
                    <a:pt x="1331" y="223"/>
                  </a:cubicBezTo>
                  <a:cubicBezTo>
                    <a:pt x="1198" y="75"/>
                    <a:pt x="1006" y="1"/>
                    <a:pt x="813"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p:cNvSpPr/>
            <p:nvPr/>
          </p:nvSpPr>
          <p:spPr>
            <a:xfrm>
              <a:off x="857311" y="4374550"/>
              <a:ext cx="748383" cy="657948"/>
            </a:xfrm>
            <a:custGeom>
              <a:avLst/>
              <a:gdLst/>
              <a:ahLst/>
              <a:cxnLst/>
              <a:rect l="l" t="t" r="r" b="b"/>
              <a:pathLst>
                <a:path w="19563" h="17199" extrusionOk="0">
                  <a:moveTo>
                    <a:pt x="19326" y="1"/>
                  </a:moveTo>
                  <a:lnTo>
                    <a:pt x="18853" y="474"/>
                  </a:lnTo>
                  <a:lnTo>
                    <a:pt x="15630" y="3697"/>
                  </a:lnTo>
                  <a:lnTo>
                    <a:pt x="15630" y="9316"/>
                  </a:lnTo>
                  <a:lnTo>
                    <a:pt x="10750" y="14196"/>
                  </a:lnTo>
                  <a:lnTo>
                    <a:pt x="2825" y="14196"/>
                  </a:lnTo>
                  <a:lnTo>
                    <a:pt x="1169" y="15852"/>
                  </a:lnTo>
                  <a:cubicBezTo>
                    <a:pt x="1036" y="15763"/>
                    <a:pt x="888" y="15719"/>
                    <a:pt x="725" y="15719"/>
                  </a:cubicBezTo>
                  <a:cubicBezTo>
                    <a:pt x="326" y="15733"/>
                    <a:pt x="1" y="16088"/>
                    <a:pt x="15" y="16487"/>
                  </a:cubicBezTo>
                  <a:cubicBezTo>
                    <a:pt x="30" y="16680"/>
                    <a:pt x="104" y="16857"/>
                    <a:pt x="237" y="16990"/>
                  </a:cubicBezTo>
                  <a:cubicBezTo>
                    <a:pt x="361" y="17114"/>
                    <a:pt x="547" y="17199"/>
                    <a:pt x="739" y="17199"/>
                  </a:cubicBezTo>
                  <a:cubicBezTo>
                    <a:pt x="754" y="17199"/>
                    <a:pt x="769" y="17198"/>
                    <a:pt x="784" y="17197"/>
                  </a:cubicBezTo>
                  <a:cubicBezTo>
                    <a:pt x="1198" y="17182"/>
                    <a:pt x="1509" y="16842"/>
                    <a:pt x="1494" y="16428"/>
                  </a:cubicBezTo>
                  <a:cubicBezTo>
                    <a:pt x="1494" y="16266"/>
                    <a:pt x="1420" y="16118"/>
                    <a:pt x="1331" y="16000"/>
                  </a:cubicBezTo>
                  <a:lnTo>
                    <a:pt x="2913" y="14417"/>
                  </a:lnTo>
                  <a:lnTo>
                    <a:pt x="10839" y="14417"/>
                  </a:lnTo>
                  <a:lnTo>
                    <a:pt x="15851" y="9405"/>
                  </a:lnTo>
                  <a:lnTo>
                    <a:pt x="15851" y="3786"/>
                  </a:lnTo>
                  <a:lnTo>
                    <a:pt x="19104" y="533"/>
                  </a:lnTo>
                  <a:lnTo>
                    <a:pt x="19563" y="75"/>
                  </a:lnTo>
                  <a:lnTo>
                    <a:pt x="19548" y="75"/>
                  </a:lnTo>
                  <a:lnTo>
                    <a:pt x="19326" y="1"/>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8"/>
            <p:cNvSpPr/>
            <p:nvPr/>
          </p:nvSpPr>
          <p:spPr>
            <a:xfrm>
              <a:off x="929153" y="4695276"/>
              <a:ext cx="675430" cy="657374"/>
            </a:xfrm>
            <a:custGeom>
              <a:avLst/>
              <a:gdLst/>
              <a:ahLst/>
              <a:cxnLst/>
              <a:rect l="l" t="t" r="r" b="b"/>
              <a:pathLst>
                <a:path w="17656" h="17184" extrusionOk="0">
                  <a:moveTo>
                    <a:pt x="16872" y="1"/>
                  </a:moveTo>
                  <a:cubicBezTo>
                    <a:pt x="16679" y="15"/>
                    <a:pt x="16487" y="104"/>
                    <a:pt x="16354" y="237"/>
                  </a:cubicBezTo>
                  <a:cubicBezTo>
                    <a:pt x="16221" y="385"/>
                    <a:pt x="16162" y="577"/>
                    <a:pt x="16162" y="770"/>
                  </a:cubicBezTo>
                  <a:cubicBezTo>
                    <a:pt x="16177" y="962"/>
                    <a:pt x="16250" y="1139"/>
                    <a:pt x="16384" y="1272"/>
                  </a:cubicBezTo>
                  <a:cubicBezTo>
                    <a:pt x="16384" y="1272"/>
                    <a:pt x="16398" y="1272"/>
                    <a:pt x="16398" y="1287"/>
                  </a:cubicBezTo>
                  <a:cubicBezTo>
                    <a:pt x="16517" y="1391"/>
                    <a:pt x="16665" y="1464"/>
                    <a:pt x="16827" y="1479"/>
                  </a:cubicBezTo>
                  <a:lnTo>
                    <a:pt x="16827" y="5826"/>
                  </a:lnTo>
                  <a:lnTo>
                    <a:pt x="9064" y="13574"/>
                  </a:lnTo>
                  <a:lnTo>
                    <a:pt x="3431" y="13574"/>
                  </a:lnTo>
                  <a:lnTo>
                    <a:pt x="1169" y="15837"/>
                  </a:lnTo>
                  <a:cubicBezTo>
                    <a:pt x="1050" y="15748"/>
                    <a:pt x="888" y="15704"/>
                    <a:pt x="740" y="15704"/>
                  </a:cubicBezTo>
                  <a:cubicBezTo>
                    <a:pt x="326" y="15733"/>
                    <a:pt x="0" y="16073"/>
                    <a:pt x="30" y="16472"/>
                  </a:cubicBezTo>
                  <a:cubicBezTo>
                    <a:pt x="30" y="16665"/>
                    <a:pt x="119" y="16842"/>
                    <a:pt x="237" y="16975"/>
                  </a:cubicBezTo>
                  <a:cubicBezTo>
                    <a:pt x="374" y="17099"/>
                    <a:pt x="549" y="17184"/>
                    <a:pt x="739" y="17184"/>
                  </a:cubicBezTo>
                  <a:cubicBezTo>
                    <a:pt x="754" y="17184"/>
                    <a:pt x="769" y="17183"/>
                    <a:pt x="784" y="17182"/>
                  </a:cubicBezTo>
                  <a:cubicBezTo>
                    <a:pt x="1198" y="17167"/>
                    <a:pt x="1509" y="16827"/>
                    <a:pt x="1494" y="16413"/>
                  </a:cubicBezTo>
                  <a:cubicBezTo>
                    <a:pt x="1494" y="16251"/>
                    <a:pt x="1435" y="16103"/>
                    <a:pt x="1331" y="15985"/>
                  </a:cubicBezTo>
                  <a:lnTo>
                    <a:pt x="3520" y="13796"/>
                  </a:lnTo>
                  <a:lnTo>
                    <a:pt x="9168" y="13796"/>
                  </a:lnTo>
                  <a:lnTo>
                    <a:pt x="17049" y="5915"/>
                  </a:lnTo>
                  <a:lnTo>
                    <a:pt x="17049" y="1464"/>
                  </a:lnTo>
                  <a:cubicBezTo>
                    <a:pt x="17197" y="1435"/>
                    <a:pt x="17330" y="1361"/>
                    <a:pt x="17448" y="1243"/>
                  </a:cubicBezTo>
                  <a:cubicBezTo>
                    <a:pt x="17581" y="1095"/>
                    <a:pt x="17655" y="917"/>
                    <a:pt x="17640" y="710"/>
                  </a:cubicBezTo>
                  <a:cubicBezTo>
                    <a:pt x="17626" y="518"/>
                    <a:pt x="17552" y="341"/>
                    <a:pt x="17404" y="208"/>
                  </a:cubicBezTo>
                  <a:cubicBezTo>
                    <a:pt x="17271" y="75"/>
                    <a:pt x="17093" y="1"/>
                    <a:pt x="1690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8"/>
            <p:cNvSpPr/>
            <p:nvPr/>
          </p:nvSpPr>
          <p:spPr>
            <a:xfrm>
              <a:off x="989098" y="5095189"/>
              <a:ext cx="598499" cy="532357"/>
            </a:xfrm>
            <a:custGeom>
              <a:avLst/>
              <a:gdLst/>
              <a:ahLst/>
              <a:cxnLst/>
              <a:rect l="l" t="t" r="r" b="b"/>
              <a:pathLst>
                <a:path w="15645" h="13916" extrusionOk="0">
                  <a:moveTo>
                    <a:pt x="14831" y="0"/>
                  </a:moveTo>
                  <a:cubicBezTo>
                    <a:pt x="14654" y="0"/>
                    <a:pt x="14462" y="60"/>
                    <a:pt x="14314" y="207"/>
                  </a:cubicBezTo>
                  <a:cubicBezTo>
                    <a:pt x="14033" y="503"/>
                    <a:pt x="14033" y="962"/>
                    <a:pt x="14314" y="1257"/>
                  </a:cubicBezTo>
                  <a:cubicBezTo>
                    <a:pt x="14432" y="1376"/>
                    <a:pt x="14595" y="1450"/>
                    <a:pt x="14757" y="1464"/>
                  </a:cubicBezTo>
                  <a:lnTo>
                    <a:pt x="14757" y="5974"/>
                  </a:lnTo>
                  <a:lnTo>
                    <a:pt x="12318" y="8429"/>
                  </a:lnTo>
                  <a:lnTo>
                    <a:pt x="5398" y="8429"/>
                  </a:lnTo>
                  <a:lnTo>
                    <a:pt x="1213" y="12598"/>
                  </a:lnTo>
                  <a:cubicBezTo>
                    <a:pt x="1080" y="12495"/>
                    <a:pt x="918" y="12436"/>
                    <a:pt x="725" y="12436"/>
                  </a:cubicBezTo>
                  <a:cubicBezTo>
                    <a:pt x="326" y="12450"/>
                    <a:pt x="1" y="12805"/>
                    <a:pt x="16" y="13205"/>
                  </a:cubicBezTo>
                  <a:cubicBezTo>
                    <a:pt x="30" y="13397"/>
                    <a:pt x="104" y="13574"/>
                    <a:pt x="237" y="13707"/>
                  </a:cubicBezTo>
                  <a:cubicBezTo>
                    <a:pt x="374" y="13831"/>
                    <a:pt x="550" y="13916"/>
                    <a:pt x="739" y="13916"/>
                  </a:cubicBezTo>
                  <a:cubicBezTo>
                    <a:pt x="754" y="13916"/>
                    <a:pt x="769" y="13915"/>
                    <a:pt x="784" y="13914"/>
                  </a:cubicBezTo>
                  <a:cubicBezTo>
                    <a:pt x="1198" y="13900"/>
                    <a:pt x="1509" y="13559"/>
                    <a:pt x="1494" y="13145"/>
                  </a:cubicBezTo>
                  <a:cubicBezTo>
                    <a:pt x="1494" y="13012"/>
                    <a:pt x="1450" y="12879"/>
                    <a:pt x="1361" y="12761"/>
                  </a:cubicBezTo>
                  <a:lnTo>
                    <a:pt x="5486" y="8650"/>
                  </a:lnTo>
                  <a:lnTo>
                    <a:pt x="12406" y="8650"/>
                  </a:lnTo>
                  <a:lnTo>
                    <a:pt x="14979" y="6063"/>
                  </a:lnTo>
                  <a:lnTo>
                    <a:pt x="14979" y="1450"/>
                  </a:lnTo>
                  <a:cubicBezTo>
                    <a:pt x="15112" y="1435"/>
                    <a:pt x="15245" y="1361"/>
                    <a:pt x="15364" y="1257"/>
                  </a:cubicBezTo>
                  <a:cubicBezTo>
                    <a:pt x="15645" y="962"/>
                    <a:pt x="15645" y="503"/>
                    <a:pt x="15364" y="207"/>
                  </a:cubicBezTo>
                  <a:cubicBezTo>
                    <a:pt x="15216" y="60"/>
                    <a:pt x="15024" y="0"/>
                    <a:pt x="14831"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8"/>
            <p:cNvSpPr/>
            <p:nvPr/>
          </p:nvSpPr>
          <p:spPr>
            <a:xfrm>
              <a:off x="532645" y="4316862"/>
              <a:ext cx="944095" cy="933919"/>
            </a:xfrm>
            <a:custGeom>
              <a:avLst/>
              <a:gdLst/>
              <a:ahLst/>
              <a:cxnLst/>
              <a:rect l="l" t="t" r="r" b="b"/>
              <a:pathLst>
                <a:path w="24679" h="24413" extrusionOk="0">
                  <a:moveTo>
                    <a:pt x="24486" y="1"/>
                  </a:moveTo>
                  <a:lnTo>
                    <a:pt x="19282" y="5205"/>
                  </a:lnTo>
                  <a:lnTo>
                    <a:pt x="14047" y="5205"/>
                  </a:lnTo>
                  <a:lnTo>
                    <a:pt x="9390" y="9863"/>
                  </a:lnTo>
                  <a:cubicBezTo>
                    <a:pt x="9270" y="9770"/>
                    <a:pt x="9127" y="9713"/>
                    <a:pt x="8970" y="9713"/>
                  </a:cubicBezTo>
                  <a:cubicBezTo>
                    <a:pt x="8952" y="9713"/>
                    <a:pt x="8935" y="9714"/>
                    <a:pt x="8916" y="9715"/>
                  </a:cubicBezTo>
                  <a:cubicBezTo>
                    <a:pt x="8724" y="9715"/>
                    <a:pt x="8547" y="9804"/>
                    <a:pt x="8414" y="9952"/>
                  </a:cubicBezTo>
                  <a:cubicBezTo>
                    <a:pt x="8281" y="10100"/>
                    <a:pt x="8207" y="10277"/>
                    <a:pt x="8207" y="10484"/>
                  </a:cubicBezTo>
                  <a:cubicBezTo>
                    <a:pt x="8221" y="10662"/>
                    <a:pt x="8295" y="10839"/>
                    <a:pt x="8428" y="10972"/>
                  </a:cubicBezTo>
                  <a:cubicBezTo>
                    <a:pt x="8428" y="10987"/>
                    <a:pt x="8443" y="10987"/>
                    <a:pt x="8443" y="10987"/>
                  </a:cubicBezTo>
                  <a:cubicBezTo>
                    <a:pt x="8591" y="11135"/>
                    <a:pt x="8783" y="11194"/>
                    <a:pt x="8976" y="11194"/>
                  </a:cubicBezTo>
                  <a:cubicBezTo>
                    <a:pt x="9049" y="11194"/>
                    <a:pt x="9123" y="11164"/>
                    <a:pt x="9197" y="11149"/>
                  </a:cubicBezTo>
                  <a:lnTo>
                    <a:pt x="9197" y="11149"/>
                  </a:lnTo>
                  <a:lnTo>
                    <a:pt x="6211" y="14121"/>
                  </a:lnTo>
                  <a:cubicBezTo>
                    <a:pt x="6108" y="14057"/>
                    <a:pt x="5982" y="14015"/>
                    <a:pt x="5854" y="14015"/>
                  </a:cubicBezTo>
                  <a:cubicBezTo>
                    <a:pt x="5835" y="14015"/>
                    <a:pt x="5816" y="14016"/>
                    <a:pt x="5797" y="14018"/>
                  </a:cubicBezTo>
                  <a:cubicBezTo>
                    <a:pt x="5604" y="14018"/>
                    <a:pt x="5412" y="14107"/>
                    <a:pt x="5279" y="14255"/>
                  </a:cubicBezTo>
                  <a:cubicBezTo>
                    <a:pt x="5264" y="14269"/>
                    <a:pt x="5264" y="14284"/>
                    <a:pt x="5249" y="14299"/>
                  </a:cubicBezTo>
                  <a:lnTo>
                    <a:pt x="5249" y="12022"/>
                  </a:lnTo>
                  <a:lnTo>
                    <a:pt x="5249" y="11977"/>
                  </a:lnTo>
                  <a:lnTo>
                    <a:pt x="2839" y="9567"/>
                  </a:lnTo>
                  <a:lnTo>
                    <a:pt x="0" y="12406"/>
                  </a:lnTo>
                  <a:lnTo>
                    <a:pt x="0" y="21455"/>
                  </a:lnTo>
                  <a:lnTo>
                    <a:pt x="0" y="21500"/>
                  </a:lnTo>
                  <a:lnTo>
                    <a:pt x="2470" y="23969"/>
                  </a:lnTo>
                  <a:cubicBezTo>
                    <a:pt x="2470" y="23984"/>
                    <a:pt x="2470" y="24013"/>
                    <a:pt x="2470" y="24043"/>
                  </a:cubicBezTo>
                  <a:cubicBezTo>
                    <a:pt x="2470" y="24250"/>
                    <a:pt x="2632" y="24413"/>
                    <a:pt x="2839" y="24413"/>
                  </a:cubicBezTo>
                  <a:cubicBezTo>
                    <a:pt x="3032" y="24413"/>
                    <a:pt x="3209" y="24250"/>
                    <a:pt x="3209" y="24043"/>
                  </a:cubicBezTo>
                  <a:cubicBezTo>
                    <a:pt x="3209" y="23836"/>
                    <a:pt x="3032" y="23673"/>
                    <a:pt x="2839" y="23673"/>
                  </a:cubicBezTo>
                  <a:cubicBezTo>
                    <a:pt x="2736" y="23673"/>
                    <a:pt x="2647" y="23703"/>
                    <a:pt x="2588" y="23762"/>
                  </a:cubicBezTo>
                  <a:lnTo>
                    <a:pt x="222" y="21411"/>
                  </a:lnTo>
                  <a:lnTo>
                    <a:pt x="222" y="12495"/>
                  </a:lnTo>
                  <a:lnTo>
                    <a:pt x="2839" y="9878"/>
                  </a:lnTo>
                  <a:lnTo>
                    <a:pt x="5028" y="12066"/>
                  </a:lnTo>
                  <a:lnTo>
                    <a:pt x="5028" y="21219"/>
                  </a:lnTo>
                  <a:cubicBezTo>
                    <a:pt x="4880" y="21278"/>
                    <a:pt x="4776" y="21411"/>
                    <a:pt x="4776" y="21574"/>
                  </a:cubicBezTo>
                  <a:cubicBezTo>
                    <a:pt x="4776" y="21781"/>
                    <a:pt x="4939" y="21943"/>
                    <a:pt x="5146" y="21943"/>
                  </a:cubicBezTo>
                  <a:cubicBezTo>
                    <a:pt x="5353" y="21943"/>
                    <a:pt x="5516" y="21781"/>
                    <a:pt x="5516" y="21574"/>
                  </a:cubicBezTo>
                  <a:cubicBezTo>
                    <a:pt x="5516" y="21396"/>
                    <a:pt x="5397" y="21263"/>
                    <a:pt x="5249" y="21219"/>
                  </a:cubicBezTo>
                  <a:lnTo>
                    <a:pt x="5249" y="15216"/>
                  </a:lnTo>
                  <a:cubicBezTo>
                    <a:pt x="5264" y="15230"/>
                    <a:pt x="5279" y="15260"/>
                    <a:pt x="5309" y="15275"/>
                  </a:cubicBezTo>
                  <a:cubicBezTo>
                    <a:pt x="5309" y="15290"/>
                    <a:pt x="5323" y="15290"/>
                    <a:pt x="5323" y="15290"/>
                  </a:cubicBezTo>
                  <a:cubicBezTo>
                    <a:pt x="5471" y="15437"/>
                    <a:pt x="5663" y="15497"/>
                    <a:pt x="5856" y="15497"/>
                  </a:cubicBezTo>
                  <a:cubicBezTo>
                    <a:pt x="6048" y="15482"/>
                    <a:pt x="6240" y="15408"/>
                    <a:pt x="6373" y="15260"/>
                  </a:cubicBezTo>
                  <a:cubicBezTo>
                    <a:pt x="6506" y="15112"/>
                    <a:pt x="6565" y="14920"/>
                    <a:pt x="6565" y="14728"/>
                  </a:cubicBezTo>
                  <a:cubicBezTo>
                    <a:pt x="6551" y="14550"/>
                    <a:pt x="6491" y="14402"/>
                    <a:pt x="6373" y="14269"/>
                  </a:cubicBezTo>
                  <a:lnTo>
                    <a:pt x="9330" y="11312"/>
                  </a:lnTo>
                  <a:cubicBezTo>
                    <a:pt x="9464" y="11432"/>
                    <a:pt x="9621" y="11492"/>
                    <a:pt x="9791" y="11492"/>
                  </a:cubicBezTo>
                  <a:cubicBezTo>
                    <a:pt x="9810" y="11492"/>
                    <a:pt x="9829" y="11491"/>
                    <a:pt x="9848" y="11490"/>
                  </a:cubicBezTo>
                  <a:cubicBezTo>
                    <a:pt x="10040" y="11490"/>
                    <a:pt x="10232" y="11401"/>
                    <a:pt x="10365" y="11253"/>
                  </a:cubicBezTo>
                  <a:cubicBezTo>
                    <a:pt x="10499" y="11120"/>
                    <a:pt x="10572" y="10928"/>
                    <a:pt x="10558" y="10735"/>
                  </a:cubicBezTo>
                  <a:cubicBezTo>
                    <a:pt x="10558" y="10691"/>
                    <a:pt x="10558" y="10662"/>
                    <a:pt x="10543" y="10632"/>
                  </a:cubicBezTo>
                  <a:lnTo>
                    <a:pt x="10543" y="10632"/>
                  </a:lnTo>
                  <a:cubicBezTo>
                    <a:pt x="10572" y="10691"/>
                    <a:pt x="10602" y="10735"/>
                    <a:pt x="10646" y="10765"/>
                  </a:cubicBezTo>
                  <a:cubicBezTo>
                    <a:pt x="10661" y="10780"/>
                    <a:pt x="10661" y="10780"/>
                    <a:pt x="10676" y="10795"/>
                  </a:cubicBezTo>
                  <a:cubicBezTo>
                    <a:pt x="10809" y="10928"/>
                    <a:pt x="11001" y="10987"/>
                    <a:pt x="11193" y="10987"/>
                  </a:cubicBezTo>
                  <a:cubicBezTo>
                    <a:pt x="11400" y="10972"/>
                    <a:pt x="11578" y="10898"/>
                    <a:pt x="11711" y="10750"/>
                  </a:cubicBezTo>
                  <a:cubicBezTo>
                    <a:pt x="11800" y="10647"/>
                    <a:pt x="11859" y="10528"/>
                    <a:pt x="11888" y="10395"/>
                  </a:cubicBezTo>
                  <a:lnTo>
                    <a:pt x="16797" y="10395"/>
                  </a:lnTo>
                  <a:lnTo>
                    <a:pt x="17522" y="9671"/>
                  </a:lnTo>
                  <a:lnTo>
                    <a:pt x="17522" y="7882"/>
                  </a:lnTo>
                  <a:cubicBezTo>
                    <a:pt x="17670" y="7852"/>
                    <a:pt x="17803" y="7778"/>
                    <a:pt x="17906" y="7660"/>
                  </a:cubicBezTo>
                  <a:cubicBezTo>
                    <a:pt x="18040" y="7527"/>
                    <a:pt x="18099" y="7335"/>
                    <a:pt x="18099" y="7128"/>
                  </a:cubicBezTo>
                  <a:cubicBezTo>
                    <a:pt x="18084" y="6935"/>
                    <a:pt x="17995" y="6758"/>
                    <a:pt x="17862" y="6625"/>
                  </a:cubicBezTo>
                  <a:cubicBezTo>
                    <a:pt x="17727" y="6503"/>
                    <a:pt x="17554" y="6431"/>
                    <a:pt x="17378" y="6431"/>
                  </a:cubicBezTo>
                  <a:cubicBezTo>
                    <a:pt x="17362" y="6431"/>
                    <a:pt x="17346" y="6431"/>
                    <a:pt x="17330" y="6433"/>
                  </a:cubicBezTo>
                  <a:cubicBezTo>
                    <a:pt x="17138" y="6433"/>
                    <a:pt x="16945" y="6521"/>
                    <a:pt x="16812" y="6654"/>
                  </a:cubicBezTo>
                  <a:cubicBezTo>
                    <a:pt x="16679" y="6802"/>
                    <a:pt x="16605" y="6995"/>
                    <a:pt x="16620" y="7187"/>
                  </a:cubicBezTo>
                  <a:cubicBezTo>
                    <a:pt x="16620" y="7379"/>
                    <a:pt x="16709" y="7556"/>
                    <a:pt x="16842" y="7689"/>
                  </a:cubicBezTo>
                  <a:cubicBezTo>
                    <a:pt x="16842" y="7689"/>
                    <a:pt x="16842" y="7704"/>
                    <a:pt x="16857" y="7704"/>
                  </a:cubicBezTo>
                  <a:cubicBezTo>
                    <a:pt x="16975" y="7823"/>
                    <a:pt x="17138" y="7882"/>
                    <a:pt x="17300" y="7896"/>
                  </a:cubicBezTo>
                  <a:lnTo>
                    <a:pt x="17300" y="9582"/>
                  </a:lnTo>
                  <a:lnTo>
                    <a:pt x="16694" y="10174"/>
                  </a:lnTo>
                  <a:lnTo>
                    <a:pt x="11903" y="10174"/>
                  </a:lnTo>
                  <a:cubicBezTo>
                    <a:pt x="11888" y="9996"/>
                    <a:pt x="11815" y="9833"/>
                    <a:pt x="11667" y="9700"/>
                  </a:cubicBezTo>
                  <a:cubicBezTo>
                    <a:pt x="11534" y="9567"/>
                    <a:pt x="11341" y="9508"/>
                    <a:pt x="11149" y="9508"/>
                  </a:cubicBezTo>
                  <a:cubicBezTo>
                    <a:pt x="10942" y="9523"/>
                    <a:pt x="10765" y="9597"/>
                    <a:pt x="10632" y="9745"/>
                  </a:cubicBezTo>
                  <a:cubicBezTo>
                    <a:pt x="10499" y="9893"/>
                    <a:pt x="10425" y="10085"/>
                    <a:pt x="10439" y="10277"/>
                  </a:cubicBezTo>
                  <a:cubicBezTo>
                    <a:pt x="10439" y="10307"/>
                    <a:pt x="10439" y="10336"/>
                    <a:pt x="10439" y="10366"/>
                  </a:cubicBezTo>
                  <a:cubicBezTo>
                    <a:pt x="10410" y="10321"/>
                    <a:pt x="10365" y="10262"/>
                    <a:pt x="10321" y="10218"/>
                  </a:cubicBezTo>
                  <a:cubicBezTo>
                    <a:pt x="10186" y="10096"/>
                    <a:pt x="10026" y="10024"/>
                    <a:pt x="9841" y="10024"/>
                  </a:cubicBezTo>
                  <a:cubicBezTo>
                    <a:pt x="9824" y="10024"/>
                    <a:pt x="9806" y="10024"/>
                    <a:pt x="9789" y="10026"/>
                  </a:cubicBezTo>
                  <a:cubicBezTo>
                    <a:pt x="9715" y="10026"/>
                    <a:pt x="9641" y="10040"/>
                    <a:pt x="9582" y="10070"/>
                  </a:cubicBezTo>
                  <a:cubicBezTo>
                    <a:pt x="9567" y="10040"/>
                    <a:pt x="9552" y="10026"/>
                    <a:pt x="9537" y="10011"/>
                  </a:cubicBezTo>
                  <a:lnTo>
                    <a:pt x="14136" y="5427"/>
                  </a:lnTo>
                  <a:lnTo>
                    <a:pt x="19370" y="5427"/>
                  </a:lnTo>
                  <a:lnTo>
                    <a:pt x="24679" y="119"/>
                  </a:lnTo>
                  <a:cubicBezTo>
                    <a:pt x="24605" y="89"/>
                    <a:pt x="24545" y="45"/>
                    <a:pt x="244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8"/>
            <p:cNvSpPr/>
            <p:nvPr/>
          </p:nvSpPr>
          <p:spPr>
            <a:xfrm>
              <a:off x="807542" y="4569151"/>
              <a:ext cx="493260" cy="334961"/>
            </a:xfrm>
            <a:custGeom>
              <a:avLst/>
              <a:gdLst/>
              <a:ahLst/>
              <a:cxnLst/>
              <a:rect l="l" t="t" r="r" b="b"/>
              <a:pathLst>
                <a:path w="12894" h="8756" extrusionOk="0">
                  <a:moveTo>
                    <a:pt x="12125" y="0"/>
                  </a:moveTo>
                  <a:cubicBezTo>
                    <a:pt x="11711" y="15"/>
                    <a:pt x="11401" y="355"/>
                    <a:pt x="11415" y="769"/>
                  </a:cubicBezTo>
                  <a:cubicBezTo>
                    <a:pt x="11415" y="947"/>
                    <a:pt x="11489" y="1124"/>
                    <a:pt x="11622" y="1257"/>
                  </a:cubicBezTo>
                  <a:cubicBezTo>
                    <a:pt x="11637" y="1272"/>
                    <a:pt x="11637" y="1272"/>
                    <a:pt x="11652" y="1272"/>
                  </a:cubicBezTo>
                  <a:cubicBezTo>
                    <a:pt x="11755" y="1390"/>
                    <a:pt x="11903" y="1449"/>
                    <a:pt x="12051" y="1464"/>
                  </a:cubicBezTo>
                  <a:lnTo>
                    <a:pt x="12051" y="3519"/>
                  </a:lnTo>
                  <a:lnTo>
                    <a:pt x="10750" y="4821"/>
                  </a:lnTo>
                  <a:lnTo>
                    <a:pt x="3697" y="4821"/>
                  </a:lnTo>
                  <a:lnTo>
                    <a:pt x="1139" y="7393"/>
                  </a:lnTo>
                  <a:cubicBezTo>
                    <a:pt x="1006" y="7319"/>
                    <a:pt x="858" y="7275"/>
                    <a:pt x="710" y="7275"/>
                  </a:cubicBezTo>
                  <a:cubicBezTo>
                    <a:pt x="518" y="7290"/>
                    <a:pt x="341" y="7364"/>
                    <a:pt x="207" y="7512"/>
                  </a:cubicBezTo>
                  <a:cubicBezTo>
                    <a:pt x="74" y="7660"/>
                    <a:pt x="0" y="7852"/>
                    <a:pt x="0" y="8044"/>
                  </a:cubicBezTo>
                  <a:cubicBezTo>
                    <a:pt x="15" y="8236"/>
                    <a:pt x="89" y="8414"/>
                    <a:pt x="222" y="8532"/>
                  </a:cubicBezTo>
                  <a:cubicBezTo>
                    <a:pt x="222" y="8547"/>
                    <a:pt x="237" y="8547"/>
                    <a:pt x="237" y="8562"/>
                  </a:cubicBezTo>
                  <a:cubicBezTo>
                    <a:pt x="372" y="8683"/>
                    <a:pt x="545" y="8756"/>
                    <a:pt x="721" y="8756"/>
                  </a:cubicBezTo>
                  <a:cubicBezTo>
                    <a:pt x="737" y="8756"/>
                    <a:pt x="753" y="8755"/>
                    <a:pt x="769" y="8754"/>
                  </a:cubicBezTo>
                  <a:cubicBezTo>
                    <a:pt x="962" y="8754"/>
                    <a:pt x="1154" y="8665"/>
                    <a:pt x="1287" y="8517"/>
                  </a:cubicBezTo>
                  <a:cubicBezTo>
                    <a:pt x="1420" y="8369"/>
                    <a:pt x="1494" y="8192"/>
                    <a:pt x="1479" y="7985"/>
                  </a:cubicBezTo>
                  <a:cubicBezTo>
                    <a:pt x="1479" y="7822"/>
                    <a:pt x="1405" y="7660"/>
                    <a:pt x="1302" y="7541"/>
                  </a:cubicBezTo>
                  <a:lnTo>
                    <a:pt x="3800" y="5042"/>
                  </a:lnTo>
                  <a:lnTo>
                    <a:pt x="10839" y="5042"/>
                  </a:lnTo>
                  <a:lnTo>
                    <a:pt x="12273" y="3623"/>
                  </a:lnTo>
                  <a:lnTo>
                    <a:pt x="12273" y="1464"/>
                  </a:lnTo>
                  <a:cubicBezTo>
                    <a:pt x="12628" y="1405"/>
                    <a:pt x="12894" y="1080"/>
                    <a:pt x="12879" y="710"/>
                  </a:cubicBezTo>
                  <a:cubicBezTo>
                    <a:pt x="12864" y="311"/>
                    <a:pt x="12539" y="0"/>
                    <a:pt x="1215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8"/>
            <p:cNvSpPr/>
            <p:nvPr/>
          </p:nvSpPr>
          <p:spPr>
            <a:xfrm>
              <a:off x="921235" y="4821401"/>
              <a:ext cx="609785" cy="377347"/>
            </a:xfrm>
            <a:custGeom>
              <a:avLst/>
              <a:gdLst/>
              <a:ahLst/>
              <a:cxnLst/>
              <a:rect l="l" t="t" r="r" b="b"/>
              <a:pathLst>
                <a:path w="15940" h="9864" extrusionOk="0">
                  <a:moveTo>
                    <a:pt x="15156" y="1"/>
                  </a:moveTo>
                  <a:cubicBezTo>
                    <a:pt x="14757" y="31"/>
                    <a:pt x="14432" y="371"/>
                    <a:pt x="14447" y="770"/>
                  </a:cubicBezTo>
                  <a:cubicBezTo>
                    <a:pt x="14461" y="918"/>
                    <a:pt x="14506" y="1051"/>
                    <a:pt x="14580" y="1169"/>
                  </a:cubicBezTo>
                  <a:lnTo>
                    <a:pt x="9567" y="6182"/>
                  </a:lnTo>
                  <a:lnTo>
                    <a:pt x="3460" y="6182"/>
                  </a:lnTo>
                  <a:lnTo>
                    <a:pt x="1139" y="8503"/>
                  </a:lnTo>
                  <a:cubicBezTo>
                    <a:pt x="1036" y="8426"/>
                    <a:pt x="910" y="8382"/>
                    <a:pt x="771" y="8382"/>
                  </a:cubicBezTo>
                  <a:cubicBezTo>
                    <a:pt x="751" y="8382"/>
                    <a:pt x="731" y="8383"/>
                    <a:pt x="710" y="8385"/>
                  </a:cubicBezTo>
                  <a:cubicBezTo>
                    <a:pt x="518" y="8385"/>
                    <a:pt x="326" y="8473"/>
                    <a:pt x="193" y="8621"/>
                  </a:cubicBezTo>
                  <a:cubicBezTo>
                    <a:pt x="60" y="8769"/>
                    <a:pt x="0" y="8947"/>
                    <a:pt x="0" y="9154"/>
                  </a:cubicBezTo>
                  <a:cubicBezTo>
                    <a:pt x="15" y="9331"/>
                    <a:pt x="89" y="9508"/>
                    <a:pt x="222" y="9642"/>
                  </a:cubicBezTo>
                  <a:cubicBezTo>
                    <a:pt x="222" y="9642"/>
                    <a:pt x="237" y="9656"/>
                    <a:pt x="237" y="9656"/>
                  </a:cubicBezTo>
                  <a:cubicBezTo>
                    <a:pt x="385" y="9789"/>
                    <a:pt x="577" y="9863"/>
                    <a:pt x="769" y="9863"/>
                  </a:cubicBezTo>
                  <a:cubicBezTo>
                    <a:pt x="962" y="9849"/>
                    <a:pt x="1154" y="9760"/>
                    <a:pt x="1287" y="9627"/>
                  </a:cubicBezTo>
                  <a:cubicBezTo>
                    <a:pt x="1420" y="9479"/>
                    <a:pt x="1479" y="9287"/>
                    <a:pt x="1479" y="9094"/>
                  </a:cubicBezTo>
                  <a:cubicBezTo>
                    <a:pt x="1464" y="8932"/>
                    <a:pt x="1405" y="8769"/>
                    <a:pt x="1302" y="8651"/>
                  </a:cubicBezTo>
                  <a:lnTo>
                    <a:pt x="3549" y="6403"/>
                  </a:lnTo>
                  <a:lnTo>
                    <a:pt x="9656" y="6403"/>
                  </a:lnTo>
                  <a:lnTo>
                    <a:pt x="14742" y="1332"/>
                  </a:lnTo>
                  <a:cubicBezTo>
                    <a:pt x="14862" y="1425"/>
                    <a:pt x="15005" y="1482"/>
                    <a:pt x="15162" y="1482"/>
                  </a:cubicBezTo>
                  <a:cubicBezTo>
                    <a:pt x="15179" y="1482"/>
                    <a:pt x="15197" y="1481"/>
                    <a:pt x="15215" y="1480"/>
                  </a:cubicBezTo>
                  <a:cubicBezTo>
                    <a:pt x="15629" y="1465"/>
                    <a:pt x="15940" y="1125"/>
                    <a:pt x="15925" y="711"/>
                  </a:cubicBezTo>
                  <a:cubicBezTo>
                    <a:pt x="15910" y="326"/>
                    <a:pt x="15585" y="1"/>
                    <a:pt x="151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8"/>
            <p:cNvSpPr/>
            <p:nvPr/>
          </p:nvSpPr>
          <p:spPr>
            <a:xfrm>
              <a:off x="846562" y="4350258"/>
              <a:ext cx="695208" cy="600183"/>
            </a:xfrm>
            <a:custGeom>
              <a:avLst/>
              <a:gdLst/>
              <a:ahLst/>
              <a:cxnLst/>
              <a:rect l="l" t="t" r="r" b="b"/>
              <a:pathLst>
                <a:path w="18173" h="15689" extrusionOk="0">
                  <a:moveTo>
                    <a:pt x="17951" y="0"/>
                  </a:moveTo>
                  <a:lnTo>
                    <a:pt x="13456" y="4480"/>
                  </a:lnTo>
                  <a:lnTo>
                    <a:pt x="13456" y="9818"/>
                  </a:lnTo>
                  <a:lnTo>
                    <a:pt x="11046" y="12243"/>
                  </a:lnTo>
                  <a:lnTo>
                    <a:pt x="3298" y="12243"/>
                  </a:lnTo>
                  <a:lnTo>
                    <a:pt x="1184" y="14343"/>
                  </a:lnTo>
                  <a:lnTo>
                    <a:pt x="1184" y="14357"/>
                  </a:lnTo>
                  <a:cubicBezTo>
                    <a:pt x="1064" y="14265"/>
                    <a:pt x="921" y="14207"/>
                    <a:pt x="764" y="14207"/>
                  </a:cubicBezTo>
                  <a:cubicBezTo>
                    <a:pt x="746" y="14207"/>
                    <a:pt x="729" y="14208"/>
                    <a:pt x="710" y="14210"/>
                  </a:cubicBezTo>
                  <a:cubicBezTo>
                    <a:pt x="518" y="14210"/>
                    <a:pt x="341" y="14298"/>
                    <a:pt x="208" y="14446"/>
                  </a:cubicBezTo>
                  <a:cubicBezTo>
                    <a:pt x="75" y="14594"/>
                    <a:pt x="1" y="14771"/>
                    <a:pt x="1" y="14978"/>
                  </a:cubicBezTo>
                  <a:cubicBezTo>
                    <a:pt x="15" y="15156"/>
                    <a:pt x="89" y="15333"/>
                    <a:pt x="222" y="15466"/>
                  </a:cubicBezTo>
                  <a:cubicBezTo>
                    <a:pt x="222" y="15466"/>
                    <a:pt x="237" y="15481"/>
                    <a:pt x="237" y="15481"/>
                  </a:cubicBezTo>
                  <a:cubicBezTo>
                    <a:pt x="385" y="15614"/>
                    <a:pt x="577" y="15688"/>
                    <a:pt x="770" y="15688"/>
                  </a:cubicBezTo>
                  <a:cubicBezTo>
                    <a:pt x="977" y="15673"/>
                    <a:pt x="1154" y="15585"/>
                    <a:pt x="1287" y="15452"/>
                  </a:cubicBezTo>
                  <a:cubicBezTo>
                    <a:pt x="1420" y="15304"/>
                    <a:pt x="1494" y="15112"/>
                    <a:pt x="1479" y="14919"/>
                  </a:cubicBezTo>
                  <a:cubicBezTo>
                    <a:pt x="1479" y="14757"/>
                    <a:pt x="1420" y="14624"/>
                    <a:pt x="1331" y="14505"/>
                  </a:cubicBezTo>
                  <a:lnTo>
                    <a:pt x="3387" y="12465"/>
                  </a:lnTo>
                  <a:lnTo>
                    <a:pt x="11135" y="12465"/>
                  </a:lnTo>
                  <a:lnTo>
                    <a:pt x="13678" y="9907"/>
                  </a:lnTo>
                  <a:lnTo>
                    <a:pt x="13678" y="4584"/>
                  </a:lnTo>
                  <a:lnTo>
                    <a:pt x="18173" y="89"/>
                  </a:lnTo>
                  <a:cubicBezTo>
                    <a:pt x="18099" y="59"/>
                    <a:pt x="18025" y="30"/>
                    <a:pt x="17951"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8"/>
            <p:cNvSpPr/>
            <p:nvPr/>
          </p:nvSpPr>
          <p:spPr>
            <a:xfrm>
              <a:off x="987989" y="4608706"/>
              <a:ext cx="167442" cy="56617"/>
            </a:xfrm>
            <a:custGeom>
              <a:avLst/>
              <a:gdLst/>
              <a:ahLst/>
              <a:cxnLst/>
              <a:rect l="l" t="t" r="r" b="b"/>
              <a:pathLst>
                <a:path w="4377" h="1480" extrusionOk="0">
                  <a:moveTo>
                    <a:pt x="3635" y="1"/>
                  </a:moveTo>
                  <a:cubicBezTo>
                    <a:pt x="3626" y="1"/>
                    <a:pt x="3617" y="1"/>
                    <a:pt x="3608" y="1"/>
                  </a:cubicBezTo>
                  <a:cubicBezTo>
                    <a:pt x="3224" y="16"/>
                    <a:pt x="2928" y="312"/>
                    <a:pt x="2898" y="667"/>
                  </a:cubicBezTo>
                  <a:lnTo>
                    <a:pt x="1479" y="667"/>
                  </a:lnTo>
                  <a:cubicBezTo>
                    <a:pt x="1464" y="489"/>
                    <a:pt x="1390" y="327"/>
                    <a:pt x="1242" y="194"/>
                  </a:cubicBezTo>
                  <a:cubicBezTo>
                    <a:pt x="1109" y="75"/>
                    <a:pt x="932" y="1"/>
                    <a:pt x="754" y="1"/>
                  </a:cubicBezTo>
                  <a:lnTo>
                    <a:pt x="725" y="1"/>
                  </a:lnTo>
                  <a:cubicBezTo>
                    <a:pt x="311" y="16"/>
                    <a:pt x="0" y="356"/>
                    <a:pt x="15" y="770"/>
                  </a:cubicBezTo>
                  <a:cubicBezTo>
                    <a:pt x="15" y="948"/>
                    <a:pt x="89" y="1125"/>
                    <a:pt x="222" y="1258"/>
                  </a:cubicBezTo>
                  <a:cubicBezTo>
                    <a:pt x="237" y="1273"/>
                    <a:pt x="237" y="1273"/>
                    <a:pt x="252" y="1288"/>
                  </a:cubicBezTo>
                  <a:cubicBezTo>
                    <a:pt x="385" y="1421"/>
                    <a:pt x="577" y="1480"/>
                    <a:pt x="769" y="1480"/>
                  </a:cubicBezTo>
                  <a:cubicBezTo>
                    <a:pt x="1124" y="1465"/>
                    <a:pt x="1405" y="1214"/>
                    <a:pt x="1464" y="889"/>
                  </a:cubicBezTo>
                  <a:lnTo>
                    <a:pt x="2913" y="889"/>
                  </a:lnTo>
                  <a:cubicBezTo>
                    <a:pt x="2943" y="1036"/>
                    <a:pt x="3002" y="1155"/>
                    <a:pt x="3105" y="1258"/>
                  </a:cubicBezTo>
                  <a:cubicBezTo>
                    <a:pt x="3253" y="1406"/>
                    <a:pt x="3445" y="1480"/>
                    <a:pt x="3652" y="1480"/>
                  </a:cubicBezTo>
                  <a:cubicBezTo>
                    <a:pt x="4066" y="1465"/>
                    <a:pt x="4377" y="1110"/>
                    <a:pt x="4362" y="711"/>
                  </a:cubicBezTo>
                  <a:cubicBezTo>
                    <a:pt x="4348" y="307"/>
                    <a:pt x="4023" y="1"/>
                    <a:pt x="3635"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72;p28"/>
          <p:cNvGrpSpPr/>
          <p:nvPr/>
        </p:nvGrpSpPr>
        <p:grpSpPr>
          <a:xfrm rot="10800000" flipH="1">
            <a:off x="6957307" y="-836262"/>
            <a:ext cx="2943176" cy="2942600"/>
            <a:chOff x="-564150" y="3589452"/>
            <a:chExt cx="2169844" cy="2038094"/>
          </a:xfrm>
        </p:grpSpPr>
        <p:sp>
          <p:nvSpPr>
            <p:cNvPr id="373" name="Google Shape;373;p28"/>
            <p:cNvSpPr/>
            <p:nvPr/>
          </p:nvSpPr>
          <p:spPr>
            <a:xfrm>
              <a:off x="-434046" y="3735967"/>
              <a:ext cx="1405680" cy="1112073"/>
            </a:xfrm>
            <a:custGeom>
              <a:avLst/>
              <a:gdLst/>
              <a:ahLst/>
              <a:cxnLst/>
              <a:rect l="l" t="t" r="r" b="b"/>
              <a:pathLst>
                <a:path w="36745" h="29070" extrusionOk="0">
                  <a:moveTo>
                    <a:pt x="35414" y="207"/>
                  </a:moveTo>
                  <a:cubicBezTo>
                    <a:pt x="35148" y="488"/>
                    <a:pt x="35133" y="917"/>
                    <a:pt x="35384" y="1213"/>
                  </a:cubicBezTo>
                  <a:lnTo>
                    <a:pt x="35384" y="1213"/>
                  </a:lnTo>
                  <a:lnTo>
                    <a:pt x="28937" y="7645"/>
                  </a:lnTo>
                  <a:lnTo>
                    <a:pt x="23540" y="7645"/>
                  </a:lnTo>
                  <a:lnTo>
                    <a:pt x="15630" y="15555"/>
                  </a:lnTo>
                  <a:lnTo>
                    <a:pt x="15630" y="21174"/>
                  </a:lnTo>
                  <a:lnTo>
                    <a:pt x="10750" y="26054"/>
                  </a:lnTo>
                  <a:lnTo>
                    <a:pt x="2869" y="26054"/>
                  </a:lnTo>
                  <a:lnTo>
                    <a:pt x="2825" y="26054"/>
                  </a:lnTo>
                  <a:lnTo>
                    <a:pt x="1169" y="27710"/>
                  </a:lnTo>
                  <a:cubicBezTo>
                    <a:pt x="1051" y="27621"/>
                    <a:pt x="888" y="27577"/>
                    <a:pt x="725" y="27577"/>
                  </a:cubicBezTo>
                  <a:lnTo>
                    <a:pt x="725" y="27577"/>
                  </a:lnTo>
                  <a:cubicBezTo>
                    <a:pt x="326" y="27606"/>
                    <a:pt x="1" y="27946"/>
                    <a:pt x="16" y="28345"/>
                  </a:cubicBezTo>
                  <a:lnTo>
                    <a:pt x="16" y="28345"/>
                  </a:lnTo>
                  <a:cubicBezTo>
                    <a:pt x="30" y="28538"/>
                    <a:pt x="104" y="28715"/>
                    <a:pt x="237" y="28848"/>
                  </a:cubicBezTo>
                  <a:lnTo>
                    <a:pt x="237" y="28848"/>
                  </a:lnTo>
                  <a:cubicBezTo>
                    <a:pt x="370" y="28981"/>
                    <a:pt x="577" y="29070"/>
                    <a:pt x="784" y="29055"/>
                  </a:cubicBezTo>
                  <a:lnTo>
                    <a:pt x="784" y="29055"/>
                  </a:lnTo>
                  <a:lnTo>
                    <a:pt x="784" y="29055"/>
                  </a:lnTo>
                  <a:cubicBezTo>
                    <a:pt x="1198" y="29040"/>
                    <a:pt x="1509" y="28700"/>
                    <a:pt x="1494" y="28286"/>
                  </a:cubicBezTo>
                  <a:lnTo>
                    <a:pt x="1494" y="28286"/>
                  </a:lnTo>
                  <a:cubicBezTo>
                    <a:pt x="1494" y="28124"/>
                    <a:pt x="1435" y="27976"/>
                    <a:pt x="1331" y="27857"/>
                  </a:cubicBezTo>
                  <a:lnTo>
                    <a:pt x="1331" y="27857"/>
                  </a:lnTo>
                  <a:lnTo>
                    <a:pt x="2914" y="26275"/>
                  </a:lnTo>
                  <a:lnTo>
                    <a:pt x="10795" y="26275"/>
                  </a:lnTo>
                  <a:lnTo>
                    <a:pt x="10839" y="26275"/>
                  </a:lnTo>
                  <a:lnTo>
                    <a:pt x="15852" y="21263"/>
                  </a:lnTo>
                  <a:lnTo>
                    <a:pt x="15852" y="15644"/>
                  </a:lnTo>
                  <a:lnTo>
                    <a:pt x="23629" y="7866"/>
                  </a:lnTo>
                  <a:lnTo>
                    <a:pt x="29026" y="7866"/>
                  </a:lnTo>
                  <a:lnTo>
                    <a:pt x="35547" y="1361"/>
                  </a:lnTo>
                  <a:cubicBezTo>
                    <a:pt x="35828" y="1538"/>
                    <a:pt x="36212" y="1508"/>
                    <a:pt x="36463" y="1257"/>
                  </a:cubicBezTo>
                  <a:lnTo>
                    <a:pt x="36463" y="1257"/>
                  </a:lnTo>
                  <a:cubicBezTo>
                    <a:pt x="36744" y="961"/>
                    <a:pt x="36744" y="503"/>
                    <a:pt x="36463" y="207"/>
                  </a:cubicBezTo>
                  <a:lnTo>
                    <a:pt x="36463" y="207"/>
                  </a:lnTo>
                  <a:cubicBezTo>
                    <a:pt x="36316" y="59"/>
                    <a:pt x="36123" y="0"/>
                    <a:pt x="35931" y="0"/>
                  </a:cubicBezTo>
                  <a:lnTo>
                    <a:pt x="35931" y="0"/>
                  </a:lnTo>
                  <a:cubicBezTo>
                    <a:pt x="35754" y="0"/>
                    <a:pt x="35562" y="59"/>
                    <a:pt x="35414" y="207"/>
                  </a:cubicBezTo>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8"/>
            <p:cNvSpPr/>
            <p:nvPr/>
          </p:nvSpPr>
          <p:spPr>
            <a:xfrm>
              <a:off x="232271" y="4016526"/>
              <a:ext cx="867738" cy="1270602"/>
            </a:xfrm>
            <a:custGeom>
              <a:avLst/>
              <a:gdLst/>
              <a:ahLst/>
              <a:cxnLst/>
              <a:rect l="l" t="t" r="r" b="b"/>
              <a:pathLst>
                <a:path w="22683" h="33214" extrusionOk="0">
                  <a:moveTo>
                    <a:pt x="21870" y="0"/>
                  </a:moveTo>
                  <a:cubicBezTo>
                    <a:pt x="21677" y="0"/>
                    <a:pt x="21485" y="74"/>
                    <a:pt x="21352" y="207"/>
                  </a:cubicBezTo>
                  <a:cubicBezTo>
                    <a:pt x="21056" y="503"/>
                    <a:pt x="21056" y="976"/>
                    <a:pt x="21352" y="1257"/>
                  </a:cubicBezTo>
                  <a:cubicBezTo>
                    <a:pt x="21470" y="1390"/>
                    <a:pt x="21648" y="1464"/>
                    <a:pt x="21811" y="1464"/>
                  </a:cubicBezTo>
                  <a:lnTo>
                    <a:pt x="21811" y="5841"/>
                  </a:lnTo>
                  <a:lnTo>
                    <a:pt x="14225" y="13426"/>
                  </a:lnTo>
                  <a:lnTo>
                    <a:pt x="8976" y="13426"/>
                  </a:lnTo>
                  <a:lnTo>
                    <a:pt x="3653" y="18749"/>
                  </a:lnTo>
                  <a:lnTo>
                    <a:pt x="3653" y="29469"/>
                  </a:lnTo>
                  <a:lnTo>
                    <a:pt x="1243" y="31879"/>
                  </a:lnTo>
                  <a:cubicBezTo>
                    <a:pt x="1118" y="31787"/>
                    <a:pt x="967" y="31742"/>
                    <a:pt x="816" y="31742"/>
                  </a:cubicBezTo>
                  <a:cubicBezTo>
                    <a:pt x="627" y="31742"/>
                    <a:pt x="436" y="31813"/>
                    <a:pt x="297" y="31953"/>
                  </a:cubicBezTo>
                  <a:cubicBezTo>
                    <a:pt x="1" y="32249"/>
                    <a:pt x="1" y="32707"/>
                    <a:pt x="297" y="33003"/>
                  </a:cubicBezTo>
                  <a:cubicBezTo>
                    <a:pt x="437" y="33143"/>
                    <a:pt x="626" y="33214"/>
                    <a:pt x="814" y="33214"/>
                  </a:cubicBezTo>
                  <a:cubicBezTo>
                    <a:pt x="1003" y="33214"/>
                    <a:pt x="1191" y="33143"/>
                    <a:pt x="1332" y="33003"/>
                  </a:cubicBezTo>
                  <a:cubicBezTo>
                    <a:pt x="1598" y="32737"/>
                    <a:pt x="1627" y="32323"/>
                    <a:pt x="1406" y="32027"/>
                  </a:cubicBezTo>
                  <a:lnTo>
                    <a:pt x="3875" y="29558"/>
                  </a:lnTo>
                  <a:lnTo>
                    <a:pt x="3875" y="18838"/>
                  </a:lnTo>
                  <a:lnTo>
                    <a:pt x="9065" y="13648"/>
                  </a:lnTo>
                  <a:lnTo>
                    <a:pt x="14314" y="13648"/>
                  </a:lnTo>
                  <a:lnTo>
                    <a:pt x="22032" y="5929"/>
                  </a:lnTo>
                  <a:lnTo>
                    <a:pt x="22032" y="1449"/>
                  </a:lnTo>
                  <a:cubicBezTo>
                    <a:pt x="22165" y="1420"/>
                    <a:pt x="22284" y="1361"/>
                    <a:pt x="22387" y="1257"/>
                  </a:cubicBezTo>
                  <a:cubicBezTo>
                    <a:pt x="22683" y="976"/>
                    <a:pt x="22683" y="503"/>
                    <a:pt x="22387" y="207"/>
                  </a:cubicBezTo>
                  <a:cubicBezTo>
                    <a:pt x="22239" y="74"/>
                    <a:pt x="22062" y="0"/>
                    <a:pt x="2187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8"/>
            <p:cNvSpPr/>
            <p:nvPr/>
          </p:nvSpPr>
          <p:spPr>
            <a:xfrm>
              <a:off x="-361631" y="4510315"/>
              <a:ext cx="674856" cy="657374"/>
            </a:xfrm>
            <a:custGeom>
              <a:avLst/>
              <a:gdLst/>
              <a:ahLst/>
              <a:cxnLst/>
              <a:rect l="l" t="t" r="r" b="b"/>
              <a:pathLst>
                <a:path w="17641" h="17184" extrusionOk="0">
                  <a:moveTo>
                    <a:pt x="16857" y="1"/>
                  </a:moveTo>
                  <a:cubicBezTo>
                    <a:pt x="16664" y="15"/>
                    <a:pt x="16487" y="104"/>
                    <a:pt x="16354" y="237"/>
                  </a:cubicBezTo>
                  <a:cubicBezTo>
                    <a:pt x="16221" y="385"/>
                    <a:pt x="16147" y="577"/>
                    <a:pt x="16147" y="769"/>
                  </a:cubicBezTo>
                  <a:cubicBezTo>
                    <a:pt x="16162" y="962"/>
                    <a:pt x="16236" y="1139"/>
                    <a:pt x="16369" y="1272"/>
                  </a:cubicBezTo>
                  <a:cubicBezTo>
                    <a:pt x="16369" y="1272"/>
                    <a:pt x="16383" y="1287"/>
                    <a:pt x="16383" y="1287"/>
                  </a:cubicBezTo>
                  <a:cubicBezTo>
                    <a:pt x="16502" y="1390"/>
                    <a:pt x="16650" y="1464"/>
                    <a:pt x="16812" y="1479"/>
                  </a:cubicBezTo>
                  <a:lnTo>
                    <a:pt x="16812" y="5826"/>
                  </a:lnTo>
                  <a:lnTo>
                    <a:pt x="9064" y="13574"/>
                  </a:lnTo>
                  <a:lnTo>
                    <a:pt x="3416" y="13574"/>
                  </a:lnTo>
                  <a:lnTo>
                    <a:pt x="1154" y="15837"/>
                  </a:lnTo>
                  <a:cubicBezTo>
                    <a:pt x="1050" y="15759"/>
                    <a:pt x="925" y="15715"/>
                    <a:pt x="786" y="15715"/>
                  </a:cubicBezTo>
                  <a:cubicBezTo>
                    <a:pt x="766" y="15715"/>
                    <a:pt x="746" y="15716"/>
                    <a:pt x="725" y="15718"/>
                  </a:cubicBezTo>
                  <a:cubicBezTo>
                    <a:pt x="311" y="15733"/>
                    <a:pt x="0" y="16073"/>
                    <a:pt x="15" y="16472"/>
                  </a:cubicBezTo>
                  <a:cubicBezTo>
                    <a:pt x="15" y="16665"/>
                    <a:pt x="104" y="16842"/>
                    <a:pt x="222" y="16975"/>
                  </a:cubicBezTo>
                  <a:cubicBezTo>
                    <a:pt x="359" y="17098"/>
                    <a:pt x="534" y="17184"/>
                    <a:pt x="736" y="17184"/>
                  </a:cubicBezTo>
                  <a:cubicBezTo>
                    <a:pt x="752" y="17184"/>
                    <a:pt x="768" y="17183"/>
                    <a:pt x="784" y="17182"/>
                  </a:cubicBezTo>
                  <a:cubicBezTo>
                    <a:pt x="1183" y="17167"/>
                    <a:pt x="1509" y="16827"/>
                    <a:pt x="1494" y="16428"/>
                  </a:cubicBezTo>
                  <a:cubicBezTo>
                    <a:pt x="1479" y="16251"/>
                    <a:pt x="1420" y="16103"/>
                    <a:pt x="1316" y="15984"/>
                  </a:cubicBezTo>
                  <a:lnTo>
                    <a:pt x="3505" y="13796"/>
                  </a:lnTo>
                  <a:lnTo>
                    <a:pt x="9153" y="13796"/>
                  </a:lnTo>
                  <a:lnTo>
                    <a:pt x="17034" y="5915"/>
                  </a:lnTo>
                  <a:lnTo>
                    <a:pt x="17034" y="1464"/>
                  </a:lnTo>
                  <a:cubicBezTo>
                    <a:pt x="17182" y="1435"/>
                    <a:pt x="17330" y="1361"/>
                    <a:pt x="17433" y="1243"/>
                  </a:cubicBezTo>
                  <a:cubicBezTo>
                    <a:pt x="17566" y="1095"/>
                    <a:pt x="17640" y="917"/>
                    <a:pt x="17626" y="710"/>
                  </a:cubicBezTo>
                  <a:cubicBezTo>
                    <a:pt x="17626" y="518"/>
                    <a:pt x="17537" y="341"/>
                    <a:pt x="17389" y="208"/>
                  </a:cubicBezTo>
                  <a:cubicBezTo>
                    <a:pt x="17256" y="74"/>
                    <a:pt x="17078" y="1"/>
                    <a:pt x="168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8"/>
            <p:cNvSpPr/>
            <p:nvPr/>
          </p:nvSpPr>
          <p:spPr>
            <a:xfrm>
              <a:off x="248108" y="3801573"/>
              <a:ext cx="763685" cy="661850"/>
            </a:xfrm>
            <a:custGeom>
              <a:avLst/>
              <a:gdLst/>
              <a:ahLst/>
              <a:cxnLst/>
              <a:rect l="l" t="t" r="r" b="b"/>
              <a:pathLst>
                <a:path w="19963" h="17301" extrusionOk="0">
                  <a:moveTo>
                    <a:pt x="19149" y="0"/>
                  </a:moveTo>
                  <a:cubicBezTo>
                    <a:pt x="18972" y="0"/>
                    <a:pt x="18779" y="60"/>
                    <a:pt x="18631" y="207"/>
                  </a:cubicBezTo>
                  <a:cubicBezTo>
                    <a:pt x="18365" y="474"/>
                    <a:pt x="18351" y="902"/>
                    <a:pt x="18572" y="1183"/>
                  </a:cubicBezTo>
                  <a:lnTo>
                    <a:pt x="11046" y="8724"/>
                  </a:lnTo>
                  <a:lnTo>
                    <a:pt x="5841" y="8724"/>
                  </a:lnTo>
                  <a:lnTo>
                    <a:pt x="622" y="13929"/>
                  </a:lnTo>
                  <a:lnTo>
                    <a:pt x="622" y="15851"/>
                  </a:lnTo>
                  <a:cubicBezTo>
                    <a:pt x="504" y="15881"/>
                    <a:pt x="385" y="15940"/>
                    <a:pt x="297" y="16043"/>
                  </a:cubicBezTo>
                  <a:cubicBezTo>
                    <a:pt x="1" y="16324"/>
                    <a:pt x="1" y="16798"/>
                    <a:pt x="297" y="17078"/>
                  </a:cubicBezTo>
                  <a:cubicBezTo>
                    <a:pt x="437" y="17226"/>
                    <a:pt x="626" y="17300"/>
                    <a:pt x="814" y="17300"/>
                  </a:cubicBezTo>
                  <a:cubicBezTo>
                    <a:pt x="1003" y="17300"/>
                    <a:pt x="1191" y="17226"/>
                    <a:pt x="1332" y="17078"/>
                  </a:cubicBezTo>
                  <a:cubicBezTo>
                    <a:pt x="1627" y="16798"/>
                    <a:pt x="1627" y="16324"/>
                    <a:pt x="1332" y="16043"/>
                  </a:cubicBezTo>
                  <a:cubicBezTo>
                    <a:pt x="1199" y="15896"/>
                    <a:pt x="1021" y="15836"/>
                    <a:pt x="844" y="15822"/>
                  </a:cubicBezTo>
                  <a:lnTo>
                    <a:pt x="844" y="14033"/>
                  </a:lnTo>
                  <a:lnTo>
                    <a:pt x="5930" y="8946"/>
                  </a:lnTo>
                  <a:lnTo>
                    <a:pt x="11135" y="8946"/>
                  </a:lnTo>
                  <a:lnTo>
                    <a:pt x="18735" y="1346"/>
                  </a:lnTo>
                  <a:cubicBezTo>
                    <a:pt x="18863" y="1429"/>
                    <a:pt x="19008" y="1471"/>
                    <a:pt x="19153" y="1471"/>
                  </a:cubicBezTo>
                  <a:cubicBezTo>
                    <a:pt x="19342" y="1471"/>
                    <a:pt x="19530" y="1400"/>
                    <a:pt x="19681" y="1257"/>
                  </a:cubicBezTo>
                  <a:cubicBezTo>
                    <a:pt x="19962" y="962"/>
                    <a:pt x="19962" y="503"/>
                    <a:pt x="19681" y="207"/>
                  </a:cubicBezTo>
                  <a:cubicBezTo>
                    <a:pt x="19533" y="60"/>
                    <a:pt x="19341" y="0"/>
                    <a:pt x="1914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8"/>
            <p:cNvSpPr/>
            <p:nvPr/>
          </p:nvSpPr>
          <p:spPr>
            <a:xfrm>
              <a:off x="-277356" y="5105939"/>
              <a:ext cx="470651" cy="221841"/>
            </a:xfrm>
            <a:custGeom>
              <a:avLst/>
              <a:gdLst/>
              <a:ahLst/>
              <a:cxnLst/>
              <a:rect l="l" t="t" r="r" b="b"/>
              <a:pathLst>
                <a:path w="12303" h="5799" extrusionOk="0">
                  <a:moveTo>
                    <a:pt x="11519" y="0"/>
                  </a:moveTo>
                  <a:cubicBezTo>
                    <a:pt x="11164" y="15"/>
                    <a:pt x="10883" y="267"/>
                    <a:pt x="10824" y="607"/>
                  </a:cubicBezTo>
                  <a:lnTo>
                    <a:pt x="4939" y="607"/>
                  </a:lnTo>
                  <a:lnTo>
                    <a:pt x="1124" y="4421"/>
                  </a:lnTo>
                  <a:cubicBezTo>
                    <a:pt x="1006" y="4362"/>
                    <a:pt x="873" y="4318"/>
                    <a:pt x="725" y="4318"/>
                  </a:cubicBezTo>
                  <a:cubicBezTo>
                    <a:pt x="326" y="4333"/>
                    <a:pt x="1" y="4688"/>
                    <a:pt x="15" y="5087"/>
                  </a:cubicBezTo>
                  <a:cubicBezTo>
                    <a:pt x="30" y="5279"/>
                    <a:pt x="104" y="5457"/>
                    <a:pt x="237" y="5590"/>
                  </a:cubicBezTo>
                  <a:cubicBezTo>
                    <a:pt x="237" y="5590"/>
                    <a:pt x="252" y="5604"/>
                    <a:pt x="252" y="5604"/>
                  </a:cubicBezTo>
                  <a:cubicBezTo>
                    <a:pt x="387" y="5726"/>
                    <a:pt x="560" y="5798"/>
                    <a:pt x="735" y="5798"/>
                  </a:cubicBezTo>
                  <a:cubicBezTo>
                    <a:pt x="752" y="5798"/>
                    <a:pt x="768" y="5798"/>
                    <a:pt x="784" y="5797"/>
                  </a:cubicBezTo>
                  <a:cubicBezTo>
                    <a:pt x="1198" y="5782"/>
                    <a:pt x="1509" y="5442"/>
                    <a:pt x="1494" y="5028"/>
                  </a:cubicBezTo>
                  <a:cubicBezTo>
                    <a:pt x="1494" y="4850"/>
                    <a:pt x="1405" y="4688"/>
                    <a:pt x="1302" y="4569"/>
                  </a:cubicBezTo>
                  <a:lnTo>
                    <a:pt x="5028" y="828"/>
                  </a:lnTo>
                  <a:lnTo>
                    <a:pt x="10824" y="828"/>
                  </a:lnTo>
                  <a:cubicBezTo>
                    <a:pt x="10839" y="991"/>
                    <a:pt x="10913" y="1139"/>
                    <a:pt x="11031" y="1257"/>
                  </a:cubicBezTo>
                  <a:cubicBezTo>
                    <a:pt x="11154" y="1381"/>
                    <a:pt x="11341" y="1466"/>
                    <a:pt x="11533" y="1466"/>
                  </a:cubicBezTo>
                  <a:cubicBezTo>
                    <a:pt x="11548" y="1466"/>
                    <a:pt x="11563" y="1465"/>
                    <a:pt x="11578" y="1464"/>
                  </a:cubicBezTo>
                  <a:cubicBezTo>
                    <a:pt x="11977" y="1449"/>
                    <a:pt x="12303" y="1109"/>
                    <a:pt x="12288" y="710"/>
                  </a:cubicBezTo>
                  <a:cubicBezTo>
                    <a:pt x="12273" y="311"/>
                    <a:pt x="11948" y="0"/>
                    <a:pt x="1154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8"/>
            <p:cNvSpPr/>
            <p:nvPr/>
          </p:nvSpPr>
          <p:spPr>
            <a:xfrm>
              <a:off x="-301686" y="4910228"/>
              <a:ext cx="597926" cy="532357"/>
            </a:xfrm>
            <a:custGeom>
              <a:avLst/>
              <a:gdLst/>
              <a:ahLst/>
              <a:cxnLst/>
              <a:rect l="l" t="t" r="r" b="b"/>
              <a:pathLst>
                <a:path w="15630" h="13916" extrusionOk="0">
                  <a:moveTo>
                    <a:pt x="14831" y="0"/>
                  </a:moveTo>
                  <a:cubicBezTo>
                    <a:pt x="14639" y="0"/>
                    <a:pt x="14447" y="60"/>
                    <a:pt x="14299" y="207"/>
                  </a:cubicBezTo>
                  <a:cubicBezTo>
                    <a:pt x="14018" y="503"/>
                    <a:pt x="14018" y="961"/>
                    <a:pt x="14299" y="1257"/>
                  </a:cubicBezTo>
                  <a:cubicBezTo>
                    <a:pt x="14432" y="1376"/>
                    <a:pt x="14580" y="1449"/>
                    <a:pt x="14743" y="1464"/>
                  </a:cubicBezTo>
                  <a:lnTo>
                    <a:pt x="14743" y="5974"/>
                  </a:lnTo>
                  <a:lnTo>
                    <a:pt x="12303" y="8429"/>
                  </a:lnTo>
                  <a:lnTo>
                    <a:pt x="5383" y="8429"/>
                  </a:lnTo>
                  <a:lnTo>
                    <a:pt x="1198" y="12598"/>
                  </a:lnTo>
                  <a:cubicBezTo>
                    <a:pt x="1065" y="12495"/>
                    <a:pt x="903" y="12436"/>
                    <a:pt x="725" y="12436"/>
                  </a:cubicBezTo>
                  <a:cubicBezTo>
                    <a:pt x="311" y="12465"/>
                    <a:pt x="1" y="12805"/>
                    <a:pt x="15" y="13204"/>
                  </a:cubicBezTo>
                  <a:cubicBezTo>
                    <a:pt x="15" y="13397"/>
                    <a:pt x="104" y="13574"/>
                    <a:pt x="222" y="13707"/>
                  </a:cubicBezTo>
                  <a:cubicBezTo>
                    <a:pt x="360" y="13831"/>
                    <a:pt x="535" y="13916"/>
                    <a:pt x="725" y="13916"/>
                  </a:cubicBezTo>
                  <a:cubicBezTo>
                    <a:pt x="739" y="13916"/>
                    <a:pt x="754" y="13915"/>
                    <a:pt x="770" y="13914"/>
                  </a:cubicBezTo>
                  <a:cubicBezTo>
                    <a:pt x="1184" y="13899"/>
                    <a:pt x="1509" y="13559"/>
                    <a:pt x="1479" y="13145"/>
                  </a:cubicBezTo>
                  <a:cubicBezTo>
                    <a:pt x="1479" y="13012"/>
                    <a:pt x="1435" y="12879"/>
                    <a:pt x="1361" y="12761"/>
                  </a:cubicBezTo>
                  <a:lnTo>
                    <a:pt x="5472" y="8650"/>
                  </a:lnTo>
                  <a:lnTo>
                    <a:pt x="12392" y="8650"/>
                  </a:lnTo>
                  <a:lnTo>
                    <a:pt x="14964" y="6063"/>
                  </a:lnTo>
                  <a:lnTo>
                    <a:pt x="14964" y="1464"/>
                  </a:lnTo>
                  <a:cubicBezTo>
                    <a:pt x="15112" y="1435"/>
                    <a:pt x="15245" y="1361"/>
                    <a:pt x="15349" y="1257"/>
                  </a:cubicBezTo>
                  <a:cubicBezTo>
                    <a:pt x="15630" y="961"/>
                    <a:pt x="15630" y="503"/>
                    <a:pt x="15349" y="207"/>
                  </a:cubicBezTo>
                  <a:cubicBezTo>
                    <a:pt x="15201" y="60"/>
                    <a:pt x="15009" y="0"/>
                    <a:pt x="14831"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8"/>
            <p:cNvSpPr/>
            <p:nvPr/>
          </p:nvSpPr>
          <p:spPr>
            <a:xfrm>
              <a:off x="-195912" y="3984277"/>
              <a:ext cx="1620061" cy="1527905"/>
            </a:xfrm>
            <a:custGeom>
              <a:avLst/>
              <a:gdLst/>
              <a:ahLst/>
              <a:cxnLst/>
              <a:rect l="l" t="t" r="r" b="b"/>
              <a:pathLst>
                <a:path w="42349" h="39940" extrusionOk="0">
                  <a:moveTo>
                    <a:pt x="35118" y="0"/>
                  </a:moveTo>
                  <a:cubicBezTo>
                    <a:pt x="34926" y="0"/>
                    <a:pt x="34748" y="74"/>
                    <a:pt x="34600" y="222"/>
                  </a:cubicBezTo>
                  <a:cubicBezTo>
                    <a:pt x="34305" y="518"/>
                    <a:pt x="34305" y="976"/>
                    <a:pt x="34600" y="1272"/>
                  </a:cubicBezTo>
                  <a:cubicBezTo>
                    <a:pt x="34748" y="1420"/>
                    <a:pt x="34941" y="1479"/>
                    <a:pt x="35133" y="1479"/>
                  </a:cubicBezTo>
                  <a:lnTo>
                    <a:pt x="35133" y="7586"/>
                  </a:lnTo>
                  <a:lnTo>
                    <a:pt x="33994" y="8724"/>
                  </a:lnTo>
                  <a:lnTo>
                    <a:pt x="33994" y="8902"/>
                  </a:lnTo>
                  <a:lnTo>
                    <a:pt x="26601" y="16310"/>
                  </a:lnTo>
                  <a:lnTo>
                    <a:pt x="21544" y="16310"/>
                  </a:lnTo>
                  <a:lnTo>
                    <a:pt x="17419" y="20435"/>
                  </a:lnTo>
                  <a:lnTo>
                    <a:pt x="17419" y="31318"/>
                  </a:lnTo>
                  <a:lnTo>
                    <a:pt x="12953" y="35783"/>
                  </a:lnTo>
                  <a:lnTo>
                    <a:pt x="4037" y="35783"/>
                  </a:lnTo>
                  <a:lnTo>
                    <a:pt x="1198" y="38622"/>
                  </a:lnTo>
                  <a:cubicBezTo>
                    <a:pt x="1065" y="38518"/>
                    <a:pt x="888" y="38459"/>
                    <a:pt x="725" y="38459"/>
                  </a:cubicBezTo>
                  <a:cubicBezTo>
                    <a:pt x="518" y="38474"/>
                    <a:pt x="341" y="38563"/>
                    <a:pt x="208" y="38696"/>
                  </a:cubicBezTo>
                  <a:cubicBezTo>
                    <a:pt x="75" y="38844"/>
                    <a:pt x="1" y="39036"/>
                    <a:pt x="16" y="39228"/>
                  </a:cubicBezTo>
                  <a:cubicBezTo>
                    <a:pt x="16" y="39420"/>
                    <a:pt x="89" y="39598"/>
                    <a:pt x="223" y="39731"/>
                  </a:cubicBezTo>
                  <a:cubicBezTo>
                    <a:pt x="237" y="39731"/>
                    <a:pt x="237" y="39746"/>
                    <a:pt x="252" y="39746"/>
                  </a:cubicBezTo>
                  <a:cubicBezTo>
                    <a:pt x="387" y="39868"/>
                    <a:pt x="548" y="39940"/>
                    <a:pt x="733" y="39940"/>
                  </a:cubicBezTo>
                  <a:cubicBezTo>
                    <a:pt x="750" y="39940"/>
                    <a:pt x="767" y="39939"/>
                    <a:pt x="784" y="39938"/>
                  </a:cubicBezTo>
                  <a:cubicBezTo>
                    <a:pt x="977" y="39938"/>
                    <a:pt x="1154" y="39849"/>
                    <a:pt x="1287" y="39701"/>
                  </a:cubicBezTo>
                  <a:cubicBezTo>
                    <a:pt x="1420" y="39568"/>
                    <a:pt x="1494" y="39376"/>
                    <a:pt x="1494" y="39169"/>
                  </a:cubicBezTo>
                  <a:cubicBezTo>
                    <a:pt x="1479" y="39036"/>
                    <a:pt x="1435" y="38888"/>
                    <a:pt x="1346" y="38770"/>
                  </a:cubicBezTo>
                  <a:lnTo>
                    <a:pt x="4126" y="36005"/>
                  </a:lnTo>
                  <a:lnTo>
                    <a:pt x="13042" y="36005"/>
                  </a:lnTo>
                  <a:lnTo>
                    <a:pt x="17641" y="31406"/>
                  </a:lnTo>
                  <a:lnTo>
                    <a:pt x="17641" y="20524"/>
                  </a:lnTo>
                  <a:lnTo>
                    <a:pt x="21633" y="16517"/>
                  </a:lnTo>
                  <a:lnTo>
                    <a:pt x="26690" y="16517"/>
                  </a:lnTo>
                  <a:lnTo>
                    <a:pt x="33994" y="9212"/>
                  </a:lnTo>
                  <a:lnTo>
                    <a:pt x="33994" y="12125"/>
                  </a:lnTo>
                  <a:lnTo>
                    <a:pt x="38016" y="12125"/>
                  </a:lnTo>
                  <a:lnTo>
                    <a:pt x="42171" y="7970"/>
                  </a:lnTo>
                  <a:lnTo>
                    <a:pt x="42348" y="7793"/>
                  </a:lnTo>
                  <a:cubicBezTo>
                    <a:pt x="42289" y="7748"/>
                    <a:pt x="42245" y="7689"/>
                    <a:pt x="42186" y="7645"/>
                  </a:cubicBezTo>
                  <a:lnTo>
                    <a:pt x="37913" y="11903"/>
                  </a:lnTo>
                  <a:lnTo>
                    <a:pt x="34216" y="11903"/>
                  </a:lnTo>
                  <a:lnTo>
                    <a:pt x="34216" y="9005"/>
                  </a:lnTo>
                  <a:lnTo>
                    <a:pt x="35355" y="7867"/>
                  </a:lnTo>
                  <a:lnTo>
                    <a:pt x="35355" y="7689"/>
                  </a:lnTo>
                  <a:lnTo>
                    <a:pt x="39598" y="3446"/>
                  </a:lnTo>
                  <a:cubicBezTo>
                    <a:pt x="39569" y="3372"/>
                    <a:pt x="39539" y="3298"/>
                    <a:pt x="39509" y="3224"/>
                  </a:cubicBezTo>
                  <a:lnTo>
                    <a:pt x="38874" y="3845"/>
                  </a:lnTo>
                  <a:lnTo>
                    <a:pt x="35355" y="7379"/>
                  </a:lnTo>
                  <a:lnTo>
                    <a:pt x="35355" y="1449"/>
                  </a:lnTo>
                  <a:cubicBezTo>
                    <a:pt x="35458" y="1405"/>
                    <a:pt x="35562" y="1346"/>
                    <a:pt x="35650" y="1272"/>
                  </a:cubicBezTo>
                  <a:cubicBezTo>
                    <a:pt x="35931" y="976"/>
                    <a:pt x="35931" y="518"/>
                    <a:pt x="35650" y="222"/>
                  </a:cubicBezTo>
                  <a:cubicBezTo>
                    <a:pt x="35502" y="74"/>
                    <a:pt x="35310" y="0"/>
                    <a:pt x="35118"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8"/>
            <p:cNvSpPr/>
            <p:nvPr/>
          </p:nvSpPr>
          <p:spPr>
            <a:xfrm>
              <a:off x="-564150" y="3615465"/>
              <a:ext cx="1260311" cy="1109280"/>
            </a:xfrm>
            <a:custGeom>
              <a:avLst/>
              <a:gdLst/>
              <a:ahLst/>
              <a:cxnLst/>
              <a:rect l="l" t="t" r="r" b="b"/>
              <a:pathLst>
                <a:path w="32945" h="28997" extrusionOk="0">
                  <a:moveTo>
                    <a:pt x="32131" y="1"/>
                  </a:moveTo>
                  <a:cubicBezTo>
                    <a:pt x="31954" y="1"/>
                    <a:pt x="31762" y="75"/>
                    <a:pt x="31614" y="208"/>
                  </a:cubicBezTo>
                  <a:cubicBezTo>
                    <a:pt x="31496" y="326"/>
                    <a:pt x="31436" y="474"/>
                    <a:pt x="31407" y="622"/>
                  </a:cubicBezTo>
                  <a:lnTo>
                    <a:pt x="27001" y="622"/>
                  </a:lnTo>
                  <a:lnTo>
                    <a:pt x="21796" y="5841"/>
                  </a:lnTo>
                  <a:lnTo>
                    <a:pt x="21796" y="11105"/>
                  </a:lnTo>
                  <a:lnTo>
                    <a:pt x="14196" y="18705"/>
                  </a:lnTo>
                  <a:lnTo>
                    <a:pt x="8961" y="18705"/>
                  </a:lnTo>
                  <a:lnTo>
                    <a:pt x="4304" y="23363"/>
                  </a:lnTo>
                  <a:cubicBezTo>
                    <a:pt x="4171" y="23259"/>
                    <a:pt x="4008" y="23215"/>
                    <a:pt x="3845" y="23215"/>
                  </a:cubicBezTo>
                  <a:cubicBezTo>
                    <a:pt x="3638" y="23230"/>
                    <a:pt x="3461" y="23304"/>
                    <a:pt x="3328" y="23452"/>
                  </a:cubicBezTo>
                  <a:cubicBezTo>
                    <a:pt x="3195" y="23600"/>
                    <a:pt x="3121" y="23792"/>
                    <a:pt x="3136" y="23984"/>
                  </a:cubicBezTo>
                  <a:cubicBezTo>
                    <a:pt x="3136" y="24176"/>
                    <a:pt x="3210" y="24339"/>
                    <a:pt x="3343" y="24472"/>
                  </a:cubicBezTo>
                  <a:cubicBezTo>
                    <a:pt x="3357" y="24487"/>
                    <a:pt x="3357" y="24487"/>
                    <a:pt x="3372" y="24502"/>
                  </a:cubicBezTo>
                  <a:cubicBezTo>
                    <a:pt x="3505" y="24635"/>
                    <a:pt x="3697" y="24694"/>
                    <a:pt x="3890" y="24694"/>
                  </a:cubicBezTo>
                  <a:cubicBezTo>
                    <a:pt x="3964" y="24694"/>
                    <a:pt x="4038" y="24664"/>
                    <a:pt x="4111" y="24649"/>
                  </a:cubicBezTo>
                  <a:lnTo>
                    <a:pt x="4111" y="24649"/>
                  </a:lnTo>
                  <a:lnTo>
                    <a:pt x="1125" y="27621"/>
                  </a:lnTo>
                  <a:cubicBezTo>
                    <a:pt x="1006" y="27547"/>
                    <a:pt x="859" y="27518"/>
                    <a:pt x="711" y="27518"/>
                  </a:cubicBezTo>
                  <a:cubicBezTo>
                    <a:pt x="518" y="27518"/>
                    <a:pt x="341" y="27607"/>
                    <a:pt x="208" y="27754"/>
                  </a:cubicBezTo>
                  <a:cubicBezTo>
                    <a:pt x="60" y="27902"/>
                    <a:pt x="1" y="28080"/>
                    <a:pt x="1" y="28287"/>
                  </a:cubicBezTo>
                  <a:cubicBezTo>
                    <a:pt x="16" y="28479"/>
                    <a:pt x="90" y="28642"/>
                    <a:pt x="223" y="28775"/>
                  </a:cubicBezTo>
                  <a:cubicBezTo>
                    <a:pt x="223" y="28790"/>
                    <a:pt x="237" y="28790"/>
                    <a:pt x="237" y="28804"/>
                  </a:cubicBezTo>
                  <a:cubicBezTo>
                    <a:pt x="385" y="28937"/>
                    <a:pt x="578" y="28997"/>
                    <a:pt x="770" y="28997"/>
                  </a:cubicBezTo>
                  <a:cubicBezTo>
                    <a:pt x="962" y="28982"/>
                    <a:pt x="1154" y="28908"/>
                    <a:pt x="1287" y="28760"/>
                  </a:cubicBezTo>
                  <a:cubicBezTo>
                    <a:pt x="1420" y="28612"/>
                    <a:pt x="1494" y="28420"/>
                    <a:pt x="1480" y="28228"/>
                  </a:cubicBezTo>
                  <a:cubicBezTo>
                    <a:pt x="1480" y="28050"/>
                    <a:pt x="1406" y="27902"/>
                    <a:pt x="1302" y="27769"/>
                  </a:cubicBezTo>
                  <a:lnTo>
                    <a:pt x="4259" y="24812"/>
                  </a:lnTo>
                  <a:cubicBezTo>
                    <a:pt x="4392" y="24945"/>
                    <a:pt x="4585" y="25004"/>
                    <a:pt x="4762" y="25004"/>
                  </a:cubicBezTo>
                  <a:cubicBezTo>
                    <a:pt x="4969" y="24989"/>
                    <a:pt x="5147" y="24901"/>
                    <a:pt x="5280" y="24768"/>
                  </a:cubicBezTo>
                  <a:cubicBezTo>
                    <a:pt x="5413" y="24620"/>
                    <a:pt x="5487" y="24428"/>
                    <a:pt x="5472" y="24235"/>
                  </a:cubicBezTo>
                  <a:cubicBezTo>
                    <a:pt x="5472" y="24206"/>
                    <a:pt x="5472" y="24176"/>
                    <a:pt x="5457" y="24132"/>
                  </a:cubicBezTo>
                  <a:lnTo>
                    <a:pt x="5457" y="24132"/>
                  </a:lnTo>
                  <a:cubicBezTo>
                    <a:pt x="5487" y="24191"/>
                    <a:pt x="5531" y="24235"/>
                    <a:pt x="5561" y="24265"/>
                  </a:cubicBezTo>
                  <a:cubicBezTo>
                    <a:pt x="5575" y="24280"/>
                    <a:pt x="5575" y="24280"/>
                    <a:pt x="5590" y="24295"/>
                  </a:cubicBezTo>
                  <a:cubicBezTo>
                    <a:pt x="5725" y="24416"/>
                    <a:pt x="5886" y="24489"/>
                    <a:pt x="6071" y="24489"/>
                  </a:cubicBezTo>
                  <a:cubicBezTo>
                    <a:pt x="6088" y="24489"/>
                    <a:pt x="6105" y="24488"/>
                    <a:pt x="6122" y="24487"/>
                  </a:cubicBezTo>
                  <a:cubicBezTo>
                    <a:pt x="6315" y="24472"/>
                    <a:pt x="6492" y="24398"/>
                    <a:pt x="6625" y="24250"/>
                  </a:cubicBezTo>
                  <a:cubicBezTo>
                    <a:pt x="6729" y="24147"/>
                    <a:pt x="6788" y="24028"/>
                    <a:pt x="6817" y="23895"/>
                  </a:cubicBezTo>
                  <a:lnTo>
                    <a:pt x="11712" y="23895"/>
                  </a:lnTo>
                  <a:lnTo>
                    <a:pt x="12436" y="23171"/>
                  </a:lnTo>
                  <a:lnTo>
                    <a:pt x="12436" y="21382"/>
                  </a:lnTo>
                  <a:cubicBezTo>
                    <a:pt x="12584" y="21352"/>
                    <a:pt x="12717" y="21278"/>
                    <a:pt x="12821" y="21160"/>
                  </a:cubicBezTo>
                  <a:cubicBezTo>
                    <a:pt x="12954" y="21027"/>
                    <a:pt x="13028" y="20835"/>
                    <a:pt x="13013" y="20642"/>
                  </a:cubicBezTo>
                  <a:cubicBezTo>
                    <a:pt x="12998" y="20435"/>
                    <a:pt x="12909" y="20258"/>
                    <a:pt x="12776" y="20125"/>
                  </a:cubicBezTo>
                  <a:cubicBezTo>
                    <a:pt x="12641" y="20003"/>
                    <a:pt x="12468" y="19931"/>
                    <a:pt x="12293" y="19931"/>
                  </a:cubicBezTo>
                  <a:cubicBezTo>
                    <a:pt x="12276" y="19931"/>
                    <a:pt x="12260" y="19931"/>
                    <a:pt x="12244" y="19933"/>
                  </a:cubicBezTo>
                  <a:cubicBezTo>
                    <a:pt x="12052" y="19933"/>
                    <a:pt x="11859" y="20021"/>
                    <a:pt x="11726" y="20169"/>
                  </a:cubicBezTo>
                  <a:cubicBezTo>
                    <a:pt x="11593" y="20302"/>
                    <a:pt x="11534" y="20494"/>
                    <a:pt x="11534" y="20687"/>
                  </a:cubicBezTo>
                  <a:cubicBezTo>
                    <a:pt x="11549" y="20879"/>
                    <a:pt x="11623" y="21056"/>
                    <a:pt x="11756" y="21189"/>
                  </a:cubicBezTo>
                  <a:cubicBezTo>
                    <a:pt x="11756" y="21189"/>
                    <a:pt x="11771" y="21204"/>
                    <a:pt x="11771" y="21204"/>
                  </a:cubicBezTo>
                  <a:cubicBezTo>
                    <a:pt x="11904" y="21322"/>
                    <a:pt x="12052" y="21382"/>
                    <a:pt x="12214" y="21396"/>
                  </a:cubicBezTo>
                  <a:lnTo>
                    <a:pt x="12214" y="23082"/>
                  </a:lnTo>
                  <a:lnTo>
                    <a:pt x="11623" y="23673"/>
                  </a:lnTo>
                  <a:lnTo>
                    <a:pt x="6817" y="23673"/>
                  </a:lnTo>
                  <a:cubicBezTo>
                    <a:pt x="6803" y="23496"/>
                    <a:pt x="6729" y="23333"/>
                    <a:pt x="6596" y="23200"/>
                  </a:cubicBezTo>
                  <a:cubicBezTo>
                    <a:pt x="6448" y="23067"/>
                    <a:pt x="6255" y="23008"/>
                    <a:pt x="6063" y="23008"/>
                  </a:cubicBezTo>
                  <a:cubicBezTo>
                    <a:pt x="5856" y="23023"/>
                    <a:pt x="5679" y="23097"/>
                    <a:pt x="5546" y="23245"/>
                  </a:cubicBezTo>
                  <a:cubicBezTo>
                    <a:pt x="5413" y="23393"/>
                    <a:pt x="5339" y="23585"/>
                    <a:pt x="5354" y="23777"/>
                  </a:cubicBezTo>
                  <a:cubicBezTo>
                    <a:pt x="5354" y="23807"/>
                    <a:pt x="5354" y="23836"/>
                    <a:pt x="5368" y="23866"/>
                  </a:cubicBezTo>
                  <a:cubicBezTo>
                    <a:pt x="5324" y="23821"/>
                    <a:pt x="5294" y="23762"/>
                    <a:pt x="5235" y="23718"/>
                  </a:cubicBezTo>
                  <a:cubicBezTo>
                    <a:pt x="5113" y="23596"/>
                    <a:pt x="4942" y="23524"/>
                    <a:pt x="4755" y="23524"/>
                  </a:cubicBezTo>
                  <a:cubicBezTo>
                    <a:pt x="4738" y="23524"/>
                    <a:pt x="4720" y="23524"/>
                    <a:pt x="4703" y="23526"/>
                  </a:cubicBezTo>
                  <a:cubicBezTo>
                    <a:pt x="4629" y="23526"/>
                    <a:pt x="4570" y="23540"/>
                    <a:pt x="4496" y="23570"/>
                  </a:cubicBezTo>
                  <a:cubicBezTo>
                    <a:pt x="4481" y="23555"/>
                    <a:pt x="4466" y="23526"/>
                    <a:pt x="4452" y="23511"/>
                  </a:cubicBezTo>
                  <a:lnTo>
                    <a:pt x="9050" y="18927"/>
                  </a:lnTo>
                  <a:lnTo>
                    <a:pt x="14284" y="18927"/>
                  </a:lnTo>
                  <a:lnTo>
                    <a:pt x="22018" y="11194"/>
                  </a:lnTo>
                  <a:lnTo>
                    <a:pt x="22018" y="5930"/>
                  </a:lnTo>
                  <a:lnTo>
                    <a:pt x="27104" y="844"/>
                  </a:lnTo>
                  <a:lnTo>
                    <a:pt x="31407" y="844"/>
                  </a:lnTo>
                  <a:cubicBezTo>
                    <a:pt x="31436" y="991"/>
                    <a:pt x="31496" y="1139"/>
                    <a:pt x="31614" y="1258"/>
                  </a:cubicBezTo>
                  <a:cubicBezTo>
                    <a:pt x="31762" y="1405"/>
                    <a:pt x="31950" y="1479"/>
                    <a:pt x="32139" y="1479"/>
                  </a:cubicBezTo>
                  <a:cubicBezTo>
                    <a:pt x="32327" y="1479"/>
                    <a:pt x="32516" y="1405"/>
                    <a:pt x="32664" y="1258"/>
                  </a:cubicBezTo>
                  <a:cubicBezTo>
                    <a:pt x="32945" y="977"/>
                    <a:pt x="32945" y="504"/>
                    <a:pt x="32664" y="208"/>
                  </a:cubicBezTo>
                  <a:cubicBezTo>
                    <a:pt x="32516" y="75"/>
                    <a:pt x="32324" y="1"/>
                    <a:pt x="3213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8"/>
            <p:cNvSpPr/>
            <p:nvPr/>
          </p:nvSpPr>
          <p:spPr>
            <a:xfrm>
              <a:off x="-186272" y="3843998"/>
              <a:ext cx="422565" cy="419160"/>
            </a:xfrm>
            <a:custGeom>
              <a:avLst/>
              <a:gdLst/>
              <a:ahLst/>
              <a:cxnLst/>
              <a:rect l="l" t="t" r="r" b="b"/>
              <a:pathLst>
                <a:path w="11046" h="10957" extrusionOk="0">
                  <a:moveTo>
                    <a:pt x="10232" y="0"/>
                  </a:moveTo>
                  <a:cubicBezTo>
                    <a:pt x="10040" y="0"/>
                    <a:pt x="9862" y="74"/>
                    <a:pt x="9715" y="207"/>
                  </a:cubicBezTo>
                  <a:cubicBezTo>
                    <a:pt x="9419" y="503"/>
                    <a:pt x="9419" y="962"/>
                    <a:pt x="9715" y="1257"/>
                  </a:cubicBezTo>
                  <a:cubicBezTo>
                    <a:pt x="9848" y="1390"/>
                    <a:pt x="10025" y="1464"/>
                    <a:pt x="10217" y="1464"/>
                  </a:cubicBezTo>
                  <a:lnTo>
                    <a:pt x="10217" y="4436"/>
                  </a:lnTo>
                  <a:lnTo>
                    <a:pt x="3918" y="10735"/>
                  </a:lnTo>
                  <a:lnTo>
                    <a:pt x="207" y="10735"/>
                  </a:lnTo>
                  <a:lnTo>
                    <a:pt x="207" y="7660"/>
                  </a:lnTo>
                  <a:lnTo>
                    <a:pt x="6417" y="1449"/>
                  </a:lnTo>
                  <a:cubicBezTo>
                    <a:pt x="6548" y="1535"/>
                    <a:pt x="6700" y="1579"/>
                    <a:pt x="6851" y="1579"/>
                  </a:cubicBezTo>
                  <a:cubicBezTo>
                    <a:pt x="7041" y="1579"/>
                    <a:pt x="7230" y="1509"/>
                    <a:pt x="7378" y="1361"/>
                  </a:cubicBezTo>
                  <a:cubicBezTo>
                    <a:pt x="7659" y="1080"/>
                    <a:pt x="7659" y="607"/>
                    <a:pt x="7378" y="326"/>
                  </a:cubicBezTo>
                  <a:cubicBezTo>
                    <a:pt x="7231" y="178"/>
                    <a:pt x="7038" y="104"/>
                    <a:pt x="6848" y="104"/>
                  </a:cubicBezTo>
                  <a:cubicBezTo>
                    <a:pt x="6658" y="104"/>
                    <a:pt x="6469" y="178"/>
                    <a:pt x="6329" y="326"/>
                  </a:cubicBezTo>
                  <a:cubicBezTo>
                    <a:pt x="6062" y="577"/>
                    <a:pt x="6048" y="1006"/>
                    <a:pt x="6269" y="1287"/>
                  </a:cubicBezTo>
                  <a:lnTo>
                    <a:pt x="0" y="7556"/>
                  </a:lnTo>
                  <a:lnTo>
                    <a:pt x="0" y="10957"/>
                  </a:lnTo>
                  <a:lnTo>
                    <a:pt x="4007" y="10957"/>
                  </a:lnTo>
                  <a:lnTo>
                    <a:pt x="10439" y="4525"/>
                  </a:lnTo>
                  <a:lnTo>
                    <a:pt x="10439" y="1435"/>
                  </a:lnTo>
                  <a:cubicBezTo>
                    <a:pt x="10557" y="1405"/>
                    <a:pt x="10661" y="1346"/>
                    <a:pt x="10750" y="1257"/>
                  </a:cubicBezTo>
                  <a:cubicBezTo>
                    <a:pt x="11045" y="962"/>
                    <a:pt x="11045" y="503"/>
                    <a:pt x="10750" y="207"/>
                  </a:cubicBezTo>
                  <a:cubicBezTo>
                    <a:pt x="10617" y="74"/>
                    <a:pt x="10424" y="0"/>
                    <a:pt x="10232"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8"/>
            <p:cNvSpPr/>
            <p:nvPr/>
          </p:nvSpPr>
          <p:spPr>
            <a:xfrm>
              <a:off x="429129" y="3589452"/>
              <a:ext cx="483084" cy="398808"/>
            </a:xfrm>
            <a:custGeom>
              <a:avLst/>
              <a:gdLst/>
              <a:ahLst/>
              <a:cxnLst/>
              <a:rect l="l" t="t" r="r" b="b"/>
              <a:pathLst>
                <a:path w="12628" h="10425" extrusionOk="0">
                  <a:moveTo>
                    <a:pt x="11815" y="1"/>
                  </a:moveTo>
                  <a:cubicBezTo>
                    <a:pt x="11622" y="1"/>
                    <a:pt x="11430" y="75"/>
                    <a:pt x="11297" y="208"/>
                  </a:cubicBezTo>
                  <a:cubicBezTo>
                    <a:pt x="11001" y="503"/>
                    <a:pt x="11001" y="977"/>
                    <a:pt x="11297" y="1257"/>
                  </a:cubicBezTo>
                  <a:cubicBezTo>
                    <a:pt x="11415" y="1376"/>
                    <a:pt x="11563" y="1450"/>
                    <a:pt x="11726" y="1464"/>
                  </a:cubicBezTo>
                  <a:lnTo>
                    <a:pt x="11726" y="3475"/>
                  </a:lnTo>
                  <a:lnTo>
                    <a:pt x="6891" y="8310"/>
                  </a:lnTo>
                  <a:lnTo>
                    <a:pt x="2056" y="8310"/>
                  </a:lnTo>
                  <a:lnTo>
                    <a:pt x="1272" y="9109"/>
                  </a:lnTo>
                  <a:cubicBezTo>
                    <a:pt x="1137" y="9001"/>
                    <a:pt x="978" y="8948"/>
                    <a:pt x="819" y="8948"/>
                  </a:cubicBezTo>
                  <a:cubicBezTo>
                    <a:pt x="630" y="8948"/>
                    <a:pt x="441" y="9023"/>
                    <a:pt x="296" y="9168"/>
                  </a:cubicBezTo>
                  <a:cubicBezTo>
                    <a:pt x="0" y="9449"/>
                    <a:pt x="0" y="9922"/>
                    <a:pt x="296" y="10203"/>
                  </a:cubicBezTo>
                  <a:cubicBezTo>
                    <a:pt x="437" y="10351"/>
                    <a:pt x="625" y="10425"/>
                    <a:pt x="814" y="10425"/>
                  </a:cubicBezTo>
                  <a:cubicBezTo>
                    <a:pt x="1002" y="10425"/>
                    <a:pt x="1191" y="10351"/>
                    <a:pt x="1331" y="10203"/>
                  </a:cubicBezTo>
                  <a:cubicBezTo>
                    <a:pt x="1597" y="9952"/>
                    <a:pt x="1627" y="9553"/>
                    <a:pt x="1420" y="9257"/>
                  </a:cubicBezTo>
                  <a:lnTo>
                    <a:pt x="2144" y="8532"/>
                  </a:lnTo>
                  <a:lnTo>
                    <a:pt x="6994" y="8532"/>
                  </a:lnTo>
                  <a:lnTo>
                    <a:pt x="11948" y="3579"/>
                  </a:lnTo>
                  <a:lnTo>
                    <a:pt x="11948" y="1464"/>
                  </a:lnTo>
                  <a:cubicBezTo>
                    <a:pt x="12096" y="1435"/>
                    <a:pt x="12229" y="1376"/>
                    <a:pt x="12332" y="1257"/>
                  </a:cubicBezTo>
                  <a:cubicBezTo>
                    <a:pt x="12628" y="977"/>
                    <a:pt x="12628" y="503"/>
                    <a:pt x="12332" y="208"/>
                  </a:cubicBezTo>
                  <a:cubicBezTo>
                    <a:pt x="12184" y="75"/>
                    <a:pt x="12007" y="1"/>
                    <a:pt x="11815"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8"/>
            <p:cNvSpPr/>
            <p:nvPr/>
          </p:nvSpPr>
          <p:spPr>
            <a:xfrm>
              <a:off x="349368" y="3896598"/>
              <a:ext cx="768199" cy="662424"/>
            </a:xfrm>
            <a:custGeom>
              <a:avLst/>
              <a:gdLst/>
              <a:ahLst/>
              <a:cxnLst/>
              <a:rect l="l" t="t" r="r" b="b"/>
              <a:pathLst>
                <a:path w="20081" h="17316" extrusionOk="0">
                  <a:moveTo>
                    <a:pt x="19282" y="1"/>
                  </a:moveTo>
                  <a:cubicBezTo>
                    <a:pt x="19090" y="1"/>
                    <a:pt x="18897" y="60"/>
                    <a:pt x="18750" y="208"/>
                  </a:cubicBezTo>
                  <a:cubicBezTo>
                    <a:pt x="18469" y="488"/>
                    <a:pt x="18469" y="947"/>
                    <a:pt x="18735" y="1228"/>
                  </a:cubicBezTo>
                  <a:lnTo>
                    <a:pt x="13663" y="6299"/>
                  </a:lnTo>
                  <a:lnTo>
                    <a:pt x="13663" y="8976"/>
                  </a:lnTo>
                  <a:lnTo>
                    <a:pt x="8798" y="13840"/>
                  </a:lnTo>
                  <a:lnTo>
                    <a:pt x="3165" y="14077"/>
                  </a:lnTo>
                  <a:lnTo>
                    <a:pt x="3121" y="14092"/>
                  </a:lnTo>
                  <a:lnTo>
                    <a:pt x="1228" y="15970"/>
                  </a:lnTo>
                  <a:cubicBezTo>
                    <a:pt x="1103" y="15884"/>
                    <a:pt x="956" y="15840"/>
                    <a:pt x="806" y="15840"/>
                  </a:cubicBezTo>
                  <a:cubicBezTo>
                    <a:pt x="619" y="15840"/>
                    <a:pt x="430" y="15910"/>
                    <a:pt x="282" y="16058"/>
                  </a:cubicBezTo>
                  <a:cubicBezTo>
                    <a:pt x="1" y="16339"/>
                    <a:pt x="1" y="16812"/>
                    <a:pt x="282" y="17093"/>
                  </a:cubicBezTo>
                  <a:cubicBezTo>
                    <a:pt x="429" y="17241"/>
                    <a:pt x="622" y="17315"/>
                    <a:pt x="812" y="17315"/>
                  </a:cubicBezTo>
                  <a:cubicBezTo>
                    <a:pt x="1002" y="17315"/>
                    <a:pt x="1191" y="17241"/>
                    <a:pt x="1331" y="17093"/>
                  </a:cubicBezTo>
                  <a:cubicBezTo>
                    <a:pt x="1598" y="16842"/>
                    <a:pt x="1612" y="16413"/>
                    <a:pt x="1391" y="16132"/>
                  </a:cubicBezTo>
                  <a:lnTo>
                    <a:pt x="3224" y="14299"/>
                  </a:lnTo>
                  <a:lnTo>
                    <a:pt x="8843" y="14062"/>
                  </a:lnTo>
                  <a:lnTo>
                    <a:pt x="8887" y="14062"/>
                  </a:lnTo>
                  <a:lnTo>
                    <a:pt x="13885" y="9064"/>
                  </a:lnTo>
                  <a:lnTo>
                    <a:pt x="13885" y="6388"/>
                  </a:lnTo>
                  <a:lnTo>
                    <a:pt x="18912" y="1376"/>
                  </a:lnTo>
                  <a:cubicBezTo>
                    <a:pt x="19024" y="1440"/>
                    <a:pt x="19150" y="1472"/>
                    <a:pt x="19276" y="1472"/>
                  </a:cubicBezTo>
                  <a:cubicBezTo>
                    <a:pt x="19467" y="1472"/>
                    <a:pt x="19657" y="1400"/>
                    <a:pt x="19799" y="1257"/>
                  </a:cubicBezTo>
                  <a:cubicBezTo>
                    <a:pt x="20080" y="962"/>
                    <a:pt x="20080" y="503"/>
                    <a:pt x="19799" y="208"/>
                  </a:cubicBezTo>
                  <a:cubicBezTo>
                    <a:pt x="19651" y="60"/>
                    <a:pt x="19459" y="1"/>
                    <a:pt x="19282"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8"/>
            <p:cNvSpPr/>
            <p:nvPr/>
          </p:nvSpPr>
          <p:spPr>
            <a:xfrm>
              <a:off x="56950" y="4814630"/>
              <a:ext cx="246094" cy="246668"/>
            </a:xfrm>
            <a:custGeom>
              <a:avLst/>
              <a:gdLst/>
              <a:ahLst/>
              <a:cxnLst/>
              <a:rect l="l" t="t" r="r" b="b"/>
              <a:pathLst>
                <a:path w="6433" h="6448" extrusionOk="0">
                  <a:moveTo>
                    <a:pt x="5619" y="1"/>
                  </a:moveTo>
                  <a:cubicBezTo>
                    <a:pt x="5441" y="1"/>
                    <a:pt x="5249" y="74"/>
                    <a:pt x="5101" y="208"/>
                  </a:cubicBezTo>
                  <a:cubicBezTo>
                    <a:pt x="4835" y="474"/>
                    <a:pt x="4820" y="888"/>
                    <a:pt x="5042" y="1183"/>
                  </a:cubicBezTo>
                  <a:lnTo>
                    <a:pt x="1139" y="5087"/>
                  </a:lnTo>
                  <a:cubicBezTo>
                    <a:pt x="1023" y="5010"/>
                    <a:pt x="895" y="4966"/>
                    <a:pt x="766" y="4966"/>
                  </a:cubicBezTo>
                  <a:cubicBezTo>
                    <a:pt x="747" y="4966"/>
                    <a:pt x="729" y="4967"/>
                    <a:pt x="710" y="4969"/>
                  </a:cubicBezTo>
                  <a:cubicBezTo>
                    <a:pt x="518" y="4969"/>
                    <a:pt x="325" y="5057"/>
                    <a:pt x="192" y="5205"/>
                  </a:cubicBezTo>
                  <a:cubicBezTo>
                    <a:pt x="59" y="5353"/>
                    <a:pt x="0" y="5531"/>
                    <a:pt x="0" y="5738"/>
                  </a:cubicBezTo>
                  <a:cubicBezTo>
                    <a:pt x="15" y="5915"/>
                    <a:pt x="89" y="6092"/>
                    <a:pt x="222" y="6226"/>
                  </a:cubicBezTo>
                  <a:cubicBezTo>
                    <a:pt x="222" y="6226"/>
                    <a:pt x="237" y="6240"/>
                    <a:pt x="237" y="6240"/>
                  </a:cubicBezTo>
                  <a:cubicBezTo>
                    <a:pt x="385" y="6373"/>
                    <a:pt x="577" y="6447"/>
                    <a:pt x="769" y="6447"/>
                  </a:cubicBezTo>
                  <a:cubicBezTo>
                    <a:pt x="961" y="6433"/>
                    <a:pt x="1153" y="6344"/>
                    <a:pt x="1287" y="6211"/>
                  </a:cubicBezTo>
                  <a:cubicBezTo>
                    <a:pt x="1420" y="6063"/>
                    <a:pt x="1479" y="5871"/>
                    <a:pt x="1479" y="5678"/>
                  </a:cubicBezTo>
                  <a:cubicBezTo>
                    <a:pt x="1464" y="5516"/>
                    <a:pt x="1405" y="5353"/>
                    <a:pt x="1301" y="5235"/>
                  </a:cubicBezTo>
                  <a:lnTo>
                    <a:pt x="5190" y="1331"/>
                  </a:lnTo>
                  <a:cubicBezTo>
                    <a:pt x="5324" y="1425"/>
                    <a:pt x="5479" y="1473"/>
                    <a:pt x="5634" y="1473"/>
                  </a:cubicBezTo>
                  <a:cubicBezTo>
                    <a:pt x="5820" y="1473"/>
                    <a:pt x="6006" y="1403"/>
                    <a:pt x="6151" y="1257"/>
                  </a:cubicBezTo>
                  <a:cubicBezTo>
                    <a:pt x="6432" y="976"/>
                    <a:pt x="6432" y="503"/>
                    <a:pt x="6151" y="208"/>
                  </a:cubicBezTo>
                  <a:cubicBezTo>
                    <a:pt x="6003" y="74"/>
                    <a:pt x="5811" y="1"/>
                    <a:pt x="5619"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8"/>
            <p:cNvSpPr/>
            <p:nvPr/>
          </p:nvSpPr>
          <p:spPr>
            <a:xfrm>
              <a:off x="-483816" y="4384190"/>
              <a:ext cx="493834" cy="334961"/>
            </a:xfrm>
            <a:custGeom>
              <a:avLst/>
              <a:gdLst/>
              <a:ahLst/>
              <a:cxnLst/>
              <a:rect l="l" t="t" r="r" b="b"/>
              <a:pathLst>
                <a:path w="12909" h="8756" extrusionOk="0">
                  <a:moveTo>
                    <a:pt x="12125" y="0"/>
                  </a:moveTo>
                  <a:cubicBezTo>
                    <a:pt x="11711" y="15"/>
                    <a:pt x="11401" y="355"/>
                    <a:pt x="11415" y="769"/>
                  </a:cubicBezTo>
                  <a:cubicBezTo>
                    <a:pt x="11415" y="947"/>
                    <a:pt x="11489" y="1124"/>
                    <a:pt x="11622" y="1257"/>
                  </a:cubicBezTo>
                  <a:cubicBezTo>
                    <a:pt x="11637" y="1272"/>
                    <a:pt x="11637" y="1272"/>
                    <a:pt x="11652" y="1287"/>
                  </a:cubicBezTo>
                  <a:cubicBezTo>
                    <a:pt x="11770" y="1390"/>
                    <a:pt x="11903" y="1449"/>
                    <a:pt x="12051" y="1464"/>
                  </a:cubicBezTo>
                  <a:lnTo>
                    <a:pt x="12051" y="3519"/>
                  </a:lnTo>
                  <a:lnTo>
                    <a:pt x="10750" y="4821"/>
                  </a:lnTo>
                  <a:lnTo>
                    <a:pt x="3712" y="4821"/>
                  </a:lnTo>
                  <a:lnTo>
                    <a:pt x="1139" y="7393"/>
                  </a:lnTo>
                  <a:cubicBezTo>
                    <a:pt x="1006" y="7319"/>
                    <a:pt x="873" y="7275"/>
                    <a:pt x="725" y="7275"/>
                  </a:cubicBezTo>
                  <a:cubicBezTo>
                    <a:pt x="518" y="7290"/>
                    <a:pt x="341" y="7379"/>
                    <a:pt x="208" y="7512"/>
                  </a:cubicBezTo>
                  <a:cubicBezTo>
                    <a:pt x="74" y="7659"/>
                    <a:pt x="1" y="7852"/>
                    <a:pt x="15" y="8044"/>
                  </a:cubicBezTo>
                  <a:cubicBezTo>
                    <a:pt x="15" y="8236"/>
                    <a:pt x="89" y="8414"/>
                    <a:pt x="222" y="8547"/>
                  </a:cubicBezTo>
                  <a:cubicBezTo>
                    <a:pt x="237" y="8547"/>
                    <a:pt x="237" y="8547"/>
                    <a:pt x="252" y="8561"/>
                  </a:cubicBezTo>
                  <a:cubicBezTo>
                    <a:pt x="374" y="8683"/>
                    <a:pt x="545" y="8756"/>
                    <a:pt x="721" y="8756"/>
                  </a:cubicBezTo>
                  <a:cubicBezTo>
                    <a:pt x="737" y="8756"/>
                    <a:pt x="753" y="8755"/>
                    <a:pt x="769" y="8754"/>
                  </a:cubicBezTo>
                  <a:cubicBezTo>
                    <a:pt x="976" y="8754"/>
                    <a:pt x="1154" y="8665"/>
                    <a:pt x="1287" y="8517"/>
                  </a:cubicBezTo>
                  <a:cubicBezTo>
                    <a:pt x="1420" y="8369"/>
                    <a:pt x="1494" y="8192"/>
                    <a:pt x="1479" y="7985"/>
                  </a:cubicBezTo>
                  <a:cubicBezTo>
                    <a:pt x="1479" y="7822"/>
                    <a:pt x="1405" y="7659"/>
                    <a:pt x="1302" y="7541"/>
                  </a:cubicBezTo>
                  <a:lnTo>
                    <a:pt x="3801" y="5042"/>
                  </a:lnTo>
                  <a:lnTo>
                    <a:pt x="10854" y="5042"/>
                  </a:lnTo>
                  <a:lnTo>
                    <a:pt x="12273" y="3623"/>
                  </a:lnTo>
                  <a:lnTo>
                    <a:pt x="12273" y="1464"/>
                  </a:lnTo>
                  <a:cubicBezTo>
                    <a:pt x="12628" y="1405"/>
                    <a:pt x="12909" y="1080"/>
                    <a:pt x="12894" y="710"/>
                  </a:cubicBezTo>
                  <a:cubicBezTo>
                    <a:pt x="12879" y="311"/>
                    <a:pt x="12539" y="0"/>
                    <a:pt x="1215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8"/>
            <p:cNvSpPr/>
            <p:nvPr/>
          </p:nvSpPr>
          <p:spPr>
            <a:xfrm>
              <a:off x="-370123" y="4637014"/>
              <a:ext cx="609823" cy="376773"/>
            </a:xfrm>
            <a:custGeom>
              <a:avLst/>
              <a:gdLst/>
              <a:ahLst/>
              <a:cxnLst/>
              <a:rect l="l" t="t" r="r" b="b"/>
              <a:pathLst>
                <a:path w="15941" h="9849" extrusionOk="0">
                  <a:moveTo>
                    <a:pt x="15156" y="1"/>
                  </a:moveTo>
                  <a:cubicBezTo>
                    <a:pt x="14757" y="15"/>
                    <a:pt x="14432" y="356"/>
                    <a:pt x="14447" y="755"/>
                  </a:cubicBezTo>
                  <a:cubicBezTo>
                    <a:pt x="14461" y="903"/>
                    <a:pt x="14506" y="1036"/>
                    <a:pt x="14595" y="1154"/>
                  </a:cubicBezTo>
                  <a:lnTo>
                    <a:pt x="9567" y="6166"/>
                  </a:lnTo>
                  <a:lnTo>
                    <a:pt x="3461" y="6166"/>
                  </a:lnTo>
                  <a:lnTo>
                    <a:pt x="1139" y="8488"/>
                  </a:lnTo>
                  <a:cubicBezTo>
                    <a:pt x="1036" y="8410"/>
                    <a:pt x="910" y="8367"/>
                    <a:pt x="772" y="8367"/>
                  </a:cubicBezTo>
                  <a:cubicBezTo>
                    <a:pt x="751" y="8367"/>
                    <a:pt x="731" y="8368"/>
                    <a:pt x="710" y="8370"/>
                  </a:cubicBezTo>
                  <a:cubicBezTo>
                    <a:pt x="518" y="8370"/>
                    <a:pt x="341" y="8458"/>
                    <a:pt x="208" y="8606"/>
                  </a:cubicBezTo>
                  <a:cubicBezTo>
                    <a:pt x="60" y="8754"/>
                    <a:pt x="1" y="8932"/>
                    <a:pt x="1" y="9139"/>
                  </a:cubicBezTo>
                  <a:cubicBezTo>
                    <a:pt x="15" y="9316"/>
                    <a:pt x="89" y="9493"/>
                    <a:pt x="222" y="9626"/>
                  </a:cubicBezTo>
                  <a:cubicBezTo>
                    <a:pt x="222" y="9641"/>
                    <a:pt x="237" y="9641"/>
                    <a:pt x="237" y="9641"/>
                  </a:cubicBezTo>
                  <a:cubicBezTo>
                    <a:pt x="385" y="9789"/>
                    <a:pt x="577" y="9848"/>
                    <a:pt x="769" y="9848"/>
                  </a:cubicBezTo>
                  <a:cubicBezTo>
                    <a:pt x="962" y="9833"/>
                    <a:pt x="1154" y="9760"/>
                    <a:pt x="1287" y="9612"/>
                  </a:cubicBezTo>
                  <a:cubicBezTo>
                    <a:pt x="1420" y="9464"/>
                    <a:pt x="1494" y="9272"/>
                    <a:pt x="1479" y="9079"/>
                  </a:cubicBezTo>
                  <a:cubicBezTo>
                    <a:pt x="1479" y="8917"/>
                    <a:pt x="1405" y="8754"/>
                    <a:pt x="1302" y="8636"/>
                  </a:cubicBezTo>
                  <a:lnTo>
                    <a:pt x="3549" y="6388"/>
                  </a:lnTo>
                  <a:lnTo>
                    <a:pt x="9656" y="6388"/>
                  </a:lnTo>
                  <a:lnTo>
                    <a:pt x="14742" y="1317"/>
                  </a:lnTo>
                  <a:cubicBezTo>
                    <a:pt x="14862" y="1410"/>
                    <a:pt x="15017" y="1467"/>
                    <a:pt x="15165" y="1467"/>
                  </a:cubicBezTo>
                  <a:cubicBezTo>
                    <a:pt x="15182" y="1467"/>
                    <a:pt x="15199" y="1466"/>
                    <a:pt x="15216" y="1464"/>
                  </a:cubicBezTo>
                  <a:cubicBezTo>
                    <a:pt x="15630" y="1450"/>
                    <a:pt x="15940" y="1110"/>
                    <a:pt x="15925" y="710"/>
                  </a:cubicBezTo>
                  <a:cubicBezTo>
                    <a:pt x="15911" y="311"/>
                    <a:pt x="15585" y="1"/>
                    <a:pt x="151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8"/>
            <p:cNvSpPr/>
            <p:nvPr/>
          </p:nvSpPr>
          <p:spPr>
            <a:xfrm>
              <a:off x="-444796" y="3627936"/>
              <a:ext cx="1311764" cy="1137551"/>
            </a:xfrm>
            <a:custGeom>
              <a:avLst/>
              <a:gdLst/>
              <a:ahLst/>
              <a:cxnLst/>
              <a:rect l="l" t="t" r="r" b="b"/>
              <a:pathLst>
                <a:path w="34290" h="29736" extrusionOk="0">
                  <a:moveTo>
                    <a:pt x="33477" y="0"/>
                  </a:moveTo>
                  <a:cubicBezTo>
                    <a:pt x="33285" y="0"/>
                    <a:pt x="33107" y="59"/>
                    <a:pt x="32959" y="207"/>
                  </a:cubicBezTo>
                  <a:cubicBezTo>
                    <a:pt x="32708" y="458"/>
                    <a:pt x="32678" y="843"/>
                    <a:pt x="32856" y="1124"/>
                  </a:cubicBezTo>
                  <a:lnTo>
                    <a:pt x="28908" y="5072"/>
                  </a:lnTo>
                  <a:lnTo>
                    <a:pt x="24073" y="5072"/>
                  </a:lnTo>
                  <a:lnTo>
                    <a:pt x="21160" y="7999"/>
                  </a:lnTo>
                  <a:lnTo>
                    <a:pt x="21160" y="10779"/>
                  </a:lnTo>
                  <a:lnTo>
                    <a:pt x="18277" y="13722"/>
                  </a:lnTo>
                  <a:lnTo>
                    <a:pt x="13471" y="18542"/>
                  </a:lnTo>
                  <a:lnTo>
                    <a:pt x="13471" y="23865"/>
                  </a:lnTo>
                  <a:lnTo>
                    <a:pt x="11046" y="26290"/>
                  </a:lnTo>
                  <a:lnTo>
                    <a:pt x="3298" y="26290"/>
                  </a:lnTo>
                  <a:lnTo>
                    <a:pt x="1184" y="28404"/>
                  </a:lnTo>
                  <a:cubicBezTo>
                    <a:pt x="1064" y="28311"/>
                    <a:pt x="921" y="28254"/>
                    <a:pt x="775" y="28254"/>
                  </a:cubicBezTo>
                  <a:cubicBezTo>
                    <a:pt x="759" y="28254"/>
                    <a:pt x="742" y="28255"/>
                    <a:pt x="725" y="28257"/>
                  </a:cubicBezTo>
                  <a:cubicBezTo>
                    <a:pt x="518" y="28257"/>
                    <a:pt x="341" y="28345"/>
                    <a:pt x="208" y="28493"/>
                  </a:cubicBezTo>
                  <a:cubicBezTo>
                    <a:pt x="75" y="28641"/>
                    <a:pt x="1" y="28818"/>
                    <a:pt x="16" y="29025"/>
                  </a:cubicBezTo>
                  <a:cubicBezTo>
                    <a:pt x="16" y="29203"/>
                    <a:pt x="90" y="29380"/>
                    <a:pt x="223" y="29513"/>
                  </a:cubicBezTo>
                  <a:cubicBezTo>
                    <a:pt x="237" y="29513"/>
                    <a:pt x="237" y="29528"/>
                    <a:pt x="252" y="29528"/>
                  </a:cubicBezTo>
                  <a:cubicBezTo>
                    <a:pt x="385" y="29661"/>
                    <a:pt x="577" y="29735"/>
                    <a:pt x="770" y="29735"/>
                  </a:cubicBezTo>
                  <a:cubicBezTo>
                    <a:pt x="977" y="29720"/>
                    <a:pt x="1154" y="29632"/>
                    <a:pt x="1287" y="29499"/>
                  </a:cubicBezTo>
                  <a:cubicBezTo>
                    <a:pt x="1420" y="29351"/>
                    <a:pt x="1494" y="29158"/>
                    <a:pt x="1479" y="28966"/>
                  </a:cubicBezTo>
                  <a:cubicBezTo>
                    <a:pt x="1479" y="28818"/>
                    <a:pt x="1435" y="28671"/>
                    <a:pt x="1346" y="28552"/>
                  </a:cubicBezTo>
                  <a:lnTo>
                    <a:pt x="3387" y="26512"/>
                  </a:lnTo>
                  <a:lnTo>
                    <a:pt x="11135" y="26512"/>
                  </a:lnTo>
                  <a:lnTo>
                    <a:pt x="13678" y="23954"/>
                  </a:lnTo>
                  <a:lnTo>
                    <a:pt x="13678" y="18631"/>
                  </a:lnTo>
                  <a:lnTo>
                    <a:pt x="18424" y="13884"/>
                  </a:lnTo>
                  <a:lnTo>
                    <a:pt x="21352" y="10912"/>
                  </a:lnTo>
                  <a:lnTo>
                    <a:pt x="21382" y="10883"/>
                  </a:lnTo>
                  <a:lnTo>
                    <a:pt x="21382" y="8088"/>
                  </a:lnTo>
                  <a:lnTo>
                    <a:pt x="24161" y="5294"/>
                  </a:lnTo>
                  <a:lnTo>
                    <a:pt x="28997" y="5294"/>
                  </a:lnTo>
                  <a:lnTo>
                    <a:pt x="33004" y="1301"/>
                  </a:lnTo>
                  <a:cubicBezTo>
                    <a:pt x="33143" y="1413"/>
                    <a:pt x="33311" y="1468"/>
                    <a:pt x="33479" y="1468"/>
                  </a:cubicBezTo>
                  <a:cubicBezTo>
                    <a:pt x="33667" y="1468"/>
                    <a:pt x="33853" y="1398"/>
                    <a:pt x="33994" y="1257"/>
                  </a:cubicBezTo>
                  <a:cubicBezTo>
                    <a:pt x="34290" y="961"/>
                    <a:pt x="34290" y="503"/>
                    <a:pt x="33994" y="207"/>
                  </a:cubicBezTo>
                  <a:cubicBezTo>
                    <a:pt x="33861" y="59"/>
                    <a:pt x="33669" y="0"/>
                    <a:pt x="33477"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8"/>
            <p:cNvSpPr/>
            <p:nvPr/>
          </p:nvSpPr>
          <p:spPr>
            <a:xfrm>
              <a:off x="-303369" y="4423783"/>
              <a:ext cx="168016" cy="56579"/>
            </a:xfrm>
            <a:custGeom>
              <a:avLst/>
              <a:gdLst/>
              <a:ahLst/>
              <a:cxnLst/>
              <a:rect l="l" t="t" r="r" b="b"/>
              <a:pathLst>
                <a:path w="4392" h="1479" extrusionOk="0">
                  <a:moveTo>
                    <a:pt x="725" y="0"/>
                  </a:moveTo>
                  <a:cubicBezTo>
                    <a:pt x="311" y="15"/>
                    <a:pt x="0" y="355"/>
                    <a:pt x="15" y="769"/>
                  </a:cubicBezTo>
                  <a:cubicBezTo>
                    <a:pt x="15" y="961"/>
                    <a:pt x="89" y="1124"/>
                    <a:pt x="222" y="1257"/>
                  </a:cubicBezTo>
                  <a:cubicBezTo>
                    <a:pt x="237" y="1272"/>
                    <a:pt x="237" y="1272"/>
                    <a:pt x="252" y="1287"/>
                  </a:cubicBezTo>
                  <a:cubicBezTo>
                    <a:pt x="400" y="1420"/>
                    <a:pt x="577" y="1479"/>
                    <a:pt x="784" y="1479"/>
                  </a:cubicBezTo>
                  <a:cubicBezTo>
                    <a:pt x="1124" y="1464"/>
                    <a:pt x="1405" y="1213"/>
                    <a:pt x="1464" y="887"/>
                  </a:cubicBezTo>
                  <a:lnTo>
                    <a:pt x="2913" y="887"/>
                  </a:lnTo>
                  <a:cubicBezTo>
                    <a:pt x="2943" y="1035"/>
                    <a:pt x="3017" y="1168"/>
                    <a:pt x="3105" y="1257"/>
                  </a:cubicBezTo>
                  <a:cubicBezTo>
                    <a:pt x="3253" y="1405"/>
                    <a:pt x="3446" y="1479"/>
                    <a:pt x="3667" y="1479"/>
                  </a:cubicBezTo>
                  <a:cubicBezTo>
                    <a:pt x="4067" y="1464"/>
                    <a:pt x="4392" y="1124"/>
                    <a:pt x="4377" y="710"/>
                  </a:cubicBezTo>
                  <a:cubicBezTo>
                    <a:pt x="4362" y="311"/>
                    <a:pt x="4022" y="0"/>
                    <a:pt x="3638" y="0"/>
                  </a:cubicBezTo>
                  <a:lnTo>
                    <a:pt x="3608" y="0"/>
                  </a:lnTo>
                  <a:cubicBezTo>
                    <a:pt x="3224" y="15"/>
                    <a:pt x="2928" y="311"/>
                    <a:pt x="2898" y="666"/>
                  </a:cubicBezTo>
                  <a:lnTo>
                    <a:pt x="1479" y="666"/>
                  </a:lnTo>
                  <a:cubicBezTo>
                    <a:pt x="1464" y="488"/>
                    <a:pt x="1390" y="326"/>
                    <a:pt x="1257" y="192"/>
                  </a:cubicBezTo>
                  <a:cubicBezTo>
                    <a:pt x="1109" y="59"/>
                    <a:pt x="917" y="0"/>
                    <a:pt x="72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8"/>
            <p:cNvSpPr/>
            <p:nvPr/>
          </p:nvSpPr>
          <p:spPr>
            <a:xfrm>
              <a:off x="348259" y="4185649"/>
              <a:ext cx="467820" cy="177656"/>
            </a:xfrm>
            <a:custGeom>
              <a:avLst/>
              <a:gdLst/>
              <a:ahLst/>
              <a:cxnLst/>
              <a:rect l="l" t="t" r="r" b="b"/>
              <a:pathLst>
                <a:path w="12229" h="4644" extrusionOk="0">
                  <a:moveTo>
                    <a:pt x="11459" y="0"/>
                  </a:moveTo>
                  <a:cubicBezTo>
                    <a:pt x="11267" y="0"/>
                    <a:pt x="11075" y="89"/>
                    <a:pt x="10942" y="237"/>
                  </a:cubicBezTo>
                  <a:cubicBezTo>
                    <a:pt x="10809" y="385"/>
                    <a:pt x="10735" y="562"/>
                    <a:pt x="10750" y="769"/>
                  </a:cubicBezTo>
                  <a:cubicBezTo>
                    <a:pt x="10750" y="917"/>
                    <a:pt x="10809" y="1050"/>
                    <a:pt x="10897" y="1168"/>
                  </a:cubicBezTo>
                  <a:lnTo>
                    <a:pt x="8783" y="3283"/>
                  </a:lnTo>
                  <a:cubicBezTo>
                    <a:pt x="8650" y="3179"/>
                    <a:pt x="8487" y="3135"/>
                    <a:pt x="8310" y="3135"/>
                  </a:cubicBezTo>
                  <a:cubicBezTo>
                    <a:pt x="8118" y="3150"/>
                    <a:pt x="7940" y="3224"/>
                    <a:pt x="7807" y="3372"/>
                  </a:cubicBezTo>
                  <a:cubicBezTo>
                    <a:pt x="7704" y="3490"/>
                    <a:pt x="7630" y="3623"/>
                    <a:pt x="7615" y="3771"/>
                  </a:cubicBezTo>
                  <a:lnTo>
                    <a:pt x="1479" y="3771"/>
                  </a:lnTo>
                  <a:cubicBezTo>
                    <a:pt x="1421" y="3425"/>
                    <a:pt x="1111" y="3164"/>
                    <a:pt x="754" y="3164"/>
                  </a:cubicBezTo>
                  <a:cubicBezTo>
                    <a:pt x="744" y="3164"/>
                    <a:pt x="734" y="3164"/>
                    <a:pt x="725" y="3165"/>
                  </a:cubicBezTo>
                  <a:cubicBezTo>
                    <a:pt x="325" y="3179"/>
                    <a:pt x="0" y="3519"/>
                    <a:pt x="15" y="3933"/>
                  </a:cubicBezTo>
                  <a:cubicBezTo>
                    <a:pt x="30" y="4126"/>
                    <a:pt x="104" y="4288"/>
                    <a:pt x="237" y="4421"/>
                  </a:cubicBezTo>
                  <a:cubicBezTo>
                    <a:pt x="370" y="4554"/>
                    <a:pt x="577" y="4643"/>
                    <a:pt x="784" y="4643"/>
                  </a:cubicBezTo>
                  <a:cubicBezTo>
                    <a:pt x="1153" y="4628"/>
                    <a:pt x="1449" y="4347"/>
                    <a:pt x="1493" y="3993"/>
                  </a:cubicBezTo>
                  <a:lnTo>
                    <a:pt x="7615" y="3993"/>
                  </a:lnTo>
                  <a:cubicBezTo>
                    <a:pt x="7645" y="4140"/>
                    <a:pt x="7704" y="4288"/>
                    <a:pt x="7822" y="4392"/>
                  </a:cubicBezTo>
                  <a:cubicBezTo>
                    <a:pt x="7822" y="4407"/>
                    <a:pt x="7837" y="4407"/>
                    <a:pt x="7837" y="4421"/>
                  </a:cubicBezTo>
                  <a:cubicBezTo>
                    <a:pt x="7972" y="4543"/>
                    <a:pt x="8145" y="4615"/>
                    <a:pt x="8320" y="4615"/>
                  </a:cubicBezTo>
                  <a:cubicBezTo>
                    <a:pt x="8337" y="4615"/>
                    <a:pt x="8353" y="4615"/>
                    <a:pt x="8369" y="4614"/>
                  </a:cubicBezTo>
                  <a:cubicBezTo>
                    <a:pt x="8576" y="4599"/>
                    <a:pt x="8753" y="4525"/>
                    <a:pt x="8887" y="4377"/>
                  </a:cubicBezTo>
                  <a:cubicBezTo>
                    <a:pt x="9020" y="4229"/>
                    <a:pt x="9094" y="4037"/>
                    <a:pt x="9079" y="3845"/>
                  </a:cubicBezTo>
                  <a:cubicBezTo>
                    <a:pt x="9079" y="3697"/>
                    <a:pt x="9034" y="3564"/>
                    <a:pt x="8946" y="3431"/>
                  </a:cubicBezTo>
                  <a:lnTo>
                    <a:pt x="11045" y="1331"/>
                  </a:lnTo>
                  <a:cubicBezTo>
                    <a:pt x="11178" y="1420"/>
                    <a:pt x="11341" y="1479"/>
                    <a:pt x="11518" y="1479"/>
                  </a:cubicBezTo>
                  <a:cubicBezTo>
                    <a:pt x="11711" y="1464"/>
                    <a:pt x="11888" y="1375"/>
                    <a:pt x="12021" y="1242"/>
                  </a:cubicBezTo>
                  <a:cubicBezTo>
                    <a:pt x="12169" y="1094"/>
                    <a:pt x="12228" y="902"/>
                    <a:pt x="12228" y="710"/>
                  </a:cubicBezTo>
                  <a:cubicBezTo>
                    <a:pt x="12213" y="503"/>
                    <a:pt x="12125" y="326"/>
                    <a:pt x="11992" y="192"/>
                  </a:cubicBezTo>
                  <a:cubicBezTo>
                    <a:pt x="11844" y="59"/>
                    <a:pt x="11666" y="0"/>
                    <a:pt x="1148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8"/>
            <p:cNvSpPr/>
            <p:nvPr/>
          </p:nvSpPr>
          <p:spPr>
            <a:xfrm>
              <a:off x="335214" y="4123983"/>
              <a:ext cx="665828" cy="554391"/>
            </a:xfrm>
            <a:custGeom>
              <a:avLst/>
              <a:gdLst/>
              <a:ahLst/>
              <a:cxnLst/>
              <a:rect l="l" t="t" r="r" b="b"/>
              <a:pathLst>
                <a:path w="17405" h="14492" extrusionOk="0">
                  <a:moveTo>
                    <a:pt x="16591" y="1"/>
                  </a:moveTo>
                  <a:cubicBezTo>
                    <a:pt x="16414" y="1"/>
                    <a:pt x="16221" y="75"/>
                    <a:pt x="16074" y="208"/>
                  </a:cubicBezTo>
                  <a:cubicBezTo>
                    <a:pt x="15793" y="503"/>
                    <a:pt x="15793" y="962"/>
                    <a:pt x="16074" y="1257"/>
                  </a:cubicBezTo>
                  <a:cubicBezTo>
                    <a:pt x="16192" y="1376"/>
                    <a:pt x="16340" y="1435"/>
                    <a:pt x="16488" y="1464"/>
                  </a:cubicBezTo>
                  <a:lnTo>
                    <a:pt x="16488" y="3313"/>
                  </a:lnTo>
                  <a:lnTo>
                    <a:pt x="11179" y="8621"/>
                  </a:lnTo>
                  <a:cubicBezTo>
                    <a:pt x="11058" y="8538"/>
                    <a:pt x="10914" y="8496"/>
                    <a:pt x="10769" y="8496"/>
                  </a:cubicBezTo>
                  <a:cubicBezTo>
                    <a:pt x="10580" y="8496"/>
                    <a:pt x="10390" y="8567"/>
                    <a:pt x="10248" y="8710"/>
                  </a:cubicBezTo>
                  <a:cubicBezTo>
                    <a:pt x="10115" y="8843"/>
                    <a:pt x="10041" y="9020"/>
                    <a:pt x="10041" y="9198"/>
                  </a:cubicBezTo>
                  <a:lnTo>
                    <a:pt x="5058" y="9272"/>
                  </a:lnTo>
                  <a:lnTo>
                    <a:pt x="1184" y="13160"/>
                  </a:lnTo>
                  <a:cubicBezTo>
                    <a:pt x="1064" y="13067"/>
                    <a:pt x="921" y="13010"/>
                    <a:pt x="765" y="13010"/>
                  </a:cubicBezTo>
                  <a:cubicBezTo>
                    <a:pt x="747" y="13010"/>
                    <a:pt x="729" y="13011"/>
                    <a:pt x="711" y="13012"/>
                  </a:cubicBezTo>
                  <a:cubicBezTo>
                    <a:pt x="518" y="13012"/>
                    <a:pt x="326" y="13101"/>
                    <a:pt x="193" y="13249"/>
                  </a:cubicBezTo>
                  <a:cubicBezTo>
                    <a:pt x="60" y="13397"/>
                    <a:pt x="1" y="13574"/>
                    <a:pt x="1" y="13781"/>
                  </a:cubicBezTo>
                  <a:cubicBezTo>
                    <a:pt x="16" y="13959"/>
                    <a:pt x="90" y="14136"/>
                    <a:pt x="223" y="14269"/>
                  </a:cubicBezTo>
                  <a:cubicBezTo>
                    <a:pt x="223" y="14269"/>
                    <a:pt x="238" y="14284"/>
                    <a:pt x="238" y="14284"/>
                  </a:cubicBezTo>
                  <a:cubicBezTo>
                    <a:pt x="385" y="14417"/>
                    <a:pt x="578" y="14491"/>
                    <a:pt x="770" y="14491"/>
                  </a:cubicBezTo>
                  <a:cubicBezTo>
                    <a:pt x="1184" y="14476"/>
                    <a:pt x="1494" y="14121"/>
                    <a:pt x="1480" y="13722"/>
                  </a:cubicBezTo>
                  <a:cubicBezTo>
                    <a:pt x="1480" y="13574"/>
                    <a:pt x="1420" y="13426"/>
                    <a:pt x="1347" y="13308"/>
                  </a:cubicBezTo>
                  <a:lnTo>
                    <a:pt x="5161" y="9493"/>
                  </a:lnTo>
                  <a:lnTo>
                    <a:pt x="10070" y="9419"/>
                  </a:lnTo>
                  <a:cubicBezTo>
                    <a:pt x="10100" y="9538"/>
                    <a:pt x="10159" y="9656"/>
                    <a:pt x="10248" y="9759"/>
                  </a:cubicBezTo>
                  <a:cubicBezTo>
                    <a:pt x="10396" y="9900"/>
                    <a:pt x="10584" y="9970"/>
                    <a:pt x="10773" y="9970"/>
                  </a:cubicBezTo>
                  <a:cubicBezTo>
                    <a:pt x="10961" y="9970"/>
                    <a:pt x="11150" y="9900"/>
                    <a:pt x="11298" y="9759"/>
                  </a:cubicBezTo>
                  <a:cubicBezTo>
                    <a:pt x="11564" y="9479"/>
                    <a:pt x="11579" y="9065"/>
                    <a:pt x="11342" y="8769"/>
                  </a:cubicBezTo>
                  <a:lnTo>
                    <a:pt x="16709" y="3401"/>
                  </a:lnTo>
                  <a:lnTo>
                    <a:pt x="16709" y="1464"/>
                  </a:lnTo>
                  <a:cubicBezTo>
                    <a:pt x="16857" y="1435"/>
                    <a:pt x="17005" y="1376"/>
                    <a:pt x="17123" y="1257"/>
                  </a:cubicBezTo>
                  <a:cubicBezTo>
                    <a:pt x="17404" y="962"/>
                    <a:pt x="17404" y="503"/>
                    <a:pt x="17123" y="208"/>
                  </a:cubicBezTo>
                  <a:cubicBezTo>
                    <a:pt x="16976" y="75"/>
                    <a:pt x="16783" y="1"/>
                    <a:pt x="1659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8"/>
            <p:cNvSpPr/>
            <p:nvPr/>
          </p:nvSpPr>
          <p:spPr>
            <a:xfrm>
              <a:off x="552997" y="4019892"/>
              <a:ext cx="346208" cy="246745"/>
            </a:xfrm>
            <a:custGeom>
              <a:avLst/>
              <a:gdLst/>
              <a:ahLst/>
              <a:cxnLst/>
              <a:rect l="l" t="t" r="r" b="b"/>
              <a:pathLst>
                <a:path w="9050" h="6450" extrusionOk="0">
                  <a:moveTo>
                    <a:pt x="8237" y="1"/>
                  </a:moveTo>
                  <a:cubicBezTo>
                    <a:pt x="8059" y="1"/>
                    <a:pt x="7867" y="60"/>
                    <a:pt x="7719" y="208"/>
                  </a:cubicBezTo>
                  <a:cubicBezTo>
                    <a:pt x="7453" y="474"/>
                    <a:pt x="7438" y="888"/>
                    <a:pt x="7645" y="1169"/>
                  </a:cubicBezTo>
                  <a:lnTo>
                    <a:pt x="3254" y="5561"/>
                  </a:lnTo>
                  <a:lnTo>
                    <a:pt x="1464" y="5561"/>
                  </a:lnTo>
                  <a:cubicBezTo>
                    <a:pt x="1435" y="5413"/>
                    <a:pt x="1361" y="5280"/>
                    <a:pt x="1243" y="5176"/>
                  </a:cubicBezTo>
                  <a:cubicBezTo>
                    <a:pt x="1110" y="5043"/>
                    <a:pt x="917" y="4969"/>
                    <a:pt x="725" y="4969"/>
                  </a:cubicBezTo>
                  <a:cubicBezTo>
                    <a:pt x="518" y="4984"/>
                    <a:pt x="341" y="5073"/>
                    <a:pt x="208" y="5206"/>
                  </a:cubicBezTo>
                  <a:cubicBezTo>
                    <a:pt x="75" y="5354"/>
                    <a:pt x="1" y="5546"/>
                    <a:pt x="15" y="5738"/>
                  </a:cubicBezTo>
                  <a:cubicBezTo>
                    <a:pt x="15" y="5930"/>
                    <a:pt x="104" y="6108"/>
                    <a:pt x="222" y="6241"/>
                  </a:cubicBezTo>
                  <a:cubicBezTo>
                    <a:pt x="360" y="6364"/>
                    <a:pt x="535" y="6449"/>
                    <a:pt x="724" y="6449"/>
                  </a:cubicBezTo>
                  <a:cubicBezTo>
                    <a:pt x="739" y="6449"/>
                    <a:pt x="754" y="6449"/>
                    <a:pt x="770" y="6448"/>
                  </a:cubicBezTo>
                  <a:cubicBezTo>
                    <a:pt x="1154" y="6433"/>
                    <a:pt x="1450" y="6137"/>
                    <a:pt x="1479" y="5782"/>
                  </a:cubicBezTo>
                  <a:lnTo>
                    <a:pt x="3357" y="5782"/>
                  </a:lnTo>
                  <a:lnTo>
                    <a:pt x="7808" y="1332"/>
                  </a:lnTo>
                  <a:cubicBezTo>
                    <a:pt x="7932" y="1424"/>
                    <a:pt x="8083" y="1469"/>
                    <a:pt x="8236" y="1469"/>
                  </a:cubicBezTo>
                  <a:cubicBezTo>
                    <a:pt x="8427" y="1469"/>
                    <a:pt x="8621" y="1398"/>
                    <a:pt x="8769" y="1258"/>
                  </a:cubicBezTo>
                  <a:cubicBezTo>
                    <a:pt x="9050" y="962"/>
                    <a:pt x="9050" y="504"/>
                    <a:pt x="8769" y="208"/>
                  </a:cubicBezTo>
                  <a:cubicBezTo>
                    <a:pt x="8621" y="60"/>
                    <a:pt x="8429" y="1"/>
                    <a:pt x="8237"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8"/>
            <p:cNvSpPr/>
            <p:nvPr/>
          </p:nvSpPr>
          <p:spPr>
            <a:xfrm>
              <a:off x="602230" y="4755221"/>
              <a:ext cx="63389" cy="359941"/>
            </a:xfrm>
            <a:custGeom>
              <a:avLst/>
              <a:gdLst/>
              <a:ahLst/>
              <a:cxnLst/>
              <a:rect l="l" t="t" r="r" b="b"/>
              <a:pathLst>
                <a:path w="1657" h="9409" extrusionOk="0">
                  <a:moveTo>
                    <a:pt x="813" y="1"/>
                  </a:moveTo>
                  <a:cubicBezTo>
                    <a:pt x="621" y="1"/>
                    <a:pt x="444" y="75"/>
                    <a:pt x="296" y="223"/>
                  </a:cubicBezTo>
                  <a:cubicBezTo>
                    <a:pt x="0" y="504"/>
                    <a:pt x="0" y="977"/>
                    <a:pt x="296" y="1258"/>
                  </a:cubicBezTo>
                  <a:cubicBezTo>
                    <a:pt x="414" y="1376"/>
                    <a:pt x="562" y="1450"/>
                    <a:pt x="725" y="1465"/>
                  </a:cubicBezTo>
                  <a:lnTo>
                    <a:pt x="725" y="7956"/>
                  </a:lnTo>
                  <a:cubicBezTo>
                    <a:pt x="577" y="7971"/>
                    <a:pt x="444" y="8045"/>
                    <a:pt x="325" y="8148"/>
                  </a:cubicBezTo>
                  <a:cubicBezTo>
                    <a:pt x="44" y="8444"/>
                    <a:pt x="44" y="8917"/>
                    <a:pt x="325" y="9198"/>
                  </a:cubicBezTo>
                  <a:cubicBezTo>
                    <a:pt x="473" y="9338"/>
                    <a:pt x="662" y="9409"/>
                    <a:pt x="850" y="9409"/>
                  </a:cubicBezTo>
                  <a:cubicBezTo>
                    <a:pt x="1039" y="9409"/>
                    <a:pt x="1227" y="9338"/>
                    <a:pt x="1375" y="9198"/>
                  </a:cubicBezTo>
                  <a:cubicBezTo>
                    <a:pt x="1656" y="8917"/>
                    <a:pt x="1656" y="8444"/>
                    <a:pt x="1375" y="8148"/>
                  </a:cubicBezTo>
                  <a:cubicBezTo>
                    <a:pt x="1257" y="8030"/>
                    <a:pt x="1094" y="7971"/>
                    <a:pt x="946" y="7941"/>
                  </a:cubicBezTo>
                  <a:lnTo>
                    <a:pt x="946" y="1465"/>
                  </a:lnTo>
                  <a:cubicBezTo>
                    <a:pt x="1079" y="1435"/>
                    <a:pt x="1227" y="1376"/>
                    <a:pt x="1331" y="1258"/>
                  </a:cubicBezTo>
                  <a:cubicBezTo>
                    <a:pt x="1627" y="977"/>
                    <a:pt x="1627" y="504"/>
                    <a:pt x="1331" y="223"/>
                  </a:cubicBezTo>
                  <a:cubicBezTo>
                    <a:pt x="1198" y="75"/>
                    <a:pt x="1006" y="1"/>
                    <a:pt x="813"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8"/>
            <p:cNvSpPr/>
            <p:nvPr/>
          </p:nvSpPr>
          <p:spPr>
            <a:xfrm>
              <a:off x="857311" y="4374550"/>
              <a:ext cx="748383" cy="657948"/>
            </a:xfrm>
            <a:custGeom>
              <a:avLst/>
              <a:gdLst/>
              <a:ahLst/>
              <a:cxnLst/>
              <a:rect l="l" t="t" r="r" b="b"/>
              <a:pathLst>
                <a:path w="19563" h="17199" extrusionOk="0">
                  <a:moveTo>
                    <a:pt x="19326" y="1"/>
                  </a:moveTo>
                  <a:lnTo>
                    <a:pt x="18853" y="474"/>
                  </a:lnTo>
                  <a:lnTo>
                    <a:pt x="15630" y="3697"/>
                  </a:lnTo>
                  <a:lnTo>
                    <a:pt x="15630" y="9316"/>
                  </a:lnTo>
                  <a:lnTo>
                    <a:pt x="10750" y="14196"/>
                  </a:lnTo>
                  <a:lnTo>
                    <a:pt x="2825" y="14196"/>
                  </a:lnTo>
                  <a:lnTo>
                    <a:pt x="1169" y="15852"/>
                  </a:lnTo>
                  <a:cubicBezTo>
                    <a:pt x="1036" y="15763"/>
                    <a:pt x="888" y="15719"/>
                    <a:pt x="725" y="15719"/>
                  </a:cubicBezTo>
                  <a:cubicBezTo>
                    <a:pt x="326" y="15733"/>
                    <a:pt x="1" y="16088"/>
                    <a:pt x="15" y="16487"/>
                  </a:cubicBezTo>
                  <a:cubicBezTo>
                    <a:pt x="30" y="16680"/>
                    <a:pt x="104" y="16857"/>
                    <a:pt x="237" y="16990"/>
                  </a:cubicBezTo>
                  <a:cubicBezTo>
                    <a:pt x="361" y="17114"/>
                    <a:pt x="547" y="17199"/>
                    <a:pt x="739" y="17199"/>
                  </a:cubicBezTo>
                  <a:cubicBezTo>
                    <a:pt x="754" y="17199"/>
                    <a:pt x="769" y="17198"/>
                    <a:pt x="784" y="17197"/>
                  </a:cubicBezTo>
                  <a:cubicBezTo>
                    <a:pt x="1198" y="17182"/>
                    <a:pt x="1509" y="16842"/>
                    <a:pt x="1494" y="16428"/>
                  </a:cubicBezTo>
                  <a:cubicBezTo>
                    <a:pt x="1494" y="16266"/>
                    <a:pt x="1420" y="16118"/>
                    <a:pt x="1331" y="16000"/>
                  </a:cubicBezTo>
                  <a:lnTo>
                    <a:pt x="2913" y="14417"/>
                  </a:lnTo>
                  <a:lnTo>
                    <a:pt x="10839" y="14417"/>
                  </a:lnTo>
                  <a:lnTo>
                    <a:pt x="15851" y="9405"/>
                  </a:lnTo>
                  <a:lnTo>
                    <a:pt x="15851" y="3786"/>
                  </a:lnTo>
                  <a:lnTo>
                    <a:pt x="19104" y="533"/>
                  </a:lnTo>
                  <a:lnTo>
                    <a:pt x="19563" y="75"/>
                  </a:lnTo>
                  <a:lnTo>
                    <a:pt x="19548" y="75"/>
                  </a:lnTo>
                  <a:lnTo>
                    <a:pt x="19326" y="1"/>
                  </a:ln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8"/>
            <p:cNvSpPr/>
            <p:nvPr/>
          </p:nvSpPr>
          <p:spPr>
            <a:xfrm>
              <a:off x="929153" y="4695276"/>
              <a:ext cx="675430" cy="657374"/>
            </a:xfrm>
            <a:custGeom>
              <a:avLst/>
              <a:gdLst/>
              <a:ahLst/>
              <a:cxnLst/>
              <a:rect l="l" t="t" r="r" b="b"/>
              <a:pathLst>
                <a:path w="17656" h="17184" extrusionOk="0">
                  <a:moveTo>
                    <a:pt x="16872" y="1"/>
                  </a:moveTo>
                  <a:cubicBezTo>
                    <a:pt x="16679" y="15"/>
                    <a:pt x="16487" y="104"/>
                    <a:pt x="16354" y="237"/>
                  </a:cubicBezTo>
                  <a:cubicBezTo>
                    <a:pt x="16221" y="385"/>
                    <a:pt x="16162" y="577"/>
                    <a:pt x="16162" y="770"/>
                  </a:cubicBezTo>
                  <a:cubicBezTo>
                    <a:pt x="16177" y="962"/>
                    <a:pt x="16250" y="1139"/>
                    <a:pt x="16384" y="1272"/>
                  </a:cubicBezTo>
                  <a:cubicBezTo>
                    <a:pt x="16384" y="1272"/>
                    <a:pt x="16398" y="1272"/>
                    <a:pt x="16398" y="1287"/>
                  </a:cubicBezTo>
                  <a:cubicBezTo>
                    <a:pt x="16517" y="1391"/>
                    <a:pt x="16665" y="1464"/>
                    <a:pt x="16827" y="1479"/>
                  </a:cubicBezTo>
                  <a:lnTo>
                    <a:pt x="16827" y="5826"/>
                  </a:lnTo>
                  <a:lnTo>
                    <a:pt x="9064" y="13574"/>
                  </a:lnTo>
                  <a:lnTo>
                    <a:pt x="3431" y="13574"/>
                  </a:lnTo>
                  <a:lnTo>
                    <a:pt x="1169" y="15837"/>
                  </a:lnTo>
                  <a:cubicBezTo>
                    <a:pt x="1050" y="15748"/>
                    <a:pt x="888" y="15704"/>
                    <a:pt x="740" y="15704"/>
                  </a:cubicBezTo>
                  <a:cubicBezTo>
                    <a:pt x="326" y="15733"/>
                    <a:pt x="0" y="16073"/>
                    <a:pt x="30" y="16472"/>
                  </a:cubicBezTo>
                  <a:cubicBezTo>
                    <a:pt x="30" y="16665"/>
                    <a:pt x="119" y="16842"/>
                    <a:pt x="237" y="16975"/>
                  </a:cubicBezTo>
                  <a:cubicBezTo>
                    <a:pt x="374" y="17099"/>
                    <a:pt x="549" y="17184"/>
                    <a:pt x="739" y="17184"/>
                  </a:cubicBezTo>
                  <a:cubicBezTo>
                    <a:pt x="754" y="17184"/>
                    <a:pt x="769" y="17183"/>
                    <a:pt x="784" y="17182"/>
                  </a:cubicBezTo>
                  <a:cubicBezTo>
                    <a:pt x="1198" y="17167"/>
                    <a:pt x="1509" y="16827"/>
                    <a:pt x="1494" y="16413"/>
                  </a:cubicBezTo>
                  <a:cubicBezTo>
                    <a:pt x="1494" y="16251"/>
                    <a:pt x="1435" y="16103"/>
                    <a:pt x="1331" y="15985"/>
                  </a:cubicBezTo>
                  <a:lnTo>
                    <a:pt x="3520" y="13796"/>
                  </a:lnTo>
                  <a:lnTo>
                    <a:pt x="9168" y="13796"/>
                  </a:lnTo>
                  <a:lnTo>
                    <a:pt x="17049" y="5915"/>
                  </a:lnTo>
                  <a:lnTo>
                    <a:pt x="17049" y="1464"/>
                  </a:lnTo>
                  <a:cubicBezTo>
                    <a:pt x="17197" y="1435"/>
                    <a:pt x="17330" y="1361"/>
                    <a:pt x="17448" y="1243"/>
                  </a:cubicBezTo>
                  <a:cubicBezTo>
                    <a:pt x="17581" y="1095"/>
                    <a:pt x="17655" y="917"/>
                    <a:pt x="17640" y="710"/>
                  </a:cubicBezTo>
                  <a:cubicBezTo>
                    <a:pt x="17626" y="518"/>
                    <a:pt x="17552" y="341"/>
                    <a:pt x="17404" y="208"/>
                  </a:cubicBezTo>
                  <a:cubicBezTo>
                    <a:pt x="17271" y="75"/>
                    <a:pt x="17093" y="1"/>
                    <a:pt x="16901"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8"/>
            <p:cNvSpPr/>
            <p:nvPr/>
          </p:nvSpPr>
          <p:spPr>
            <a:xfrm>
              <a:off x="989098" y="5095189"/>
              <a:ext cx="598499" cy="532357"/>
            </a:xfrm>
            <a:custGeom>
              <a:avLst/>
              <a:gdLst/>
              <a:ahLst/>
              <a:cxnLst/>
              <a:rect l="l" t="t" r="r" b="b"/>
              <a:pathLst>
                <a:path w="15645" h="13916" extrusionOk="0">
                  <a:moveTo>
                    <a:pt x="14831" y="0"/>
                  </a:moveTo>
                  <a:cubicBezTo>
                    <a:pt x="14654" y="0"/>
                    <a:pt x="14462" y="60"/>
                    <a:pt x="14314" y="207"/>
                  </a:cubicBezTo>
                  <a:cubicBezTo>
                    <a:pt x="14033" y="503"/>
                    <a:pt x="14033" y="962"/>
                    <a:pt x="14314" y="1257"/>
                  </a:cubicBezTo>
                  <a:cubicBezTo>
                    <a:pt x="14432" y="1376"/>
                    <a:pt x="14595" y="1450"/>
                    <a:pt x="14757" y="1464"/>
                  </a:cubicBezTo>
                  <a:lnTo>
                    <a:pt x="14757" y="5974"/>
                  </a:lnTo>
                  <a:lnTo>
                    <a:pt x="12318" y="8429"/>
                  </a:lnTo>
                  <a:lnTo>
                    <a:pt x="5398" y="8429"/>
                  </a:lnTo>
                  <a:lnTo>
                    <a:pt x="1213" y="12598"/>
                  </a:lnTo>
                  <a:cubicBezTo>
                    <a:pt x="1080" y="12495"/>
                    <a:pt x="918" y="12436"/>
                    <a:pt x="725" y="12436"/>
                  </a:cubicBezTo>
                  <a:cubicBezTo>
                    <a:pt x="326" y="12450"/>
                    <a:pt x="1" y="12805"/>
                    <a:pt x="16" y="13205"/>
                  </a:cubicBezTo>
                  <a:cubicBezTo>
                    <a:pt x="30" y="13397"/>
                    <a:pt x="104" y="13574"/>
                    <a:pt x="237" y="13707"/>
                  </a:cubicBezTo>
                  <a:cubicBezTo>
                    <a:pt x="374" y="13831"/>
                    <a:pt x="550" y="13916"/>
                    <a:pt x="739" y="13916"/>
                  </a:cubicBezTo>
                  <a:cubicBezTo>
                    <a:pt x="754" y="13916"/>
                    <a:pt x="769" y="13915"/>
                    <a:pt x="784" y="13914"/>
                  </a:cubicBezTo>
                  <a:cubicBezTo>
                    <a:pt x="1198" y="13900"/>
                    <a:pt x="1509" y="13559"/>
                    <a:pt x="1494" y="13145"/>
                  </a:cubicBezTo>
                  <a:cubicBezTo>
                    <a:pt x="1494" y="13012"/>
                    <a:pt x="1450" y="12879"/>
                    <a:pt x="1361" y="12761"/>
                  </a:cubicBezTo>
                  <a:lnTo>
                    <a:pt x="5486" y="8650"/>
                  </a:lnTo>
                  <a:lnTo>
                    <a:pt x="12406" y="8650"/>
                  </a:lnTo>
                  <a:lnTo>
                    <a:pt x="14979" y="6063"/>
                  </a:lnTo>
                  <a:lnTo>
                    <a:pt x="14979" y="1450"/>
                  </a:lnTo>
                  <a:cubicBezTo>
                    <a:pt x="15112" y="1435"/>
                    <a:pt x="15245" y="1361"/>
                    <a:pt x="15364" y="1257"/>
                  </a:cubicBezTo>
                  <a:cubicBezTo>
                    <a:pt x="15645" y="962"/>
                    <a:pt x="15645" y="503"/>
                    <a:pt x="15364" y="207"/>
                  </a:cubicBezTo>
                  <a:cubicBezTo>
                    <a:pt x="15216" y="60"/>
                    <a:pt x="15024" y="0"/>
                    <a:pt x="14831"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8"/>
            <p:cNvSpPr/>
            <p:nvPr/>
          </p:nvSpPr>
          <p:spPr>
            <a:xfrm>
              <a:off x="532645" y="4316862"/>
              <a:ext cx="944095" cy="933919"/>
            </a:xfrm>
            <a:custGeom>
              <a:avLst/>
              <a:gdLst/>
              <a:ahLst/>
              <a:cxnLst/>
              <a:rect l="l" t="t" r="r" b="b"/>
              <a:pathLst>
                <a:path w="24679" h="24413" extrusionOk="0">
                  <a:moveTo>
                    <a:pt x="24486" y="1"/>
                  </a:moveTo>
                  <a:lnTo>
                    <a:pt x="19282" y="5205"/>
                  </a:lnTo>
                  <a:lnTo>
                    <a:pt x="14047" y="5205"/>
                  </a:lnTo>
                  <a:lnTo>
                    <a:pt x="9390" y="9863"/>
                  </a:lnTo>
                  <a:cubicBezTo>
                    <a:pt x="9270" y="9770"/>
                    <a:pt x="9127" y="9713"/>
                    <a:pt x="8970" y="9713"/>
                  </a:cubicBezTo>
                  <a:cubicBezTo>
                    <a:pt x="8952" y="9713"/>
                    <a:pt x="8935" y="9714"/>
                    <a:pt x="8916" y="9715"/>
                  </a:cubicBezTo>
                  <a:cubicBezTo>
                    <a:pt x="8724" y="9715"/>
                    <a:pt x="8547" y="9804"/>
                    <a:pt x="8414" y="9952"/>
                  </a:cubicBezTo>
                  <a:cubicBezTo>
                    <a:pt x="8281" y="10100"/>
                    <a:pt x="8207" y="10277"/>
                    <a:pt x="8207" y="10484"/>
                  </a:cubicBezTo>
                  <a:cubicBezTo>
                    <a:pt x="8221" y="10662"/>
                    <a:pt x="8295" y="10839"/>
                    <a:pt x="8428" y="10972"/>
                  </a:cubicBezTo>
                  <a:cubicBezTo>
                    <a:pt x="8428" y="10987"/>
                    <a:pt x="8443" y="10987"/>
                    <a:pt x="8443" y="10987"/>
                  </a:cubicBezTo>
                  <a:cubicBezTo>
                    <a:pt x="8591" y="11135"/>
                    <a:pt x="8783" y="11194"/>
                    <a:pt x="8976" y="11194"/>
                  </a:cubicBezTo>
                  <a:cubicBezTo>
                    <a:pt x="9049" y="11194"/>
                    <a:pt x="9123" y="11164"/>
                    <a:pt x="9197" y="11149"/>
                  </a:cubicBezTo>
                  <a:lnTo>
                    <a:pt x="9197" y="11149"/>
                  </a:lnTo>
                  <a:lnTo>
                    <a:pt x="6211" y="14121"/>
                  </a:lnTo>
                  <a:cubicBezTo>
                    <a:pt x="6108" y="14057"/>
                    <a:pt x="5982" y="14015"/>
                    <a:pt x="5854" y="14015"/>
                  </a:cubicBezTo>
                  <a:cubicBezTo>
                    <a:pt x="5835" y="14015"/>
                    <a:pt x="5816" y="14016"/>
                    <a:pt x="5797" y="14018"/>
                  </a:cubicBezTo>
                  <a:cubicBezTo>
                    <a:pt x="5604" y="14018"/>
                    <a:pt x="5412" y="14107"/>
                    <a:pt x="5279" y="14255"/>
                  </a:cubicBezTo>
                  <a:cubicBezTo>
                    <a:pt x="5264" y="14269"/>
                    <a:pt x="5264" y="14284"/>
                    <a:pt x="5249" y="14299"/>
                  </a:cubicBezTo>
                  <a:lnTo>
                    <a:pt x="5249" y="12022"/>
                  </a:lnTo>
                  <a:lnTo>
                    <a:pt x="5249" y="11977"/>
                  </a:lnTo>
                  <a:lnTo>
                    <a:pt x="2839" y="9567"/>
                  </a:lnTo>
                  <a:lnTo>
                    <a:pt x="0" y="12406"/>
                  </a:lnTo>
                  <a:lnTo>
                    <a:pt x="0" y="21455"/>
                  </a:lnTo>
                  <a:lnTo>
                    <a:pt x="0" y="21500"/>
                  </a:lnTo>
                  <a:lnTo>
                    <a:pt x="2470" y="23969"/>
                  </a:lnTo>
                  <a:cubicBezTo>
                    <a:pt x="2470" y="23984"/>
                    <a:pt x="2470" y="24013"/>
                    <a:pt x="2470" y="24043"/>
                  </a:cubicBezTo>
                  <a:cubicBezTo>
                    <a:pt x="2470" y="24250"/>
                    <a:pt x="2632" y="24413"/>
                    <a:pt x="2839" y="24413"/>
                  </a:cubicBezTo>
                  <a:cubicBezTo>
                    <a:pt x="3032" y="24413"/>
                    <a:pt x="3209" y="24250"/>
                    <a:pt x="3209" y="24043"/>
                  </a:cubicBezTo>
                  <a:cubicBezTo>
                    <a:pt x="3209" y="23836"/>
                    <a:pt x="3032" y="23673"/>
                    <a:pt x="2839" y="23673"/>
                  </a:cubicBezTo>
                  <a:cubicBezTo>
                    <a:pt x="2736" y="23673"/>
                    <a:pt x="2647" y="23703"/>
                    <a:pt x="2588" y="23762"/>
                  </a:cubicBezTo>
                  <a:lnTo>
                    <a:pt x="222" y="21411"/>
                  </a:lnTo>
                  <a:lnTo>
                    <a:pt x="222" y="12495"/>
                  </a:lnTo>
                  <a:lnTo>
                    <a:pt x="2839" y="9878"/>
                  </a:lnTo>
                  <a:lnTo>
                    <a:pt x="5028" y="12066"/>
                  </a:lnTo>
                  <a:lnTo>
                    <a:pt x="5028" y="21219"/>
                  </a:lnTo>
                  <a:cubicBezTo>
                    <a:pt x="4880" y="21278"/>
                    <a:pt x="4776" y="21411"/>
                    <a:pt x="4776" y="21574"/>
                  </a:cubicBezTo>
                  <a:cubicBezTo>
                    <a:pt x="4776" y="21781"/>
                    <a:pt x="4939" y="21943"/>
                    <a:pt x="5146" y="21943"/>
                  </a:cubicBezTo>
                  <a:cubicBezTo>
                    <a:pt x="5353" y="21943"/>
                    <a:pt x="5516" y="21781"/>
                    <a:pt x="5516" y="21574"/>
                  </a:cubicBezTo>
                  <a:cubicBezTo>
                    <a:pt x="5516" y="21396"/>
                    <a:pt x="5397" y="21263"/>
                    <a:pt x="5249" y="21219"/>
                  </a:cubicBezTo>
                  <a:lnTo>
                    <a:pt x="5249" y="15216"/>
                  </a:lnTo>
                  <a:cubicBezTo>
                    <a:pt x="5264" y="15230"/>
                    <a:pt x="5279" y="15260"/>
                    <a:pt x="5309" y="15275"/>
                  </a:cubicBezTo>
                  <a:cubicBezTo>
                    <a:pt x="5309" y="15290"/>
                    <a:pt x="5323" y="15290"/>
                    <a:pt x="5323" y="15290"/>
                  </a:cubicBezTo>
                  <a:cubicBezTo>
                    <a:pt x="5471" y="15437"/>
                    <a:pt x="5663" y="15497"/>
                    <a:pt x="5856" y="15497"/>
                  </a:cubicBezTo>
                  <a:cubicBezTo>
                    <a:pt x="6048" y="15482"/>
                    <a:pt x="6240" y="15408"/>
                    <a:pt x="6373" y="15260"/>
                  </a:cubicBezTo>
                  <a:cubicBezTo>
                    <a:pt x="6506" y="15112"/>
                    <a:pt x="6565" y="14920"/>
                    <a:pt x="6565" y="14728"/>
                  </a:cubicBezTo>
                  <a:cubicBezTo>
                    <a:pt x="6551" y="14550"/>
                    <a:pt x="6491" y="14402"/>
                    <a:pt x="6373" y="14269"/>
                  </a:cubicBezTo>
                  <a:lnTo>
                    <a:pt x="9330" y="11312"/>
                  </a:lnTo>
                  <a:cubicBezTo>
                    <a:pt x="9464" y="11432"/>
                    <a:pt x="9621" y="11492"/>
                    <a:pt x="9791" y="11492"/>
                  </a:cubicBezTo>
                  <a:cubicBezTo>
                    <a:pt x="9810" y="11492"/>
                    <a:pt x="9829" y="11491"/>
                    <a:pt x="9848" y="11490"/>
                  </a:cubicBezTo>
                  <a:cubicBezTo>
                    <a:pt x="10040" y="11490"/>
                    <a:pt x="10232" y="11401"/>
                    <a:pt x="10365" y="11253"/>
                  </a:cubicBezTo>
                  <a:cubicBezTo>
                    <a:pt x="10499" y="11120"/>
                    <a:pt x="10572" y="10928"/>
                    <a:pt x="10558" y="10735"/>
                  </a:cubicBezTo>
                  <a:cubicBezTo>
                    <a:pt x="10558" y="10691"/>
                    <a:pt x="10558" y="10662"/>
                    <a:pt x="10543" y="10632"/>
                  </a:cubicBezTo>
                  <a:lnTo>
                    <a:pt x="10543" y="10632"/>
                  </a:lnTo>
                  <a:cubicBezTo>
                    <a:pt x="10572" y="10691"/>
                    <a:pt x="10602" y="10735"/>
                    <a:pt x="10646" y="10765"/>
                  </a:cubicBezTo>
                  <a:cubicBezTo>
                    <a:pt x="10661" y="10780"/>
                    <a:pt x="10661" y="10780"/>
                    <a:pt x="10676" y="10795"/>
                  </a:cubicBezTo>
                  <a:cubicBezTo>
                    <a:pt x="10809" y="10928"/>
                    <a:pt x="11001" y="10987"/>
                    <a:pt x="11193" y="10987"/>
                  </a:cubicBezTo>
                  <a:cubicBezTo>
                    <a:pt x="11400" y="10972"/>
                    <a:pt x="11578" y="10898"/>
                    <a:pt x="11711" y="10750"/>
                  </a:cubicBezTo>
                  <a:cubicBezTo>
                    <a:pt x="11800" y="10647"/>
                    <a:pt x="11859" y="10528"/>
                    <a:pt x="11888" y="10395"/>
                  </a:cubicBezTo>
                  <a:lnTo>
                    <a:pt x="16797" y="10395"/>
                  </a:lnTo>
                  <a:lnTo>
                    <a:pt x="17522" y="9671"/>
                  </a:lnTo>
                  <a:lnTo>
                    <a:pt x="17522" y="7882"/>
                  </a:lnTo>
                  <a:cubicBezTo>
                    <a:pt x="17670" y="7852"/>
                    <a:pt x="17803" y="7778"/>
                    <a:pt x="17906" y="7660"/>
                  </a:cubicBezTo>
                  <a:cubicBezTo>
                    <a:pt x="18040" y="7527"/>
                    <a:pt x="18099" y="7335"/>
                    <a:pt x="18099" y="7128"/>
                  </a:cubicBezTo>
                  <a:cubicBezTo>
                    <a:pt x="18084" y="6935"/>
                    <a:pt x="17995" y="6758"/>
                    <a:pt x="17862" y="6625"/>
                  </a:cubicBezTo>
                  <a:cubicBezTo>
                    <a:pt x="17727" y="6503"/>
                    <a:pt x="17554" y="6431"/>
                    <a:pt x="17378" y="6431"/>
                  </a:cubicBezTo>
                  <a:cubicBezTo>
                    <a:pt x="17362" y="6431"/>
                    <a:pt x="17346" y="6431"/>
                    <a:pt x="17330" y="6433"/>
                  </a:cubicBezTo>
                  <a:cubicBezTo>
                    <a:pt x="17138" y="6433"/>
                    <a:pt x="16945" y="6521"/>
                    <a:pt x="16812" y="6654"/>
                  </a:cubicBezTo>
                  <a:cubicBezTo>
                    <a:pt x="16679" y="6802"/>
                    <a:pt x="16605" y="6995"/>
                    <a:pt x="16620" y="7187"/>
                  </a:cubicBezTo>
                  <a:cubicBezTo>
                    <a:pt x="16620" y="7379"/>
                    <a:pt x="16709" y="7556"/>
                    <a:pt x="16842" y="7689"/>
                  </a:cubicBezTo>
                  <a:cubicBezTo>
                    <a:pt x="16842" y="7689"/>
                    <a:pt x="16842" y="7704"/>
                    <a:pt x="16857" y="7704"/>
                  </a:cubicBezTo>
                  <a:cubicBezTo>
                    <a:pt x="16975" y="7823"/>
                    <a:pt x="17138" y="7882"/>
                    <a:pt x="17300" y="7896"/>
                  </a:cubicBezTo>
                  <a:lnTo>
                    <a:pt x="17300" y="9582"/>
                  </a:lnTo>
                  <a:lnTo>
                    <a:pt x="16694" y="10174"/>
                  </a:lnTo>
                  <a:lnTo>
                    <a:pt x="11903" y="10174"/>
                  </a:lnTo>
                  <a:cubicBezTo>
                    <a:pt x="11888" y="9996"/>
                    <a:pt x="11815" y="9833"/>
                    <a:pt x="11667" y="9700"/>
                  </a:cubicBezTo>
                  <a:cubicBezTo>
                    <a:pt x="11534" y="9567"/>
                    <a:pt x="11341" y="9508"/>
                    <a:pt x="11149" y="9508"/>
                  </a:cubicBezTo>
                  <a:cubicBezTo>
                    <a:pt x="10942" y="9523"/>
                    <a:pt x="10765" y="9597"/>
                    <a:pt x="10632" y="9745"/>
                  </a:cubicBezTo>
                  <a:cubicBezTo>
                    <a:pt x="10499" y="9893"/>
                    <a:pt x="10425" y="10085"/>
                    <a:pt x="10439" y="10277"/>
                  </a:cubicBezTo>
                  <a:cubicBezTo>
                    <a:pt x="10439" y="10307"/>
                    <a:pt x="10439" y="10336"/>
                    <a:pt x="10439" y="10366"/>
                  </a:cubicBezTo>
                  <a:cubicBezTo>
                    <a:pt x="10410" y="10321"/>
                    <a:pt x="10365" y="10262"/>
                    <a:pt x="10321" y="10218"/>
                  </a:cubicBezTo>
                  <a:cubicBezTo>
                    <a:pt x="10186" y="10096"/>
                    <a:pt x="10026" y="10024"/>
                    <a:pt x="9841" y="10024"/>
                  </a:cubicBezTo>
                  <a:cubicBezTo>
                    <a:pt x="9824" y="10024"/>
                    <a:pt x="9806" y="10024"/>
                    <a:pt x="9789" y="10026"/>
                  </a:cubicBezTo>
                  <a:cubicBezTo>
                    <a:pt x="9715" y="10026"/>
                    <a:pt x="9641" y="10040"/>
                    <a:pt x="9582" y="10070"/>
                  </a:cubicBezTo>
                  <a:cubicBezTo>
                    <a:pt x="9567" y="10040"/>
                    <a:pt x="9552" y="10026"/>
                    <a:pt x="9537" y="10011"/>
                  </a:cubicBezTo>
                  <a:lnTo>
                    <a:pt x="14136" y="5427"/>
                  </a:lnTo>
                  <a:lnTo>
                    <a:pt x="19370" y="5427"/>
                  </a:lnTo>
                  <a:lnTo>
                    <a:pt x="24679" y="119"/>
                  </a:lnTo>
                  <a:cubicBezTo>
                    <a:pt x="24605" y="89"/>
                    <a:pt x="24545" y="45"/>
                    <a:pt x="244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8"/>
            <p:cNvSpPr/>
            <p:nvPr/>
          </p:nvSpPr>
          <p:spPr>
            <a:xfrm>
              <a:off x="807542" y="4569151"/>
              <a:ext cx="493260" cy="334961"/>
            </a:xfrm>
            <a:custGeom>
              <a:avLst/>
              <a:gdLst/>
              <a:ahLst/>
              <a:cxnLst/>
              <a:rect l="l" t="t" r="r" b="b"/>
              <a:pathLst>
                <a:path w="12894" h="8756" extrusionOk="0">
                  <a:moveTo>
                    <a:pt x="12125" y="0"/>
                  </a:moveTo>
                  <a:cubicBezTo>
                    <a:pt x="11711" y="15"/>
                    <a:pt x="11401" y="355"/>
                    <a:pt x="11415" y="769"/>
                  </a:cubicBezTo>
                  <a:cubicBezTo>
                    <a:pt x="11415" y="947"/>
                    <a:pt x="11489" y="1124"/>
                    <a:pt x="11622" y="1257"/>
                  </a:cubicBezTo>
                  <a:cubicBezTo>
                    <a:pt x="11637" y="1272"/>
                    <a:pt x="11637" y="1272"/>
                    <a:pt x="11652" y="1272"/>
                  </a:cubicBezTo>
                  <a:cubicBezTo>
                    <a:pt x="11755" y="1390"/>
                    <a:pt x="11903" y="1449"/>
                    <a:pt x="12051" y="1464"/>
                  </a:cubicBezTo>
                  <a:lnTo>
                    <a:pt x="12051" y="3519"/>
                  </a:lnTo>
                  <a:lnTo>
                    <a:pt x="10750" y="4821"/>
                  </a:lnTo>
                  <a:lnTo>
                    <a:pt x="3697" y="4821"/>
                  </a:lnTo>
                  <a:lnTo>
                    <a:pt x="1139" y="7393"/>
                  </a:lnTo>
                  <a:cubicBezTo>
                    <a:pt x="1006" y="7319"/>
                    <a:pt x="858" y="7275"/>
                    <a:pt x="710" y="7275"/>
                  </a:cubicBezTo>
                  <a:cubicBezTo>
                    <a:pt x="518" y="7290"/>
                    <a:pt x="341" y="7364"/>
                    <a:pt x="207" y="7512"/>
                  </a:cubicBezTo>
                  <a:cubicBezTo>
                    <a:pt x="74" y="7660"/>
                    <a:pt x="0" y="7852"/>
                    <a:pt x="0" y="8044"/>
                  </a:cubicBezTo>
                  <a:cubicBezTo>
                    <a:pt x="15" y="8236"/>
                    <a:pt x="89" y="8414"/>
                    <a:pt x="222" y="8532"/>
                  </a:cubicBezTo>
                  <a:cubicBezTo>
                    <a:pt x="222" y="8547"/>
                    <a:pt x="237" y="8547"/>
                    <a:pt x="237" y="8562"/>
                  </a:cubicBezTo>
                  <a:cubicBezTo>
                    <a:pt x="372" y="8683"/>
                    <a:pt x="545" y="8756"/>
                    <a:pt x="721" y="8756"/>
                  </a:cubicBezTo>
                  <a:cubicBezTo>
                    <a:pt x="737" y="8756"/>
                    <a:pt x="753" y="8755"/>
                    <a:pt x="769" y="8754"/>
                  </a:cubicBezTo>
                  <a:cubicBezTo>
                    <a:pt x="962" y="8754"/>
                    <a:pt x="1154" y="8665"/>
                    <a:pt x="1287" y="8517"/>
                  </a:cubicBezTo>
                  <a:cubicBezTo>
                    <a:pt x="1420" y="8369"/>
                    <a:pt x="1494" y="8192"/>
                    <a:pt x="1479" y="7985"/>
                  </a:cubicBezTo>
                  <a:cubicBezTo>
                    <a:pt x="1479" y="7822"/>
                    <a:pt x="1405" y="7660"/>
                    <a:pt x="1302" y="7541"/>
                  </a:cubicBezTo>
                  <a:lnTo>
                    <a:pt x="3800" y="5042"/>
                  </a:lnTo>
                  <a:lnTo>
                    <a:pt x="10839" y="5042"/>
                  </a:lnTo>
                  <a:lnTo>
                    <a:pt x="12273" y="3623"/>
                  </a:lnTo>
                  <a:lnTo>
                    <a:pt x="12273" y="1464"/>
                  </a:lnTo>
                  <a:cubicBezTo>
                    <a:pt x="12628" y="1405"/>
                    <a:pt x="12894" y="1080"/>
                    <a:pt x="12879" y="710"/>
                  </a:cubicBezTo>
                  <a:cubicBezTo>
                    <a:pt x="12864" y="311"/>
                    <a:pt x="12539" y="0"/>
                    <a:pt x="1215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8"/>
            <p:cNvSpPr/>
            <p:nvPr/>
          </p:nvSpPr>
          <p:spPr>
            <a:xfrm>
              <a:off x="921235" y="4821401"/>
              <a:ext cx="609785" cy="377347"/>
            </a:xfrm>
            <a:custGeom>
              <a:avLst/>
              <a:gdLst/>
              <a:ahLst/>
              <a:cxnLst/>
              <a:rect l="l" t="t" r="r" b="b"/>
              <a:pathLst>
                <a:path w="15940" h="9864" extrusionOk="0">
                  <a:moveTo>
                    <a:pt x="15156" y="1"/>
                  </a:moveTo>
                  <a:cubicBezTo>
                    <a:pt x="14757" y="31"/>
                    <a:pt x="14432" y="371"/>
                    <a:pt x="14447" y="770"/>
                  </a:cubicBezTo>
                  <a:cubicBezTo>
                    <a:pt x="14461" y="918"/>
                    <a:pt x="14506" y="1051"/>
                    <a:pt x="14580" y="1169"/>
                  </a:cubicBezTo>
                  <a:lnTo>
                    <a:pt x="9567" y="6182"/>
                  </a:lnTo>
                  <a:lnTo>
                    <a:pt x="3460" y="6182"/>
                  </a:lnTo>
                  <a:lnTo>
                    <a:pt x="1139" y="8503"/>
                  </a:lnTo>
                  <a:cubicBezTo>
                    <a:pt x="1036" y="8426"/>
                    <a:pt x="910" y="8382"/>
                    <a:pt x="771" y="8382"/>
                  </a:cubicBezTo>
                  <a:cubicBezTo>
                    <a:pt x="751" y="8382"/>
                    <a:pt x="731" y="8383"/>
                    <a:pt x="710" y="8385"/>
                  </a:cubicBezTo>
                  <a:cubicBezTo>
                    <a:pt x="518" y="8385"/>
                    <a:pt x="326" y="8473"/>
                    <a:pt x="193" y="8621"/>
                  </a:cubicBezTo>
                  <a:cubicBezTo>
                    <a:pt x="60" y="8769"/>
                    <a:pt x="0" y="8947"/>
                    <a:pt x="0" y="9154"/>
                  </a:cubicBezTo>
                  <a:cubicBezTo>
                    <a:pt x="15" y="9331"/>
                    <a:pt x="89" y="9508"/>
                    <a:pt x="222" y="9642"/>
                  </a:cubicBezTo>
                  <a:cubicBezTo>
                    <a:pt x="222" y="9642"/>
                    <a:pt x="237" y="9656"/>
                    <a:pt x="237" y="9656"/>
                  </a:cubicBezTo>
                  <a:cubicBezTo>
                    <a:pt x="385" y="9789"/>
                    <a:pt x="577" y="9863"/>
                    <a:pt x="769" y="9863"/>
                  </a:cubicBezTo>
                  <a:cubicBezTo>
                    <a:pt x="962" y="9849"/>
                    <a:pt x="1154" y="9760"/>
                    <a:pt x="1287" y="9627"/>
                  </a:cubicBezTo>
                  <a:cubicBezTo>
                    <a:pt x="1420" y="9479"/>
                    <a:pt x="1479" y="9287"/>
                    <a:pt x="1479" y="9094"/>
                  </a:cubicBezTo>
                  <a:cubicBezTo>
                    <a:pt x="1464" y="8932"/>
                    <a:pt x="1405" y="8769"/>
                    <a:pt x="1302" y="8651"/>
                  </a:cubicBezTo>
                  <a:lnTo>
                    <a:pt x="3549" y="6403"/>
                  </a:lnTo>
                  <a:lnTo>
                    <a:pt x="9656" y="6403"/>
                  </a:lnTo>
                  <a:lnTo>
                    <a:pt x="14742" y="1332"/>
                  </a:lnTo>
                  <a:cubicBezTo>
                    <a:pt x="14862" y="1425"/>
                    <a:pt x="15005" y="1482"/>
                    <a:pt x="15162" y="1482"/>
                  </a:cubicBezTo>
                  <a:cubicBezTo>
                    <a:pt x="15179" y="1482"/>
                    <a:pt x="15197" y="1481"/>
                    <a:pt x="15215" y="1480"/>
                  </a:cubicBezTo>
                  <a:cubicBezTo>
                    <a:pt x="15629" y="1465"/>
                    <a:pt x="15940" y="1125"/>
                    <a:pt x="15925" y="711"/>
                  </a:cubicBezTo>
                  <a:cubicBezTo>
                    <a:pt x="15910" y="326"/>
                    <a:pt x="15585" y="1"/>
                    <a:pt x="1518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8"/>
            <p:cNvSpPr/>
            <p:nvPr/>
          </p:nvSpPr>
          <p:spPr>
            <a:xfrm>
              <a:off x="846562" y="4350258"/>
              <a:ext cx="695208" cy="600183"/>
            </a:xfrm>
            <a:custGeom>
              <a:avLst/>
              <a:gdLst/>
              <a:ahLst/>
              <a:cxnLst/>
              <a:rect l="l" t="t" r="r" b="b"/>
              <a:pathLst>
                <a:path w="18173" h="15689" extrusionOk="0">
                  <a:moveTo>
                    <a:pt x="17951" y="0"/>
                  </a:moveTo>
                  <a:lnTo>
                    <a:pt x="13456" y="4480"/>
                  </a:lnTo>
                  <a:lnTo>
                    <a:pt x="13456" y="9818"/>
                  </a:lnTo>
                  <a:lnTo>
                    <a:pt x="11046" y="12243"/>
                  </a:lnTo>
                  <a:lnTo>
                    <a:pt x="3298" y="12243"/>
                  </a:lnTo>
                  <a:lnTo>
                    <a:pt x="1184" y="14343"/>
                  </a:lnTo>
                  <a:lnTo>
                    <a:pt x="1184" y="14357"/>
                  </a:lnTo>
                  <a:cubicBezTo>
                    <a:pt x="1064" y="14265"/>
                    <a:pt x="921" y="14207"/>
                    <a:pt x="764" y="14207"/>
                  </a:cubicBezTo>
                  <a:cubicBezTo>
                    <a:pt x="746" y="14207"/>
                    <a:pt x="729" y="14208"/>
                    <a:pt x="710" y="14210"/>
                  </a:cubicBezTo>
                  <a:cubicBezTo>
                    <a:pt x="518" y="14210"/>
                    <a:pt x="341" y="14298"/>
                    <a:pt x="208" y="14446"/>
                  </a:cubicBezTo>
                  <a:cubicBezTo>
                    <a:pt x="75" y="14594"/>
                    <a:pt x="1" y="14771"/>
                    <a:pt x="1" y="14978"/>
                  </a:cubicBezTo>
                  <a:cubicBezTo>
                    <a:pt x="15" y="15156"/>
                    <a:pt x="89" y="15333"/>
                    <a:pt x="222" y="15466"/>
                  </a:cubicBezTo>
                  <a:cubicBezTo>
                    <a:pt x="222" y="15466"/>
                    <a:pt x="237" y="15481"/>
                    <a:pt x="237" y="15481"/>
                  </a:cubicBezTo>
                  <a:cubicBezTo>
                    <a:pt x="385" y="15614"/>
                    <a:pt x="577" y="15688"/>
                    <a:pt x="770" y="15688"/>
                  </a:cubicBezTo>
                  <a:cubicBezTo>
                    <a:pt x="977" y="15673"/>
                    <a:pt x="1154" y="15585"/>
                    <a:pt x="1287" y="15452"/>
                  </a:cubicBezTo>
                  <a:cubicBezTo>
                    <a:pt x="1420" y="15304"/>
                    <a:pt x="1494" y="15112"/>
                    <a:pt x="1479" y="14919"/>
                  </a:cubicBezTo>
                  <a:cubicBezTo>
                    <a:pt x="1479" y="14757"/>
                    <a:pt x="1420" y="14624"/>
                    <a:pt x="1331" y="14505"/>
                  </a:cubicBezTo>
                  <a:lnTo>
                    <a:pt x="3387" y="12465"/>
                  </a:lnTo>
                  <a:lnTo>
                    <a:pt x="11135" y="12465"/>
                  </a:lnTo>
                  <a:lnTo>
                    <a:pt x="13678" y="9907"/>
                  </a:lnTo>
                  <a:lnTo>
                    <a:pt x="13678" y="4584"/>
                  </a:lnTo>
                  <a:lnTo>
                    <a:pt x="18173" y="89"/>
                  </a:lnTo>
                  <a:cubicBezTo>
                    <a:pt x="18099" y="59"/>
                    <a:pt x="18025" y="30"/>
                    <a:pt x="17951"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8"/>
            <p:cNvSpPr/>
            <p:nvPr/>
          </p:nvSpPr>
          <p:spPr>
            <a:xfrm>
              <a:off x="987989" y="4608706"/>
              <a:ext cx="167442" cy="56617"/>
            </a:xfrm>
            <a:custGeom>
              <a:avLst/>
              <a:gdLst/>
              <a:ahLst/>
              <a:cxnLst/>
              <a:rect l="l" t="t" r="r" b="b"/>
              <a:pathLst>
                <a:path w="4377" h="1480" extrusionOk="0">
                  <a:moveTo>
                    <a:pt x="3635" y="1"/>
                  </a:moveTo>
                  <a:cubicBezTo>
                    <a:pt x="3626" y="1"/>
                    <a:pt x="3617" y="1"/>
                    <a:pt x="3608" y="1"/>
                  </a:cubicBezTo>
                  <a:cubicBezTo>
                    <a:pt x="3224" y="16"/>
                    <a:pt x="2928" y="312"/>
                    <a:pt x="2898" y="667"/>
                  </a:cubicBezTo>
                  <a:lnTo>
                    <a:pt x="1479" y="667"/>
                  </a:lnTo>
                  <a:cubicBezTo>
                    <a:pt x="1464" y="489"/>
                    <a:pt x="1390" y="327"/>
                    <a:pt x="1242" y="194"/>
                  </a:cubicBezTo>
                  <a:cubicBezTo>
                    <a:pt x="1109" y="75"/>
                    <a:pt x="932" y="1"/>
                    <a:pt x="754" y="1"/>
                  </a:cubicBezTo>
                  <a:lnTo>
                    <a:pt x="725" y="1"/>
                  </a:lnTo>
                  <a:cubicBezTo>
                    <a:pt x="311" y="16"/>
                    <a:pt x="0" y="356"/>
                    <a:pt x="15" y="770"/>
                  </a:cubicBezTo>
                  <a:cubicBezTo>
                    <a:pt x="15" y="948"/>
                    <a:pt x="89" y="1125"/>
                    <a:pt x="222" y="1258"/>
                  </a:cubicBezTo>
                  <a:cubicBezTo>
                    <a:pt x="237" y="1273"/>
                    <a:pt x="237" y="1273"/>
                    <a:pt x="252" y="1288"/>
                  </a:cubicBezTo>
                  <a:cubicBezTo>
                    <a:pt x="385" y="1421"/>
                    <a:pt x="577" y="1480"/>
                    <a:pt x="769" y="1480"/>
                  </a:cubicBezTo>
                  <a:cubicBezTo>
                    <a:pt x="1124" y="1465"/>
                    <a:pt x="1405" y="1214"/>
                    <a:pt x="1464" y="889"/>
                  </a:cubicBezTo>
                  <a:lnTo>
                    <a:pt x="2913" y="889"/>
                  </a:lnTo>
                  <a:cubicBezTo>
                    <a:pt x="2943" y="1036"/>
                    <a:pt x="3002" y="1155"/>
                    <a:pt x="3105" y="1258"/>
                  </a:cubicBezTo>
                  <a:cubicBezTo>
                    <a:pt x="3253" y="1406"/>
                    <a:pt x="3445" y="1480"/>
                    <a:pt x="3652" y="1480"/>
                  </a:cubicBezTo>
                  <a:cubicBezTo>
                    <a:pt x="4066" y="1465"/>
                    <a:pt x="4377" y="1110"/>
                    <a:pt x="4362" y="711"/>
                  </a:cubicBezTo>
                  <a:cubicBezTo>
                    <a:pt x="4348" y="307"/>
                    <a:pt x="4023" y="1"/>
                    <a:pt x="3635"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 name="Google Shape;401;p28"/>
          <p:cNvSpPr/>
          <p:nvPr/>
        </p:nvSpPr>
        <p:spPr>
          <a:xfrm>
            <a:off x="2704650" y="3274225"/>
            <a:ext cx="3734700" cy="33300"/>
          </a:xfrm>
          <a:prstGeom prst="rect">
            <a:avLst/>
          </a:prstGeom>
          <a:gradFill>
            <a:gsLst>
              <a:gs pos="0">
                <a:srgbClr val="49E1BB"/>
              </a:gs>
              <a:gs pos="100000">
                <a:srgbClr val="1E8A6F"/>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8"/>
          <p:cNvSpPr/>
          <p:nvPr/>
        </p:nvSpPr>
        <p:spPr>
          <a:xfrm rot="-1168698">
            <a:off x="7406920" y="4100048"/>
            <a:ext cx="2417456" cy="1593676"/>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8"/>
          <p:cNvSpPr/>
          <p:nvPr/>
        </p:nvSpPr>
        <p:spPr>
          <a:xfrm rot="-1168698">
            <a:off x="-680355" y="-261827"/>
            <a:ext cx="2417456" cy="1593676"/>
          </a:xfrm>
          <a:prstGeom prst="ellipse">
            <a:avLst/>
          </a:prstGeom>
          <a:gradFill>
            <a:gsLst>
              <a:gs pos="0">
                <a:srgbClr val="5FFFF1">
                  <a:alpha val="54509"/>
                </a:srgbClr>
              </a:gs>
              <a:gs pos="23000">
                <a:srgbClr val="21C79D">
                  <a:alpha val="37254"/>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100000">
              <a:schemeClr val="lt1"/>
            </a:gs>
          </a:gsLst>
          <a:path path="circle">
            <a:fillToRect l="50000" t="50000" r="50000" b="50000"/>
          </a:path>
          <a:tileRect/>
        </a:gradFill>
        <a:effectLst/>
      </p:bgPr>
    </p:bg>
    <p:spTree>
      <p:nvGrpSpPr>
        <p:cNvPr id="1" name="Shape 465"/>
        <p:cNvGrpSpPr/>
        <p:nvPr/>
      </p:nvGrpSpPr>
      <p:grpSpPr>
        <a:xfrm>
          <a:off x="0" y="0"/>
          <a:ext cx="0" cy="0"/>
          <a:chOff x="0" y="0"/>
          <a:chExt cx="0" cy="0"/>
        </a:xfrm>
      </p:grpSpPr>
      <p:grpSp>
        <p:nvGrpSpPr>
          <p:cNvPr id="466" name="Google Shape;466;p32"/>
          <p:cNvGrpSpPr/>
          <p:nvPr/>
        </p:nvGrpSpPr>
        <p:grpSpPr>
          <a:xfrm>
            <a:off x="5179960" y="1767293"/>
            <a:ext cx="4169539" cy="3376198"/>
            <a:chOff x="4315222" y="2926728"/>
            <a:chExt cx="2696462" cy="2183404"/>
          </a:xfrm>
        </p:grpSpPr>
        <p:sp>
          <p:nvSpPr>
            <p:cNvPr id="467" name="Google Shape;467;p32"/>
            <p:cNvSpPr/>
            <p:nvPr/>
          </p:nvSpPr>
          <p:spPr>
            <a:xfrm>
              <a:off x="5475329" y="3591899"/>
              <a:ext cx="1405680" cy="1111690"/>
            </a:xfrm>
            <a:custGeom>
              <a:avLst/>
              <a:gdLst/>
              <a:ahLst/>
              <a:cxnLst/>
              <a:rect l="l" t="t" r="r" b="b"/>
              <a:pathLst>
                <a:path w="36745" h="29060" extrusionOk="0">
                  <a:moveTo>
                    <a:pt x="35961" y="1"/>
                  </a:moveTo>
                  <a:cubicBezTo>
                    <a:pt x="35562" y="15"/>
                    <a:pt x="35236" y="356"/>
                    <a:pt x="35251" y="755"/>
                  </a:cubicBezTo>
                  <a:cubicBezTo>
                    <a:pt x="35266" y="932"/>
                    <a:pt x="35325" y="1080"/>
                    <a:pt x="35414" y="1198"/>
                  </a:cubicBezTo>
                  <a:lnTo>
                    <a:pt x="33832" y="2780"/>
                  </a:lnTo>
                  <a:lnTo>
                    <a:pt x="25906" y="2780"/>
                  </a:lnTo>
                  <a:lnTo>
                    <a:pt x="20894" y="7793"/>
                  </a:lnTo>
                  <a:lnTo>
                    <a:pt x="20894" y="13412"/>
                  </a:lnTo>
                  <a:lnTo>
                    <a:pt x="13116" y="21189"/>
                  </a:lnTo>
                  <a:lnTo>
                    <a:pt x="7719" y="21189"/>
                  </a:lnTo>
                  <a:lnTo>
                    <a:pt x="1213" y="27695"/>
                  </a:lnTo>
                  <a:cubicBezTo>
                    <a:pt x="1088" y="27620"/>
                    <a:pt x="948" y="27582"/>
                    <a:pt x="809" y="27582"/>
                  </a:cubicBezTo>
                  <a:cubicBezTo>
                    <a:pt x="619" y="27582"/>
                    <a:pt x="433" y="27654"/>
                    <a:pt x="297" y="27799"/>
                  </a:cubicBezTo>
                  <a:cubicBezTo>
                    <a:pt x="1" y="28094"/>
                    <a:pt x="1" y="28553"/>
                    <a:pt x="297" y="28849"/>
                  </a:cubicBezTo>
                  <a:cubicBezTo>
                    <a:pt x="437" y="28989"/>
                    <a:pt x="626" y="29059"/>
                    <a:pt x="814" y="29059"/>
                  </a:cubicBezTo>
                  <a:cubicBezTo>
                    <a:pt x="1003" y="29059"/>
                    <a:pt x="1191" y="28989"/>
                    <a:pt x="1332" y="28849"/>
                  </a:cubicBezTo>
                  <a:cubicBezTo>
                    <a:pt x="1612" y="28568"/>
                    <a:pt x="1612" y="28139"/>
                    <a:pt x="1376" y="27843"/>
                  </a:cubicBezTo>
                  <a:lnTo>
                    <a:pt x="7808" y="21411"/>
                  </a:lnTo>
                  <a:lnTo>
                    <a:pt x="13205" y="21411"/>
                  </a:lnTo>
                  <a:lnTo>
                    <a:pt x="21115" y="13500"/>
                  </a:lnTo>
                  <a:lnTo>
                    <a:pt x="21115" y="7882"/>
                  </a:lnTo>
                  <a:lnTo>
                    <a:pt x="25995" y="3002"/>
                  </a:lnTo>
                  <a:lnTo>
                    <a:pt x="33920" y="3002"/>
                  </a:lnTo>
                  <a:lnTo>
                    <a:pt x="35576" y="1346"/>
                  </a:lnTo>
                  <a:cubicBezTo>
                    <a:pt x="35693" y="1424"/>
                    <a:pt x="35820" y="1467"/>
                    <a:pt x="35959" y="1467"/>
                  </a:cubicBezTo>
                  <a:cubicBezTo>
                    <a:pt x="35979" y="1467"/>
                    <a:pt x="35999" y="1466"/>
                    <a:pt x="36020" y="1465"/>
                  </a:cubicBezTo>
                  <a:cubicBezTo>
                    <a:pt x="36419" y="1450"/>
                    <a:pt x="36744" y="1110"/>
                    <a:pt x="36730" y="710"/>
                  </a:cubicBezTo>
                  <a:cubicBezTo>
                    <a:pt x="36715" y="503"/>
                    <a:pt x="36641" y="341"/>
                    <a:pt x="36508" y="208"/>
                  </a:cubicBezTo>
                  <a:cubicBezTo>
                    <a:pt x="36375" y="75"/>
                    <a:pt x="36197" y="1"/>
                    <a:pt x="3599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2"/>
            <p:cNvSpPr/>
            <p:nvPr/>
          </p:nvSpPr>
          <p:spPr>
            <a:xfrm>
              <a:off x="6134301" y="3271172"/>
              <a:ext cx="674856" cy="657412"/>
            </a:xfrm>
            <a:custGeom>
              <a:avLst/>
              <a:gdLst/>
              <a:ahLst/>
              <a:cxnLst/>
              <a:rect l="l" t="t" r="r" b="b"/>
              <a:pathLst>
                <a:path w="17641" h="17185" extrusionOk="0">
                  <a:moveTo>
                    <a:pt x="16857" y="1"/>
                  </a:moveTo>
                  <a:cubicBezTo>
                    <a:pt x="16443" y="30"/>
                    <a:pt x="16132" y="371"/>
                    <a:pt x="16147" y="770"/>
                  </a:cubicBezTo>
                  <a:cubicBezTo>
                    <a:pt x="16147" y="947"/>
                    <a:pt x="16206" y="1095"/>
                    <a:pt x="16310" y="1213"/>
                  </a:cubicBezTo>
                  <a:lnTo>
                    <a:pt x="14122" y="3402"/>
                  </a:lnTo>
                  <a:lnTo>
                    <a:pt x="8473" y="3402"/>
                  </a:lnTo>
                  <a:lnTo>
                    <a:pt x="607" y="11283"/>
                  </a:lnTo>
                  <a:lnTo>
                    <a:pt x="607" y="15733"/>
                  </a:lnTo>
                  <a:cubicBezTo>
                    <a:pt x="444" y="15763"/>
                    <a:pt x="311" y="15837"/>
                    <a:pt x="193" y="15955"/>
                  </a:cubicBezTo>
                  <a:cubicBezTo>
                    <a:pt x="60" y="16088"/>
                    <a:pt x="1" y="16281"/>
                    <a:pt x="1" y="16473"/>
                  </a:cubicBezTo>
                  <a:cubicBezTo>
                    <a:pt x="15" y="16680"/>
                    <a:pt x="89" y="16857"/>
                    <a:pt x="237" y="16990"/>
                  </a:cubicBezTo>
                  <a:cubicBezTo>
                    <a:pt x="373" y="17112"/>
                    <a:pt x="545" y="17184"/>
                    <a:pt x="721" y="17184"/>
                  </a:cubicBezTo>
                  <a:cubicBezTo>
                    <a:pt x="737" y="17184"/>
                    <a:pt x="753" y="17184"/>
                    <a:pt x="770" y="17182"/>
                  </a:cubicBezTo>
                  <a:cubicBezTo>
                    <a:pt x="962" y="17182"/>
                    <a:pt x="1154" y="17094"/>
                    <a:pt x="1287" y="16946"/>
                  </a:cubicBezTo>
                  <a:cubicBezTo>
                    <a:pt x="1420" y="16813"/>
                    <a:pt x="1479" y="16621"/>
                    <a:pt x="1479" y="16428"/>
                  </a:cubicBezTo>
                  <a:cubicBezTo>
                    <a:pt x="1465" y="16236"/>
                    <a:pt x="1391" y="16059"/>
                    <a:pt x="1258" y="15926"/>
                  </a:cubicBezTo>
                  <a:cubicBezTo>
                    <a:pt x="1258" y="15926"/>
                    <a:pt x="1243" y="15911"/>
                    <a:pt x="1243" y="15911"/>
                  </a:cubicBezTo>
                  <a:cubicBezTo>
                    <a:pt x="1124" y="15793"/>
                    <a:pt x="977" y="15733"/>
                    <a:pt x="814" y="15719"/>
                  </a:cubicBezTo>
                  <a:lnTo>
                    <a:pt x="814" y="11372"/>
                  </a:lnTo>
                  <a:lnTo>
                    <a:pt x="8577" y="3624"/>
                  </a:lnTo>
                  <a:lnTo>
                    <a:pt x="14210" y="3624"/>
                  </a:lnTo>
                  <a:lnTo>
                    <a:pt x="16473" y="1361"/>
                  </a:lnTo>
                  <a:cubicBezTo>
                    <a:pt x="16589" y="1439"/>
                    <a:pt x="16716" y="1482"/>
                    <a:pt x="16855" y="1482"/>
                  </a:cubicBezTo>
                  <a:cubicBezTo>
                    <a:pt x="16875" y="1482"/>
                    <a:pt x="16895" y="1481"/>
                    <a:pt x="16916" y="1480"/>
                  </a:cubicBezTo>
                  <a:cubicBezTo>
                    <a:pt x="17315" y="1465"/>
                    <a:pt x="17641" y="1125"/>
                    <a:pt x="17626" y="711"/>
                  </a:cubicBezTo>
                  <a:cubicBezTo>
                    <a:pt x="17611" y="518"/>
                    <a:pt x="17537" y="356"/>
                    <a:pt x="17404" y="223"/>
                  </a:cubicBezTo>
                  <a:cubicBezTo>
                    <a:pt x="17271" y="90"/>
                    <a:pt x="17079" y="1"/>
                    <a:pt x="16887"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2"/>
            <p:cNvSpPr/>
            <p:nvPr/>
          </p:nvSpPr>
          <p:spPr>
            <a:xfrm>
              <a:off x="6253655" y="3111689"/>
              <a:ext cx="470651" cy="221764"/>
            </a:xfrm>
            <a:custGeom>
              <a:avLst/>
              <a:gdLst/>
              <a:ahLst/>
              <a:cxnLst/>
              <a:rect l="l" t="t" r="r" b="b"/>
              <a:pathLst>
                <a:path w="12303" h="5797" extrusionOk="0">
                  <a:moveTo>
                    <a:pt x="11519" y="0"/>
                  </a:moveTo>
                  <a:cubicBezTo>
                    <a:pt x="11120" y="15"/>
                    <a:pt x="10795" y="355"/>
                    <a:pt x="10809" y="754"/>
                  </a:cubicBezTo>
                  <a:cubicBezTo>
                    <a:pt x="10824" y="947"/>
                    <a:pt x="10898" y="1109"/>
                    <a:pt x="11016" y="1227"/>
                  </a:cubicBezTo>
                  <a:lnTo>
                    <a:pt x="7275" y="4968"/>
                  </a:lnTo>
                  <a:lnTo>
                    <a:pt x="1494" y="4968"/>
                  </a:lnTo>
                  <a:cubicBezTo>
                    <a:pt x="1464" y="4791"/>
                    <a:pt x="1391" y="4658"/>
                    <a:pt x="1287" y="4540"/>
                  </a:cubicBezTo>
                  <a:cubicBezTo>
                    <a:pt x="1139" y="4392"/>
                    <a:pt x="947" y="4318"/>
                    <a:pt x="725" y="4318"/>
                  </a:cubicBezTo>
                  <a:cubicBezTo>
                    <a:pt x="326" y="4333"/>
                    <a:pt x="1" y="4687"/>
                    <a:pt x="15" y="5087"/>
                  </a:cubicBezTo>
                  <a:cubicBezTo>
                    <a:pt x="30" y="5491"/>
                    <a:pt x="369" y="5797"/>
                    <a:pt x="757" y="5797"/>
                  </a:cubicBezTo>
                  <a:cubicBezTo>
                    <a:pt x="766" y="5797"/>
                    <a:pt x="775" y="5797"/>
                    <a:pt x="784" y="5796"/>
                  </a:cubicBezTo>
                  <a:cubicBezTo>
                    <a:pt x="1139" y="5782"/>
                    <a:pt x="1435" y="5515"/>
                    <a:pt x="1494" y="5175"/>
                  </a:cubicBezTo>
                  <a:lnTo>
                    <a:pt x="7379" y="5175"/>
                  </a:lnTo>
                  <a:lnTo>
                    <a:pt x="11179" y="1375"/>
                  </a:lnTo>
                  <a:cubicBezTo>
                    <a:pt x="11282" y="1427"/>
                    <a:pt x="11396" y="1467"/>
                    <a:pt x="11521" y="1467"/>
                  </a:cubicBezTo>
                  <a:cubicBezTo>
                    <a:pt x="11540" y="1467"/>
                    <a:pt x="11559" y="1466"/>
                    <a:pt x="11578" y="1464"/>
                  </a:cubicBezTo>
                  <a:cubicBezTo>
                    <a:pt x="11992" y="1449"/>
                    <a:pt x="12303" y="1109"/>
                    <a:pt x="12288" y="710"/>
                  </a:cubicBezTo>
                  <a:cubicBezTo>
                    <a:pt x="12288" y="518"/>
                    <a:pt x="12214" y="340"/>
                    <a:pt x="12081" y="207"/>
                  </a:cubicBezTo>
                  <a:cubicBezTo>
                    <a:pt x="12066" y="207"/>
                    <a:pt x="12066" y="192"/>
                    <a:pt x="12051" y="192"/>
                  </a:cubicBezTo>
                  <a:cubicBezTo>
                    <a:pt x="11918" y="59"/>
                    <a:pt x="11741" y="0"/>
                    <a:pt x="1154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2"/>
            <p:cNvSpPr/>
            <p:nvPr/>
          </p:nvSpPr>
          <p:spPr>
            <a:xfrm>
              <a:off x="6150712" y="2996275"/>
              <a:ext cx="598499" cy="533045"/>
            </a:xfrm>
            <a:custGeom>
              <a:avLst/>
              <a:gdLst/>
              <a:ahLst/>
              <a:cxnLst/>
              <a:rect l="l" t="t" r="r" b="b"/>
              <a:pathLst>
                <a:path w="15645" h="13934" extrusionOk="0">
                  <a:moveTo>
                    <a:pt x="14890" y="1"/>
                  </a:moveTo>
                  <a:cubicBezTo>
                    <a:pt x="14875" y="1"/>
                    <a:pt x="14861" y="1"/>
                    <a:pt x="14861" y="16"/>
                  </a:cubicBezTo>
                  <a:cubicBezTo>
                    <a:pt x="14447" y="30"/>
                    <a:pt x="14136" y="370"/>
                    <a:pt x="14151" y="770"/>
                  </a:cubicBezTo>
                  <a:cubicBezTo>
                    <a:pt x="14151" y="918"/>
                    <a:pt x="14210" y="1051"/>
                    <a:pt x="14284" y="1154"/>
                  </a:cubicBezTo>
                  <a:lnTo>
                    <a:pt x="10159" y="5279"/>
                  </a:lnTo>
                  <a:lnTo>
                    <a:pt x="3239" y="5279"/>
                  </a:lnTo>
                  <a:lnTo>
                    <a:pt x="666" y="7852"/>
                  </a:lnTo>
                  <a:lnTo>
                    <a:pt x="666" y="12466"/>
                  </a:lnTo>
                  <a:cubicBezTo>
                    <a:pt x="533" y="12495"/>
                    <a:pt x="400" y="12569"/>
                    <a:pt x="281" y="12673"/>
                  </a:cubicBezTo>
                  <a:cubicBezTo>
                    <a:pt x="1" y="12954"/>
                    <a:pt x="1" y="13427"/>
                    <a:pt x="281" y="13722"/>
                  </a:cubicBezTo>
                  <a:cubicBezTo>
                    <a:pt x="429" y="13863"/>
                    <a:pt x="618" y="13933"/>
                    <a:pt x="806" y="13933"/>
                  </a:cubicBezTo>
                  <a:cubicBezTo>
                    <a:pt x="995" y="13933"/>
                    <a:pt x="1183" y="13863"/>
                    <a:pt x="1331" y="13722"/>
                  </a:cubicBezTo>
                  <a:cubicBezTo>
                    <a:pt x="1612" y="13427"/>
                    <a:pt x="1612" y="12954"/>
                    <a:pt x="1331" y="12673"/>
                  </a:cubicBezTo>
                  <a:cubicBezTo>
                    <a:pt x="1213" y="12554"/>
                    <a:pt x="1050" y="12480"/>
                    <a:pt x="888" y="12466"/>
                  </a:cubicBezTo>
                  <a:lnTo>
                    <a:pt x="888" y="7941"/>
                  </a:lnTo>
                  <a:lnTo>
                    <a:pt x="3342" y="5501"/>
                  </a:lnTo>
                  <a:lnTo>
                    <a:pt x="10247" y="5501"/>
                  </a:lnTo>
                  <a:lnTo>
                    <a:pt x="14432" y="1317"/>
                  </a:lnTo>
                  <a:cubicBezTo>
                    <a:pt x="14551" y="1423"/>
                    <a:pt x="14695" y="1482"/>
                    <a:pt x="14862" y="1482"/>
                  </a:cubicBezTo>
                  <a:cubicBezTo>
                    <a:pt x="14881" y="1482"/>
                    <a:pt x="14900" y="1481"/>
                    <a:pt x="14920" y="1479"/>
                  </a:cubicBezTo>
                  <a:cubicBezTo>
                    <a:pt x="15319" y="1465"/>
                    <a:pt x="15644" y="1125"/>
                    <a:pt x="15630" y="711"/>
                  </a:cubicBezTo>
                  <a:cubicBezTo>
                    <a:pt x="15615" y="518"/>
                    <a:pt x="15541" y="356"/>
                    <a:pt x="15408" y="223"/>
                  </a:cubicBezTo>
                  <a:cubicBezTo>
                    <a:pt x="15275" y="90"/>
                    <a:pt x="15082" y="1"/>
                    <a:pt x="1489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2"/>
            <p:cNvSpPr/>
            <p:nvPr/>
          </p:nvSpPr>
          <p:spPr>
            <a:xfrm>
              <a:off x="6207291" y="3425606"/>
              <a:ext cx="610359" cy="376773"/>
            </a:xfrm>
            <a:custGeom>
              <a:avLst/>
              <a:gdLst/>
              <a:ahLst/>
              <a:cxnLst/>
              <a:rect l="l" t="t" r="r" b="b"/>
              <a:pathLst>
                <a:path w="15955" h="9849" extrusionOk="0">
                  <a:moveTo>
                    <a:pt x="15171" y="1"/>
                  </a:moveTo>
                  <a:cubicBezTo>
                    <a:pt x="14979" y="15"/>
                    <a:pt x="14786" y="89"/>
                    <a:pt x="14653" y="237"/>
                  </a:cubicBezTo>
                  <a:cubicBezTo>
                    <a:pt x="14520" y="385"/>
                    <a:pt x="14461" y="577"/>
                    <a:pt x="14461" y="769"/>
                  </a:cubicBezTo>
                  <a:cubicBezTo>
                    <a:pt x="14476" y="932"/>
                    <a:pt x="14535" y="1080"/>
                    <a:pt x="14638" y="1213"/>
                  </a:cubicBezTo>
                  <a:lnTo>
                    <a:pt x="12391" y="3446"/>
                  </a:lnTo>
                  <a:lnTo>
                    <a:pt x="6284" y="3446"/>
                  </a:lnTo>
                  <a:lnTo>
                    <a:pt x="1198" y="8532"/>
                  </a:lnTo>
                  <a:cubicBezTo>
                    <a:pt x="1065" y="8429"/>
                    <a:pt x="902" y="8370"/>
                    <a:pt x="725" y="8370"/>
                  </a:cubicBezTo>
                  <a:cubicBezTo>
                    <a:pt x="311" y="8399"/>
                    <a:pt x="0" y="8739"/>
                    <a:pt x="15" y="9138"/>
                  </a:cubicBezTo>
                  <a:cubicBezTo>
                    <a:pt x="29" y="9543"/>
                    <a:pt x="354" y="9849"/>
                    <a:pt x="755" y="9849"/>
                  </a:cubicBezTo>
                  <a:cubicBezTo>
                    <a:pt x="765" y="9849"/>
                    <a:pt x="774" y="9848"/>
                    <a:pt x="784" y="9848"/>
                  </a:cubicBezTo>
                  <a:cubicBezTo>
                    <a:pt x="1183" y="9833"/>
                    <a:pt x="1508" y="9493"/>
                    <a:pt x="1494" y="9079"/>
                  </a:cubicBezTo>
                  <a:cubicBezTo>
                    <a:pt x="1479" y="8946"/>
                    <a:pt x="1434" y="8798"/>
                    <a:pt x="1360" y="8695"/>
                  </a:cubicBezTo>
                  <a:lnTo>
                    <a:pt x="6373" y="3668"/>
                  </a:lnTo>
                  <a:lnTo>
                    <a:pt x="12494" y="3668"/>
                  </a:lnTo>
                  <a:lnTo>
                    <a:pt x="14801" y="1361"/>
                  </a:lnTo>
                  <a:cubicBezTo>
                    <a:pt x="14934" y="1435"/>
                    <a:pt x="15082" y="1479"/>
                    <a:pt x="15230" y="1479"/>
                  </a:cubicBezTo>
                  <a:cubicBezTo>
                    <a:pt x="15422" y="1464"/>
                    <a:pt x="15614" y="1390"/>
                    <a:pt x="15747" y="1243"/>
                  </a:cubicBezTo>
                  <a:cubicBezTo>
                    <a:pt x="15881" y="1095"/>
                    <a:pt x="15954" y="903"/>
                    <a:pt x="15940" y="710"/>
                  </a:cubicBezTo>
                  <a:cubicBezTo>
                    <a:pt x="15940" y="518"/>
                    <a:pt x="15851" y="355"/>
                    <a:pt x="15718" y="222"/>
                  </a:cubicBezTo>
                  <a:cubicBezTo>
                    <a:pt x="15718" y="208"/>
                    <a:pt x="15718" y="208"/>
                    <a:pt x="15703" y="193"/>
                  </a:cubicBezTo>
                  <a:cubicBezTo>
                    <a:pt x="15570" y="74"/>
                    <a:pt x="15393" y="1"/>
                    <a:pt x="1520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2"/>
            <p:cNvSpPr/>
            <p:nvPr/>
          </p:nvSpPr>
          <p:spPr>
            <a:xfrm>
              <a:off x="6437507" y="3720319"/>
              <a:ext cx="493260" cy="334923"/>
            </a:xfrm>
            <a:custGeom>
              <a:avLst/>
              <a:gdLst/>
              <a:ahLst/>
              <a:cxnLst/>
              <a:rect l="l" t="t" r="r" b="b"/>
              <a:pathLst>
                <a:path w="12894" h="8755" extrusionOk="0">
                  <a:moveTo>
                    <a:pt x="12125" y="0"/>
                  </a:moveTo>
                  <a:cubicBezTo>
                    <a:pt x="11933" y="0"/>
                    <a:pt x="11740" y="89"/>
                    <a:pt x="11607" y="237"/>
                  </a:cubicBezTo>
                  <a:cubicBezTo>
                    <a:pt x="11474" y="370"/>
                    <a:pt x="11400" y="562"/>
                    <a:pt x="11415" y="754"/>
                  </a:cubicBezTo>
                  <a:cubicBezTo>
                    <a:pt x="11415" y="932"/>
                    <a:pt x="11489" y="1094"/>
                    <a:pt x="11592" y="1213"/>
                  </a:cubicBezTo>
                  <a:lnTo>
                    <a:pt x="9108" y="3711"/>
                  </a:lnTo>
                  <a:lnTo>
                    <a:pt x="2055" y="3711"/>
                  </a:lnTo>
                  <a:lnTo>
                    <a:pt x="621" y="5131"/>
                  </a:lnTo>
                  <a:lnTo>
                    <a:pt x="621" y="7290"/>
                  </a:lnTo>
                  <a:cubicBezTo>
                    <a:pt x="266" y="7349"/>
                    <a:pt x="0" y="7674"/>
                    <a:pt x="15" y="8044"/>
                  </a:cubicBezTo>
                  <a:cubicBezTo>
                    <a:pt x="29" y="8434"/>
                    <a:pt x="355" y="8754"/>
                    <a:pt x="757" y="8754"/>
                  </a:cubicBezTo>
                  <a:cubicBezTo>
                    <a:pt x="766" y="8754"/>
                    <a:pt x="775" y="8754"/>
                    <a:pt x="784" y="8754"/>
                  </a:cubicBezTo>
                  <a:cubicBezTo>
                    <a:pt x="1183" y="8739"/>
                    <a:pt x="1508" y="8399"/>
                    <a:pt x="1494" y="7985"/>
                  </a:cubicBezTo>
                  <a:cubicBezTo>
                    <a:pt x="1479" y="7792"/>
                    <a:pt x="1405" y="7630"/>
                    <a:pt x="1272" y="7497"/>
                  </a:cubicBezTo>
                  <a:cubicBezTo>
                    <a:pt x="1257" y="7482"/>
                    <a:pt x="1257" y="7482"/>
                    <a:pt x="1257" y="7467"/>
                  </a:cubicBezTo>
                  <a:cubicBezTo>
                    <a:pt x="1139" y="7364"/>
                    <a:pt x="991" y="7305"/>
                    <a:pt x="843" y="7290"/>
                  </a:cubicBezTo>
                  <a:lnTo>
                    <a:pt x="843" y="5220"/>
                  </a:lnTo>
                  <a:lnTo>
                    <a:pt x="2144" y="3933"/>
                  </a:lnTo>
                  <a:lnTo>
                    <a:pt x="9197" y="3933"/>
                  </a:lnTo>
                  <a:lnTo>
                    <a:pt x="11755" y="1360"/>
                  </a:lnTo>
                  <a:cubicBezTo>
                    <a:pt x="11871" y="1425"/>
                    <a:pt x="11998" y="1467"/>
                    <a:pt x="12127" y="1467"/>
                  </a:cubicBezTo>
                  <a:cubicBezTo>
                    <a:pt x="12146" y="1467"/>
                    <a:pt x="12165" y="1466"/>
                    <a:pt x="12184" y="1464"/>
                  </a:cubicBezTo>
                  <a:cubicBezTo>
                    <a:pt x="12376" y="1464"/>
                    <a:pt x="12554" y="1375"/>
                    <a:pt x="12701" y="1227"/>
                  </a:cubicBezTo>
                  <a:cubicBezTo>
                    <a:pt x="12835" y="1094"/>
                    <a:pt x="12894" y="902"/>
                    <a:pt x="12894" y="710"/>
                  </a:cubicBezTo>
                  <a:cubicBezTo>
                    <a:pt x="12879" y="518"/>
                    <a:pt x="12805" y="340"/>
                    <a:pt x="12672" y="207"/>
                  </a:cubicBezTo>
                  <a:cubicBezTo>
                    <a:pt x="12672" y="207"/>
                    <a:pt x="12657" y="192"/>
                    <a:pt x="12657" y="192"/>
                  </a:cubicBezTo>
                  <a:cubicBezTo>
                    <a:pt x="12524" y="59"/>
                    <a:pt x="12347" y="0"/>
                    <a:pt x="12154"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2"/>
            <p:cNvSpPr/>
            <p:nvPr/>
          </p:nvSpPr>
          <p:spPr>
            <a:xfrm>
              <a:off x="5579993" y="3673916"/>
              <a:ext cx="1311764" cy="1137704"/>
            </a:xfrm>
            <a:custGeom>
              <a:avLst/>
              <a:gdLst/>
              <a:ahLst/>
              <a:cxnLst/>
              <a:rect l="l" t="t" r="r" b="b"/>
              <a:pathLst>
                <a:path w="34290" h="29740" extrusionOk="0">
                  <a:moveTo>
                    <a:pt x="33521" y="1"/>
                  </a:moveTo>
                  <a:cubicBezTo>
                    <a:pt x="33314" y="15"/>
                    <a:pt x="33136" y="89"/>
                    <a:pt x="33003" y="237"/>
                  </a:cubicBezTo>
                  <a:cubicBezTo>
                    <a:pt x="32870" y="385"/>
                    <a:pt x="32796" y="577"/>
                    <a:pt x="32811" y="770"/>
                  </a:cubicBezTo>
                  <a:cubicBezTo>
                    <a:pt x="32811" y="917"/>
                    <a:pt x="32870" y="1065"/>
                    <a:pt x="32959" y="1184"/>
                  </a:cubicBezTo>
                  <a:lnTo>
                    <a:pt x="30903" y="3224"/>
                  </a:lnTo>
                  <a:lnTo>
                    <a:pt x="23155" y="3224"/>
                  </a:lnTo>
                  <a:lnTo>
                    <a:pt x="20612" y="5767"/>
                  </a:lnTo>
                  <a:lnTo>
                    <a:pt x="20612" y="11105"/>
                  </a:lnTo>
                  <a:lnTo>
                    <a:pt x="15866" y="15851"/>
                  </a:lnTo>
                  <a:lnTo>
                    <a:pt x="12953" y="18824"/>
                  </a:lnTo>
                  <a:lnTo>
                    <a:pt x="12923" y="18853"/>
                  </a:lnTo>
                  <a:lnTo>
                    <a:pt x="12923" y="21648"/>
                  </a:lnTo>
                  <a:lnTo>
                    <a:pt x="10129" y="24442"/>
                  </a:lnTo>
                  <a:lnTo>
                    <a:pt x="5294" y="24442"/>
                  </a:lnTo>
                  <a:lnTo>
                    <a:pt x="1287" y="28435"/>
                  </a:lnTo>
                  <a:cubicBezTo>
                    <a:pt x="1154" y="28323"/>
                    <a:pt x="986" y="28268"/>
                    <a:pt x="817" y="28268"/>
                  </a:cubicBezTo>
                  <a:cubicBezTo>
                    <a:pt x="628" y="28268"/>
                    <a:pt x="437" y="28338"/>
                    <a:pt x="296" y="28479"/>
                  </a:cubicBezTo>
                  <a:cubicBezTo>
                    <a:pt x="0" y="28760"/>
                    <a:pt x="0" y="29233"/>
                    <a:pt x="296" y="29529"/>
                  </a:cubicBezTo>
                  <a:cubicBezTo>
                    <a:pt x="436" y="29669"/>
                    <a:pt x="625" y="29739"/>
                    <a:pt x="815" y="29739"/>
                  </a:cubicBezTo>
                  <a:cubicBezTo>
                    <a:pt x="1006" y="29739"/>
                    <a:pt x="1198" y="29669"/>
                    <a:pt x="1346" y="29529"/>
                  </a:cubicBezTo>
                  <a:cubicBezTo>
                    <a:pt x="1582" y="29277"/>
                    <a:pt x="1627" y="28893"/>
                    <a:pt x="1435" y="28597"/>
                  </a:cubicBezTo>
                  <a:lnTo>
                    <a:pt x="5382" y="24664"/>
                  </a:lnTo>
                  <a:lnTo>
                    <a:pt x="10218" y="24664"/>
                  </a:lnTo>
                  <a:lnTo>
                    <a:pt x="13145" y="21736"/>
                  </a:lnTo>
                  <a:lnTo>
                    <a:pt x="13145" y="18942"/>
                  </a:lnTo>
                  <a:lnTo>
                    <a:pt x="16028" y="15999"/>
                  </a:lnTo>
                  <a:lnTo>
                    <a:pt x="20834" y="11194"/>
                  </a:lnTo>
                  <a:lnTo>
                    <a:pt x="20834" y="5871"/>
                  </a:lnTo>
                  <a:lnTo>
                    <a:pt x="23244" y="3446"/>
                  </a:lnTo>
                  <a:lnTo>
                    <a:pt x="31007" y="3446"/>
                  </a:lnTo>
                  <a:lnTo>
                    <a:pt x="33107" y="1331"/>
                  </a:lnTo>
                  <a:cubicBezTo>
                    <a:pt x="33240" y="1435"/>
                    <a:pt x="33402" y="1479"/>
                    <a:pt x="33580" y="1479"/>
                  </a:cubicBezTo>
                  <a:cubicBezTo>
                    <a:pt x="33772" y="1479"/>
                    <a:pt x="33949" y="1391"/>
                    <a:pt x="34082" y="1243"/>
                  </a:cubicBezTo>
                  <a:cubicBezTo>
                    <a:pt x="34216" y="1095"/>
                    <a:pt x="34289" y="903"/>
                    <a:pt x="34289" y="710"/>
                  </a:cubicBezTo>
                  <a:cubicBezTo>
                    <a:pt x="34275" y="533"/>
                    <a:pt x="34201" y="356"/>
                    <a:pt x="34068" y="222"/>
                  </a:cubicBezTo>
                  <a:cubicBezTo>
                    <a:pt x="34068" y="208"/>
                    <a:pt x="34053" y="208"/>
                    <a:pt x="34053" y="193"/>
                  </a:cubicBezTo>
                  <a:cubicBezTo>
                    <a:pt x="33905" y="75"/>
                    <a:pt x="33728" y="1"/>
                    <a:pt x="33550"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2"/>
            <p:cNvSpPr/>
            <p:nvPr/>
          </p:nvSpPr>
          <p:spPr>
            <a:xfrm>
              <a:off x="4315222" y="2926728"/>
              <a:ext cx="2327664" cy="2183404"/>
            </a:xfrm>
            <a:custGeom>
              <a:avLst/>
              <a:gdLst/>
              <a:ahLst/>
              <a:cxnLst/>
              <a:rect l="l" t="t" r="r" b="b"/>
              <a:pathLst>
                <a:path w="60846" h="57075" extrusionOk="0">
                  <a:moveTo>
                    <a:pt x="35280" y="25832"/>
                  </a:moveTo>
                  <a:cubicBezTo>
                    <a:pt x="35310" y="25920"/>
                    <a:pt x="35354" y="25994"/>
                    <a:pt x="35413" y="26053"/>
                  </a:cubicBezTo>
                  <a:lnTo>
                    <a:pt x="33831" y="27650"/>
                  </a:lnTo>
                  <a:lnTo>
                    <a:pt x="33476" y="27650"/>
                  </a:lnTo>
                  <a:lnTo>
                    <a:pt x="35280" y="25832"/>
                  </a:lnTo>
                  <a:close/>
                  <a:moveTo>
                    <a:pt x="32944" y="27872"/>
                  </a:moveTo>
                  <a:lnTo>
                    <a:pt x="30563" y="30238"/>
                  </a:lnTo>
                  <a:lnTo>
                    <a:pt x="27665" y="30238"/>
                  </a:lnTo>
                  <a:lnTo>
                    <a:pt x="30031" y="27872"/>
                  </a:lnTo>
                  <a:close/>
                  <a:moveTo>
                    <a:pt x="35561" y="27902"/>
                  </a:moveTo>
                  <a:cubicBezTo>
                    <a:pt x="35576" y="28005"/>
                    <a:pt x="35620" y="28109"/>
                    <a:pt x="35679" y="28183"/>
                  </a:cubicBezTo>
                  <a:lnTo>
                    <a:pt x="33639" y="30238"/>
                  </a:lnTo>
                  <a:lnTo>
                    <a:pt x="33225" y="30238"/>
                  </a:lnTo>
                  <a:lnTo>
                    <a:pt x="35561" y="27902"/>
                  </a:lnTo>
                  <a:close/>
                  <a:moveTo>
                    <a:pt x="32693" y="30460"/>
                  </a:moveTo>
                  <a:lnTo>
                    <a:pt x="31229" y="31924"/>
                  </a:lnTo>
                  <a:lnTo>
                    <a:pt x="29188" y="31924"/>
                  </a:lnTo>
                  <a:lnTo>
                    <a:pt x="30667" y="30460"/>
                  </a:lnTo>
                  <a:close/>
                  <a:moveTo>
                    <a:pt x="37557" y="30903"/>
                  </a:moveTo>
                  <a:cubicBezTo>
                    <a:pt x="37572" y="31036"/>
                    <a:pt x="37616" y="31140"/>
                    <a:pt x="37690" y="31243"/>
                  </a:cubicBezTo>
                  <a:lnTo>
                    <a:pt x="36522" y="32411"/>
                  </a:lnTo>
                  <a:cubicBezTo>
                    <a:pt x="36457" y="32390"/>
                    <a:pt x="36392" y="32376"/>
                    <a:pt x="36322" y="32376"/>
                  </a:cubicBezTo>
                  <a:cubicBezTo>
                    <a:pt x="36296" y="32376"/>
                    <a:pt x="36269" y="32378"/>
                    <a:pt x="36241" y="32382"/>
                  </a:cubicBezTo>
                  <a:cubicBezTo>
                    <a:pt x="36167" y="32382"/>
                    <a:pt x="36108" y="32397"/>
                    <a:pt x="36034" y="32411"/>
                  </a:cubicBezTo>
                  <a:lnTo>
                    <a:pt x="37557" y="30903"/>
                  </a:lnTo>
                  <a:close/>
                  <a:moveTo>
                    <a:pt x="33742" y="32145"/>
                  </a:moveTo>
                  <a:lnTo>
                    <a:pt x="32722" y="33166"/>
                  </a:lnTo>
                  <a:lnTo>
                    <a:pt x="30475" y="33166"/>
                  </a:lnTo>
                  <a:lnTo>
                    <a:pt x="30475" y="32988"/>
                  </a:lnTo>
                  <a:lnTo>
                    <a:pt x="31317" y="32145"/>
                  </a:lnTo>
                  <a:close/>
                  <a:moveTo>
                    <a:pt x="38829" y="28360"/>
                  </a:moveTo>
                  <a:cubicBezTo>
                    <a:pt x="38711" y="28493"/>
                    <a:pt x="38651" y="28656"/>
                    <a:pt x="38666" y="28833"/>
                  </a:cubicBezTo>
                  <a:cubicBezTo>
                    <a:pt x="38666" y="29011"/>
                    <a:pt x="38740" y="29173"/>
                    <a:pt x="38844" y="29292"/>
                  </a:cubicBezTo>
                  <a:lnTo>
                    <a:pt x="38016" y="30120"/>
                  </a:lnTo>
                  <a:cubicBezTo>
                    <a:pt x="37912" y="30164"/>
                    <a:pt x="37823" y="30223"/>
                    <a:pt x="37735" y="30312"/>
                  </a:cubicBezTo>
                  <a:cubicBezTo>
                    <a:pt x="37676" y="30386"/>
                    <a:pt x="37616" y="30460"/>
                    <a:pt x="37587" y="30548"/>
                  </a:cubicBezTo>
                  <a:lnTo>
                    <a:pt x="35886" y="32249"/>
                  </a:lnTo>
                  <a:cubicBezTo>
                    <a:pt x="35765" y="32141"/>
                    <a:pt x="35593" y="32070"/>
                    <a:pt x="35429" y="32070"/>
                  </a:cubicBezTo>
                  <a:cubicBezTo>
                    <a:pt x="35414" y="32070"/>
                    <a:pt x="35399" y="32070"/>
                    <a:pt x="35384" y="32071"/>
                  </a:cubicBezTo>
                  <a:cubicBezTo>
                    <a:pt x="35177" y="32071"/>
                    <a:pt x="34999" y="32160"/>
                    <a:pt x="34866" y="32308"/>
                  </a:cubicBezTo>
                  <a:cubicBezTo>
                    <a:pt x="34733" y="32456"/>
                    <a:pt x="34659" y="32633"/>
                    <a:pt x="34674" y="32840"/>
                  </a:cubicBezTo>
                  <a:cubicBezTo>
                    <a:pt x="34674" y="32870"/>
                    <a:pt x="34674" y="32899"/>
                    <a:pt x="34674" y="32929"/>
                  </a:cubicBezTo>
                  <a:cubicBezTo>
                    <a:pt x="34644" y="32885"/>
                    <a:pt x="34615" y="32840"/>
                    <a:pt x="34585" y="32796"/>
                  </a:cubicBezTo>
                  <a:cubicBezTo>
                    <a:pt x="34570" y="32796"/>
                    <a:pt x="34570" y="32781"/>
                    <a:pt x="34556" y="32781"/>
                  </a:cubicBezTo>
                  <a:cubicBezTo>
                    <a:pt x="34408" y="32648"/>
                    <a:pt x="34230" y="32574"/>
                    <a:pt x="34023" y="32574"/>
                  </a:cubicBezTo>
                  <a:cubicBezTo>
                    <a:pt x="33831" y="32589"/>
                    <a:pt x="33654" y="32678"/>
                    <a:pt x="33521" y="32811"/>
                  </a:cubicBezTo>
                  <a:cubicBezTo>
                    <a:pt x="33417" y="32914"/>
                    <a:pt x="33358" y="33032"/>
                    <a:pt x="33328" y="33166"/>
                  </a:cubicBezTo>
                  <a:lnTo>
                    <a:pt x="33033" y="33166"/>
                  </a:lnTo>
                  <a:lnTo>
                    <a:pt x="34053" y="32145"/>
                  </a:lnTo>
                  <a:lnTo>
                    <a:pt x="34334" y="32145"/>
                  </a:lnTo>
                  <a:lnTo>
                    <a:pt x="36907" y="29587"/>
                  </a:lnTo>
                  <a:cubicBezTo>
                    <a:pt x="37025" y="29646"/>
                    <a:pt x="37158" y="29691"/>
                    <a:pt x="37291" y="29691"/>
                  </a:cubicBezTo>
                  <a:lnTo>
                    <a:pt x="37321" y="29691"/>
                  </a:lnTo>
                  <a:cubicBezTo>
                    <a:pt x="37528" y="29691"/>
                    <a:pt x="37705" y="29602"/>
                    <a:pt x="37838" y="29454"/>
                  </a:cubicBezTo>
                  <a:cubicBezTo>
                    <a:pt x="37971" y="29306"/>
                    <a:pt x="38045" y="29129"/>
                    <a:pt x="38030" y="28922"/>
                  </a:cubicBezTo>
                  <a:cubicBezTo>
                    <a:pt x="38030" y="28744"/>
                    <a:pt x="37956" y="28567"/>
                    <a:pt x="37823" y="28434"/>
                  </a:cubicBezTo>
                  <a:cubicBezTo>
                    <a:pt x="37809" y="28419"/>
                    <a:pt x="37809" y="28419"/>
                    <a:pt x="37794" y="28404"/>
                  </a:cubicBezTo>
                  <a:lnTo>
                    <a:pt x="38829" y="28360"/>
                  </a:lnTo>
                  <a:close/>
                  <a:moveTo>
                    <a:pt x="34777" y="33195"/>
                  </a:moveTo>
                  <a:cubicBezTo>
                    <a:pt x="34792" y="33225"/>
                    <a:pt x="34822" y="33254"/>
                    <a:pt x="34851" y="33269"/>
                  </a:cubicBezTo>
                  <a:cubicBezTo>
                    <a:pt x="34822" y="33284"/>
                    <a:pt x="34807" y="33299"/>
                    <a:pt x="34792" y="33299"/>
                  </a:cubicBezTo>
                  <a:cubicBezTo>
                    <a:pt x="34792" y="33299"/>
                    <a:pt x="34792" y="33299"/>
                    <a:pt x="34792" y="33284"/>
                  </a:cubicBezTo>
                  <a:cubicBezTo>
                    <a:pt x="34792" y="33254"/>
                    <a:pt x="34792" y="33225"/>
                    <a:pt x="34777" y="33195"/>
                  </a:cubicBezTo>
                  <a:close/>
                  <a:moveTo>
                    <a:pt x="31007" y="32145"/>
                  </a:moveTo>
                  <a:lnTo>
                    <a:pt x="30253" y="32899"/>
                  </a:lnTo>
                  <a:lnTo>
                    <a:pt x="30253" y="33166"/>
                  </a:lnTo>
                  <a:lnTo>
                    <a:pt x="28434" y="33166"/>
                  </a:lnTo>
                  <a:lnTo>
                    <a:pt x="27843" y="33757"/>
                  </a:lnTo>
                  <a:lnTo>
                    <a:pt x="27843" y="33269"/>
                  </a:lnTo>
                  <a:lnTo>
                    <a:pt x="28966" y="32145"/>
                  </a:lnTo>
                  <a:close/>
                  <a:moveTo>
                    <a:pt x="32707" y="33387"/>
                  </a:moveTo>
                  <a:lnTo>
                    <a:pt x="32707" y="34467"/>
                  </a:lnTo>
                  <a:cubicBezTo>
                    <a:pt x="32678" y="34467"/>
                    <a:pt x="32642" y="34460"/>
                    <a:pt x="32603" y="34460"/>
                  </a:cubicBezTo>
                  <a:cubicBezTo>
                    <a:pt x="32584" y="34460"/>
                    <a:pt x="32564" y="34462"/>
                    <a:pt x="32545" y="34467"/>
                  </a:cubicBezTo>
                  <a:cubicBezTo>
                    <a:pt x="32205" y="34467"/>
                    <a:pt x="31924" y="34718"/>
                    <a:pt x="31865" y="35043"/>
                  </a:cubicBezTo>
                  <a:lnTo>
                    <a:pt x="30889" y="35043"/>
                  </a:lnTo>
                  <a:cubicBezTo>
                    <a:pt x="30770" y="34925"/>
                    <a:pt x="30637" y="34866"/>
                    <a:pt x="30475" y="34836"/>
                  </a:cubicBezTo>
                  <a:lnTo>
                    <a:pt x="30475" y="33387"/>
                  </a:lnTo>
                  <a:close/>
                  <a:moveTo>
                    <a:pt x="30356" y="30460"/>
                  </a:moveTo>
                  <a:lnTo>
                    <a:pt x="28878" y="31924"/>
                  </a:lnTo>
                  <a:lnTo>
                    <a:pt x="27192" y="31924"/>
                  </a:lnTo>
                  <a:lnTo>
                    <a:pt x="25773" y="33358"/>
                  </a:lnTo>
                  <a:lnTo>
                    <a:pt x="25773" y="35517"/>
                  </a:lnTo>
                  <a:lnTo>
                    <a:pt x="25713" y="35517"/>
                  </a:lnTo>
                  <a:lnTo>
                    <a:pt x="25713" y="32175"/>
                  </a:lnTo>
                  <a:lnTo>
                    <a:pt x="27443" y="30460"/>
                  </a:lnTo>
                  <a:close/>
                  <a:moveTo>
                    <a:pt x="30253" y="33387"/>
                  </a:moveTo>
                  <a:lnTo>
                    <a:pt x="30253" y="34718"/>
                  </a:lnTo>
                  <a:cubicBezTo>
                    <a:pt x="30238" y="34703"/>
                    <a:pt x="30238" y="34689"/>
                    <a:pt x="30223" y="34674"/>
                  </a:cubicBezTo>
                  <a:cubicBezTo>
                    <a:pt x="30086" y="34550"/>
                    <a:pt x="29911" y="34465"/>
                    <a:pt x="29709" y="34465"/>
                  </a:cubicBezTo>
                  <a:cubicBezTo>
                    <a:pt x="29694" y="34465"/>
                    <a:pt x="29678" y="34466"/>
                    <a:pt x="29661" y="34467"/>
                  </a:cubicBezTo>
                  <a:cubicBezTo>
                    <a:pt x="29262" y="34482"/>
                    <a:pt x="28937" y="34822"/>
                    <a:pt x="28952" y="35221"/>
                  </a:cubicBezTo>
                  <a:cubicBezTo>
                    <a:pt x="28966" y="35625"/>
                    <a:pt x="29305" y="35931"/>
                    <a:pt x="29693" y="35931"/>
                  </a:cubicBezTo>
                  <a:cubicBezTo>
                    <a:pt x="29702" y="35931"/>
                    <a:pt x="29711" y="35931"/>
                    <a:pt x="29721" y="35931"/>
                  </a:cubicBezTo>
                  <a:lnTo>
                    <a:pt x="29735" y="35931"/>
                  </a:lnTo>
                  <a:cubicBezTo>
                    <a:pt x="29765" y="35990"/>
                    <a:pt x="29809" y="36034"/>
                    <a:pt x="29854" y="36093"/>
                  </a:cubicBezTo>
                  <a:cubicBezTo>
                    <a:pt x="29994" y="36234"/>
                    <a:pt x="30183" y="36304"/>
                    <a:pt x="30371" y="36304"/>
                  </a:cubicBezTo>
                  <a:cubicBezTo>
                    <a:pt x="30560" y="36304"/>
                    <a:pt x="30748" y="36234"/>
                    <a:pt x="30889" y="36093"/>
                  </a:cubicBezTo>
                  <a:cubicBezTo>
                    <a:pt x="31110" y="35871"/>
                    <a:pt x="31170" y="35531"/>
                    <a:pt x="31051" y="35265"/>
                  </a:cubicBezTo>
                  <a:lnTo>
                    <a:pt x="31850" y="35265"/>
                  </a:lnTo>
                  <a:cubicBezTo>
                    <a:pt x="31865" y="35443"/>
                    <a:pt x="31938" y="35620"/>
                    <a:pt x="32072" y="35738"/>
                  </a:cubicBezTo>
                  <a:cubicBezTo>
                    <a:pt x="32207" y="35860"/>
                    <a:pt x="32379" y="35932"/>
                    <a:pt x="32555" y="35932"/>
                  </a:cubicBezTo>
                  <a:cubicBezTo>
                    <a:pt x="32571" y="35932"/>
                    <a:pt x="32588" y="35932"/>
                    <a:pt x="32604" y="35931"/>
                  </a:cubicBezTo>
                  <a:lnTo>
                    <a:pt x="32619" y="35931"/>
                  </a:lnTo>
                  <a:lnTo>
                    <a:pt x="30416" y="38149"/>
                  </a:lnTo>
                  <a:lnTo>
                    <a:pt x="28493" y="38149"/>
                  </a:lnTo>
                  <a:cubicBezTo>
                    <a:pt x="28449" y="38030"/>
                    <a:pt x="28405" y="37927"/>
                    <a:pt x="28316" y="37853"/>
                  </a:cubicBezTo>
                  <a:cubicBezTo>
                    <a:pt x="28183" y="37720"/>
                    <a:pt x="28020" y="37646"/>
                    <a:pt x="27843" y="37631"/>
                  </a:cubicBezTo>
                  <a:lnTo>
                    <a:pt x="27843" y="37143"/>
                  </a:lnTo>
                  <a:lnTo>
                    <a:pt x="27902" y="37143"/>
                  </a:lnTo>
                  <a:cubicBezTo>
                    <a:pt x="28094" y="37128"/>
                    <a:pt x="28272" y="37054"/>
                    <a:pt x="28419" y="36906"/>
                  </a:cubicBezTo>
                  <a:cubicBezTo>
                    <a:pt x="28552" y="36759"/>
                    <a:pt x="28612" y="36566"/>
                    <a:pt x="28612" y="36374"/>
                  </a:cubicBezTo>
                  <a:cubicBezTo>
                    <a:pt x="28597" y="36182"/>
                    <a:pt x="28523" y="36019"/>
                    <a:pt x="28390" y="35886"/>
                  </a:cubicBezTo>
                  <a:cubicBezTo>
                    <a:pt x="28390" y="35871"/>
                    <a:pt x="28375" y="35871"/>
                    <a:pt x="28375" y="35857"/>
                  </a:cubicBezTo>
                  <a:cubicBezTo>
                    <a:pt x="28242" y="35738"/>
                    <a:pt x="28094" y="35679"/>
                    <a:pt x="27931" y="35664"/>
                  </a:cubicBezTo>
                  <a:lnTo>
                    <a:pt x="27931" y="33994"/>
                  </a:lnTo>
                  <a:lnTo>
                    <a:pt x="28523" y="33387"/>
                  </a:lnTo>
                  <a:close/>
                  <a:moveTo>
                    <a:pt x="33328" y="33387"/>
                  </a:moveTo>
                  <a:cubicBezTo>
                    <a:pt x="33343" y="33565"/>
                    <a:pt x="33417" y="33727"/>
                    <a:pt x="33550" y="33861"/>
                  </a:cubicBezTo>
                  <a:cubicBezTo>
                    <a:pt x="33686" y="33982"/>
                    <a:pt x="33858" y="34055"/>
                    <a:pt x="34034" y="34055"/>
                  </a:cubicBezTo>
                  <a:cubicBezTo>
                    <a:pt x="34050" y="34055"/>
                    <a:pt x="34066" y="34054"/>
                    <a:pt x="34082" y="34053"/>
                  </a:cubicBezTo>
                  <a:cubicBezTo>
                    <a:pt x="34201" y="34053"/>
                    <a:pt x="34304" y="34023"/>
                    <a:pt x="34408" y="33964"/>
                  </a:cubicBezTo>
                  <a:cubicBezTo>
                    <a:pt x="34408" y="33979"/>
                    <a:pt x="34408" y="33979"/>
                    <a:pt x="34408" y="33979"/>
                  </a:cubicBezTo>
                  <a:cubicBezTo>
                    <a:pt x="34408" y="34171"/>
                    <a:pt x="34497" y="34363"/>
                    <a:pt x="34644" y="34496"/>
                  </a:cubicBezTo>
                  <a:cubicBezTo>
                    <a:pt x="34659" y="34511"/>
                    <a:pt x="34674" y="34526"/>
                    <a:pt x="34704" y="34541"/>
                  </a:cubicBezTo>
                  <a:lnTo>
                    <a:pt x="31096" y="38149"/>
                  </a:lnTo>
                  <a:lnTo>
                    <a:pt x="30726" y="38149"/>
                  </a:lnTo>
                  <a:lnTo>
                    <a:pt x="32929" y="35945"/>
                  </a:lnTo>
                  <a:lnTo>
                    <a:pt x="32929" y="35842"/>
                  </a:lnTo>
                  <a:cubicBezTo>
                    <a:pt x="33166" y="35709"/>
                    <a:pt x="33328" y="35457"/>
                    <a:pt x="33314" y="35176"/>
                  </a:cubicBezTo>
                  <a:cubicBezTo>
                    <a:pt x="33314" y="34984"/>
                    <a:pt x="33240" y="34807"/>
                    <a:pt x="33107" y="34674"/>
                  </a:cubicBezTo>
                  <a:cubicBezTo>
                    <a:pt x="33092" y="34674"/>
                    <a:pt x="33092" y="34659"/>
                    <a:pt x="33077" y="34659"/>
                  </a:cubicBezTo>
                  <a:cubicBezTo>
                    <a:pt x="33033" y="34615"/>
                    <a:pt x="32988" y="34585"/>
                    <a:pt x="32929" y="34555"/>
                  </a:cubicBezTo>
                  <a:lnTo>
                    <a:pt x="32929" y="33387"/>
                  </a:lnTo>
                  <a:close/>
                  <a:moveTo>
                    <a:pt x="28656" y="32145"/>
                  </a:moveTo>
                  <a:lnTo>
                    <a:pt x="27621" y="33180"/>
                  </a:lnTo>
                  <a:lnTo>
                    <a:pt x="27621" y="35709"/>
                  </a:lnTo>
                  <a:cubicBezTo>
                    <a:pt x="27517" y="35753"/>
                    <a:pt x="27414" y="35812"/>
                    <a:pt x="27325" y="35901"/>
                  </a:cubicBezTo>
                  <a:cubicBezTo>
                    <a:pt x="27192" y="36049"/>
                    <a:pt x="27118" y="36241"/>
                    <a:pt x="27133" y="36433"/>
                  </a:cubicBezTo>
                  <a:cubicBezTo>
                    <a:pt x="27133" y="36626"/>
                    <a:pt x="27236" y="36818"/>
                    <a:pt x="27370" y="36951"/>
                  </a:cubicBezTo>
                  <a:cubicBezTo>
                    <a:pt x="27443" y="37010"/>
                    <a:pt x="27532" y="37069"/>
                    <a:pt x="27621" y="37099"/>
                  </a:cubicBezTo>
                  <a:lnTo>
                    <a:pt x="27621" y="37661"/>
                  </a:lnTo>
                  <a:cubicBezTo>
                    <a:pt x="27488" y="37690"/>
                    <a:pt x="27370" y="37749"/>
                    <a:pt x="27266" y="37853"/>
                  </a:cubicBezTo>
                  <a:cubicBezTo>
                    <a:pt x="27177" y="37927"/>
                    <a:pt x="27133" y="38030"/>
                    <a:pt x="27089" y="38149"/>
                  </a:cubicBezTo>
                  <a:lnTo>
                    <a:pt x="25861" y="38149"/>
                  </a:lnTo>
                  <a:lnTo>
                    <a:pt x="25713" y="38282"/>
                  </a:lnTo>
                  <a:lnTo>
                    <a:pt x="25713" y="36951"/>
                  </a:lnTo>
                  <a:cubicBezTo>
                    <a:pt x="25773" y="36966"/>
                    <a:pt x="25832" y="36966"/>
                    <a:pt x="25906" y="36966"/>
                  </a:cubicBezTo>
                  <a:lnTo>
                    <a:pt x="25921" y="36966"/>
                  </a:lnTo>
                  <a:cubicBezTo>
                    <a:pt x="26335" y="36951"/>
                    <a:pt x="26645" y="36611"/>
                    <a:pt x="26630" y="36212"/>
                  </a:cubicBezTo>
                  <a:cubicBezTo>
                    <a:pt x="26630" y="36019"/>
                    <a:pt x="26542" y="35842"/>
                    <a:pt x="26423" y="35709"/>
                  </a:cubicBezTo>
                  <a:cubicBezTo>
                    <a:pt x="26408" y="35709"/>
                    <a:pt x="26408" y="35694"/>
                    <a:pt x="26394" y="35694"/>
                  </a:cubicBezTo>
                  <a:cubicBezTo>
                    <a:pt x="26275" y="35590"/>
                    <a:pt x="26142" y="35517"/>
                    <a:pt x="25994" y="35502"/>
                  </a:cubicBezTo>
                  <a:lnTo>
                    <a:pt x="25994" y="33447"/>
                  </a:lnTo>
                  <a:lnTo>
                    <a:pt x="27281" y="32145"/>
                  </a:lnTo>
                  <a:close/>
                  <a:moveTo>
                    <a:pt x="60106" y="0"/>
                  </a:moveTo>
                  <a:cubicBezTo>
                    <a:pt x="60091" y="0"/>
                    <a:pt x="60077" y="15"/>
                    <a:pt x="60077" y="15"/>
                  </a:cubicBezTo>
                  <a:cubicBezTo>
                    <a:pt x="59870" y="15"/>
                    <a:pt x="59692" y="104"/>
                    <a:pt x="59559" y="251"/>
                  </a:cubicBezTo>
                  <a:cubicBezTo>
                    <a:pt x="59426" y="385"/>
                    <a:pt x="59352" y="577"/>
                    <a:pt x="59367" y="769"/>
                  </a:cubicBezTo>
                  <a:cubicBezTo>
                    <a:pt x="59367" y="917"/>
                    <a:pt x="59411" y="1065"/>
                    <a:pt x="59500" y="1168"/>
                  </a:cubicBezTo>
                  <a:lnTo>
                    <a:pt x="56720" y="3948"/>
                  </a:lnTo>
                  <a:lnTo>
                    <a:pt x="47804" y="3948"/>
                  </a:lnTo>
                  <a:lnTo>
                    <a:pt x="43220" y="8532"/>
                  </a:lnTo>
                  <a:lnTo>
                    <a:pt x="43220" y="19429"/>
                  </a:lnTo>
                  <a:lnTo>
                    <a:pt x="39213" y="23421"/>
                  </a:lnTo>
                  <a:lnTo>
                    <a:pt x="34156" y="23421"/>
                  </a:lnTo>
                  <a:lnTo>
                    <a:pt x="29942" y="27650"/>
                  </a:lnTo>
                  <a:lnTo>
                    <a:pt x="25906" y="27650"/>
                  </a:lnTo>
                  <a:lnTo>
                    <a:pt x="20893" y="32663"/>
                  </a:lnTo>
                  <a:lnTo>
                    <a:pt x="20893" y="38267"/>
                  </a:lnTo>
                  <a:lnTo>
                    <a:pt x="13116" y="46044"/>
                  </a:lnTo>
                  <a:lnTo>
                    <a:pt x="7719" y="46044"/>
                  </a:lnTo>
                  <a:lnTo>
                    <a:pt x="1198" y="52565"/>
                  </a:lnTo>
                  <a:cubicBezTo>
                    <a:pt x="1079" y="52490"/>
                    <a:pt x="942" y="52452"/>
                    <a:pt x="805" y="52452"/>
                  </a:cubicBezTo>
                  <a:cubicBezTo>
                    <a:pt x="616" y="52452"/>
                    <a:pt x="426" y="52523"/>
                    <a:pt x="281" y="52669"/>
                  </a:cubicBezTo>
                  <a:cubicBezTo>
                    <a:pt x="0" y="52949"/>
                    <a:pt x="0" y="53423"/>
                    <a:pt x="281" y="53704"/>
                  </a:cubicBezTo>
                  <a:cubicBezTo>
                    <a:pt x="429" y="53851"/>
                    <a:pt x="618" y="53925"/>
                    <a:pt x="806" y="53925"/>
                  </a:cubicBezTo>
                  <a:cubicBezTo>
                    <a:pt x="995" y="53925"/>
                    <a:pt x="1183" y="53851"/>
                    <a:pt x="1331" y="53704"/>
                  </a:cubicBezTo>
                  <a:cubicBezTo>
                    <a:pt x="1597" y="53437"/>
                    <a:pt x="1612" y="52994"/>
                    <a:pt x="1361" y="52713"/>
                  </a:cubicBezTo>
                  <a:lnTo>
                    <a:pt x="7807" y="46266"/>
                  </a:lnTo>
                  <a:lnTo>
                    <a:pt x="13204" y="46266"/>
                  </a:lnTo>
                  <a:lnTo>
                    <a:pt x="21115" y="38356"/>
                  </a:lnTo>
                  <a:lnTo>
                    <a:pt x="21115" y="32752"/>
                  </a:lnTo>
                  <a:lnTo>
                    <a:pt x="25994" y="27872"/>
                  </a:lnTo>
                  <a:lnTo>
                    <a:pt x="29721" y="27872"/>
                  </a:lnTo>
                  <a:lnTo>
                    <a:pt x="27355" y="30238"/>
                  </a:lnTo>
                  <a:lnTo>
                    <a:pt x="25891" y="30238"/>
                  </a:lnTo>
                  <a:lnTo>
                    <a:pt x="23333" y="32781"/>
                  </a:lnTo>
                  <a:lnTo>
                    <a:pt x="23333" y="38119"/>
                  </a:lnTo>
                  <a:lnTo>
                    <a:pt x="18601" y="42851"/>
                  </a:lnTo>
                  <a:lnTo>
                    <a:pt x="15674" y="45837"/>
                  </a:lnTo>
                  <a:lnTo>
                    <a:pt x="15644" y="45867"/>
                  </a:lnTo>
                  <a:lnTo>
                    <a:pt x="15644" y="48661"/>
                  </a:lnTo>
                  <a:lnTo>
                    <a:pt x="12864" y="51441"/>
                  </a:lnTo>
                  <a:lnTo>
                    <a:pt x="8029" y="51441"/>
                  </a:lnTo>
                  <a:lnTo>
                    <a:pt x="4022" y="55448"/>
                  </a:lnTo>
                  <a:cubicBezTo>
                    <a:pt x="3883" y="55330"/>
                    <a:pt x="3713" y="55270"/>
                    <a:pt x="3544" y="55270"/>
                  </a:cubicBezTo>
                  <a:cubicBezTo>
                    <a:pt x="3354" y="55270"/>
                    <a:pt x="3165" y="55344"/>
                    <a:pt x="3017" y="55493"/>
                  </a:cubicBezTo>
                  <a:cubicBezTo>
                    <a:pt x="2736" y="55774"/>
                    <a:pt x="2736" y="56247"/>
                    <a:pt x="3017" y="56528"/>
                  </a:cubicBezTo>
                  <a:cubicBezTo>
                    <a:pt x="3165" y="56676"/>
                    <a:pt x="3357" y="56750"/>
                    <a:pt x="3547" y="56750"/>
                  </a:cubicBezTo>
                  <a:cubicBezTo>
                    <a:pt x="3738" y="56750"/>
                    <a:pt x="3926" y="56676"/>
                    <a:pt x="4067" y="56528"/>
                  </a:cubicBezTo>
                  <a:cubicBezTo>
                    <a:pt x="4318" y="56276"/>
                    <a:pt x="4347" y="55892"/>
                    <a:pt x="4170" y="55611"/>
                  </a:cubicBezTo>
                  <a:lnTo>
                    <a:pt x="8118" y="51663"/>
                  </a:lnTo>
                  <a:lnTo>
                    <a:pt x="12953" y="51663"/>
                  </a:lnTo>
                  <a:lnTo>
                    <a:pt x="15866" y="48750"/>
                  </a:lnTo>
                  <a:lnTo>
                    <a:pt x="15866" y="45956"/>
                  </a:lnTo>
                  <a:lnTo>
                    <a:pt x="18749" y="43013"/>
                  </a:lnTo>
                  <a:lnTo>
                    <a:pt x="23555" y="38208"/>
                  </a:lnTo>
                  <a:lnTo>
                    <a:pt x="23555" y="32870"/>
                  </a:lnTo>
                  <a:lnTo>
                    <a:pt x="25980" y="30460"/>
                  </a:lnTo>
                  <a:lnTo>
                    <a:pt x="27133" y="30460"/>
                  </a:lnTo>
                  <a:lnTo>
                    <a:pt x="25492" y="32086"/>
                  </a:lnTo>
                  <a:lnTo>
                    <a:pt x="25492" y="35620"/>
                  </a:lnTo>
                  <a:cubicBezTo>
                    <a:pt x="25285" y="35753"/>
                    <a:pt x="25152" y="35990"/>
                    <a:pt x="25152" y="36256"/>
                  </a:cubicBezTo>
                  <a:cubicBezTo>
                    <a:pt x="25166" y="36507"/>
                    <a:pt x="25299" y="36729"/>
                    <a:pt x="25492" y="36847"/>
                  </a:cubicBezTo>
                  <a:lnTo>
                    <a:pt x="25492" y="38503"/>
                  </a:lnTo>
                  <a:cubicBezTo>
                    <a:pt x="25388" y="38548"/>
                    <a:pt x="25285" y="38607"/>
                    <a:pt x="25211" y="38681"/>
                  </a:cubicBezTo>
                  <a:cubicBezTo>
                    <a:pt x="25122" y="38770"/>
                    <a:pt x="25063" y="38858"/>
                    <a:pt x="25033" y="38962"/>
                  </a:cubicBezTo>
                  <a:lnTo>
                    <a:pt x="18128" y="45867"/>
                  </a:lnTo>
                  <a:lnTo>
                    <a:pt x="18128" y="51131"/>
                  </a:lnTo>
                  <a:lnTo>
                    <a:pt x="13042" y="56217"/>
                  </a:lnTo>
                  <a:lnTo>
                    <a:pt x="8739" y="56217"/>
                  </a:lnTo>
                  <a:cubicBezTo>
                    <a:pt x="8709" y="56069"/>
                    <a:pt x="8650" y="55922"/>
                    <a:pt x="8532" y="55803"/>
                  </a:cubicBezTo>
                  <a:cubicBezTo>
                    <a:pt x="8384" y="55663"/>
                    <a:pt x="8196" y="55593"/>
                    <a:pt x="8007" y="55593"/>
                  </a:cubicBezTo>
                  <a:cubicBezTo>
                    <a:pt x="7819" y="55593"/>
                    <a:pt x="7630" y="55663"/>
                    <a:pt x="7482" y="55803"/>
                  </a:cubicBezTo>
                  <a:cubicBezTo>
                    <a:pt x="7201" y="56099"/>
                    <a:pt x="7201" y="56572"/>
                    <a:pt x="7482" y="56853"/>
                  </a:cubicBezTo>
                  <a:cubicBezTo>
                    <a:pt x="7630" y="57001"/>
                    <a:pt x="7819" y="57075"/>
                    <a:pt x="8007" y="57075"/>
                  </a:cubicBezTo>
                  <a:cubicBezTo>
                    <a:pt x="8196" y="57075"/>
                    <a:pt x="8384" y="57001"/>
                    <a:pt x="8532" y="56853"/>
                  </a:cubicBezTo>
                  <a:cubicBezTo>
                    <a:pt x="8650" y="56735"/>
                    <a:pt x="8709" y="56587"/>
                    <a:pt x="8739" y="56439"/>
                  </a:cubicBezTo>
                  <a:lnTo>
                    <a:pt x="13145" y="56439"/>
                  </a:lnTo>
                  <a:lnTo>
                    <a:pt x="18350" y="51234"/>
                  </a:lnTo>
                  <a:lnTo>
                    <a:pt x="18350" y="45956"/>
                  </a:lnTo>
                  <a:lnTo>
                    <a:pt x="25004" y="39302"/>
                  </a:lnTo>
                  <a:cubicBezTo>
                    <a:pt x="25019" y="39464"/>
                    <a:pt x="25092" y="39612"/>
                    <a:pt x="25211" y="39731"/>
                  </a:cubicBezTo>
                  <a:cubicBezTo>
                    <a:pt x="25351" y="39871"/>
                    <a:pt x="25540" y="39941"/>
                    <a:pt x="25728" y="39941"/>
                  </a:cubicBezTo>
                  <a:cubicBezTo>
                    <a:pt x="25917" y="39941"/>
                    <a:pt x="26105" y="39871"/>
                    <a:pt x="26246" y="39731"/>
                  </a:cubicBezTo>
                  <a:cubicBezTo>
                    <a:pt x="26542" y="39435"/>
                    <a:pt x="26542" y="38977"/>
                    <a:pt x="26246" y="38681"/>
                  </a:cubicBezTo>
                  <a:cubicBezTo>
                    <a:pt x="26128" y="38563"/>
                    <a:pt x="25980" y="38503"/>
                    <a:pt x="25832" y="38474"/>
                  </a:cubicBezTo>
                  <a:lnTo>
                    <a:pt x="25950" y="38356"/>
                  </a:lnTo>
                  <a:lnTo>
                    <a:pt x="27059" y="38356"/>
                  </a:lnTo>
                  <a:cubicBezTo>
                    <a:pt x="27044" y="38548"/>
                    <a:pt x="27118" y="38740"/>
                    <a:pt x="27266" y="38888"/>
                  </a:cubicBezTo>
                  <a:cubicBezTo>
                    <a:pt x="27414" y="39036"/>
                    <a:pt x="27602" y="39110"/>
                    <a:pt x="27791" y="39110"/>
                  </a:cubicBezTo>
                  <a:cubicBezTo>
                    <a:pt x="27979" y="39110"/>
                    <a:pt x="28168" y="39036"/>
                    <a:pt x="28316" y="38888"/>
                  </a:cubicBezTo>
                  <a:cubicBezTo>
                    <a:pt x="28464" y="38740"/>
                    <a:pt x="28523" y="38548"/>
                    <a:pt x="28523" y="38356"/>
                  </a:cubicBezTo>
                  <a:lnTo>
                    <a:pt x="30194" y="38356"/>
                  </a:lnTo>
                  <a:lnTo>
                    <a:pt x="28419" y="40130"/>
                  </a:lnTo>
                  <a:lnTo>
                    <a:pt x="26261" y="40130"/>
                  </a:lnTo>
                  <a:lnTo>
                    <a:pt x="19829" y="46562"/>
                  </a:lnTo>
                  <a:lnTo>
                    <a:pt x="19829" y="49652"/>
                  </a:lnTo>
                  <a:cubicBezTo>
                    <a:pt x="19710" y="49682"/>
                    <a:pt x="19607" y="49741"/>
                    <a:pt x="19518" y="49830"/>
                  </a:cubicBezTo>
                  <a:cubicBezTo>
                    <a:pt x="19222" y="50125"/>
                    <a:pt x="19222" y="50598"/>
                    <a:pt x="19518" y="50879"/>
                  </a:cubicBezTo>
                  <a:cubicBezTo>
                    <a:pt x="19659" y="51027"/>
                    <a:pt x="19847" y="51101"/>
                    <a:pt x="20036" y="51101"/>
                  </a:cubicBezTo>
                  <a:cubicBezTo>
                    <a:pt x="20224" y="51101"/>
                    <a:pt x="20413" y="51027"/>
                    <a:pt x="20553" y="50879"/>
                  </a:cubicBezTo>
                  <a:cubicBezTo>
                    <a:pt x="20849" y="50598"/>
                    <a:pt x="20849" y="50125"/>
                    <a:pt x="20553" y="49830"/>
                  </a:cubicBezTo>
                  <a:cubicBezTo>
                    <a:pt x="20420" y="49697"/>
                    <a:pt x="20228" y="49623"/>
                    <a:pt x="20050" y="49623"/>
                  </a:cubicBezTo>
                  <a:lnTo>
                    <a:pt x="20050" y="46651"/>
                  </a:lnTo>
                  <a:lnTo>
                    <a:pt x="26349" y="40352"/>
                  </a:lnTo>
                  <a:lnTo>
                    <a:pt x="28198" y="40352"/>
                  </a:lnTo>
                  <a:lnTo>
                    <a:pt x="27680" y="40869"/>
                  </a:lnTo>
                  <a:cubicBezTo>
                    <a:pt x="27568" y="40804"/>
                    <a:pt x="27444" y="40772"/>
                    <a:pt x="27320" y="40772"/>
                  </a:cubicBezTo>
                  <a:cubicBezTo>
                    <a:pt x="27133" y="40772"/>
                    <a:pt x="26944" y="40845"/>
                    <a:pt x="26793" y="40987"/>
                  </a:cubicBezTo>
                  <a:cubicBezTo>
                    <a:pt x="26512" y="41283"/>
                    <a:pt x="26512" y="41742"/>
                    <a:pt x="26793" y="42037"/>
                  </a:cubicBezTo>
                  <a:cubicBezTo>
                    <a:pt x="26941" y="42178"/>
                    <a:pt x="27129" y="42248"/>
                    <a:pt x="27318" y="42248"/>
                  </a:cubicBezTo>
                  <a:cubicBezTo>
                    <a:pt x="27506" y="42248"/>
                    <a:pt x="27695" y="42178"/>
                    <a:pt x="27843" y="42037"/>
                  </a:cubicBezTo>
                  <a:cubicBezTo>
                    <a:pt x="28124" y="41756"/>
                    <a:pt x="28124" y="41298"/>
                    <a:pt x="27857" y="41002"/>
                  </a:cubicBezTo>
                  <a:lnTo>
                    <a:pt x="28508" y="40352"/>
                  </a:lnTo>
                  <a:lnTo>
                    <a:pt x="30046" y="40352"/>
                  </a:lnTo>
                  <a:lnTo>
                    <a:pt x="30046" y="43265"/>
                  </a:lnTo>
                  <a:cubicBezTo>
                    <a:pt x="29883" y="43265"/>
                    <a:pt x="29706" y="43338"/>
                    <a:pt x="29573" y="43472"/>
                  </a:cubicBezTo>
                  <a:cubicBezTo>
                    <a:pt x="29395" y="43649"/>
                    <a:pt x="29321" y="43900"/>
                    <a:pt x="29366" y="44122"/>
                  </a:cubicBezTo>
                  <a:lnTo>
                    <a:pt x="23836" y="49652"/>
                  </a:lnTo>
                  <a:cubicBezTo>
                    <a:pt x="23711" y="49560"/>
                    <a:pt x="23563" y="49515"/>
                    <a:pt x="23414" y="49515"/>
                  </a:cubicBezTo>
                  <a:cubicBezTo>
                    <a:pt x="23227" y="49515"/>
                    <a:pt x="23037" y="49586"/>
                    <a:pt x="22889" y="49726"/>
                  </a:cubicBezTo>
                  <a:cubicBezTo>
                    <a:pt x="22608" y="50022"/>
                    <a:pt x="22608" y="50480"/>
                    <a:pt x="22889" y="50776"/>
                  </a:cubicBezTo>
                  <a:cubicBezTo>
                    <a:pt x="23037" y="50916"/>
                    <a:pt x="23229" y="50987"/>
                    <a:pt x="23420" y="50987"/>
                  </a:cubicBezTo>
                  <a:cubicBezTo>
                    <a:pt x="23610" y="50987"/>
                    <a:pt x="23799" y="50916"/>
                    <a:pt x="23939" y="50776"/>
                  </a:cubicBezTo>
                  <a:cubicBezTo>
                    <a:pt x="24205" y="50510"/>
                    <a:pt x="24220" y="50096"/>
                    <a:pt x="23998" y="49800"/>
                  </a:cubicBezTo>
                  <a:lnTo>
                    <a:pt x="29454" y="44359"/>
                  </a:lnTo>
                  <a:cubicBezTo>
                    <a:pt x="29484" y="44418"/>
                    <a:pt x="29514" y="44462"/>
                    <a:pt x="29573" y="44521"/>
                  </a:cubicBezTo>
                  <a:cubicBezTo>
                    <a:pt x="29713" y="44662"/>
                    <a:pt x="29902" y="44732"/>
                    <a:pt x="30090" y="44732"/>
                  </a:cubicBezTo>
                  <a:cubicBezTo>
                    <a:pt x="30279" y="44732"/>
                    <a:pt x="30467" y="44662"/>
                    <a:pt x="30608" y="44521"/>
                  </a:cubicBezTo>
                  <a:cubicBezTo>
                    <a:pt x="30874" y="44255"/>
                    <a:pt x="30889" y="43826"/>
                    <a:pt x="30667" y="43531"/>
                  </a:cubicBezTo>
                  <a:lnTo>
                    <a:pt x="38193" y="36005"/>
                  </a:lnTo>
                  <a:lnTo>
                    <a:pt x="43413" y="36005"/>
                  </a:lnTo>
                  <a:lnTo>
                    <a:pt x="48617" y="30785"/>
                  </a:lnTo>
                  <a:lnTo>
                    <a:pt x="48617" y="28878"/>
                  </a:lnTo>
                  <a:cubicBezTo>
                    <a:pt x="48750" y="28848"/>
                    <a:pt x="48854" y="28789"/>
                    <a:pt x="48957" y="28685"/>
                  </a:cubicBezTo>
                  <a:cubicBezTo>
                    <a:pt x="49238" y="28404"/>
                    <a:pt x="49238" y="27931"/>
                    <a:pt x="48957" y="27650"/>
                  </a:cubicBezTo>
                  <a:cubicBezTo>
                    <a:pt x="48810" y="27502"/>
                    <a:pt x="48621" y="27429"/>
                    <a:pt x="48432" y="27429"/>
                  </a:cubicBezTo>
                  <a:cubicBezTo>
                    <a:pt x="48244" y="27429"/>
                    <a:pt x="48055" y="27502"/>
                    <a:pt x="47908" y="27650"/>
                  </a:cubicBezTo>
                  <a:cubicBezTo>
                    <a:pt x="47627" y="27931"/>
                    <a:pt x="47627" y="28404"/>
                    <a:pt x="47908" y="28685"/>
                  </a:cubicBezTo>
                  <a:cubicBezTo>
                    <a:pt x="48041" y="28818"/>
                    <a:pt x="48218" y="28892"/>
                    <a:pt x="48396" y="28907"/>
                  </a:cubicBezTo>
                  <a:lnTo>
                    <a:pt x="48396" y="30696"/>
                  </a:lnTo>
                  <a:lnTo>
                    <a:pt x="43324" y="35783"/>
                  </a:lnTo>
                  <a:lnTo>
                    <a:pt x="38104" y="35783"/>
                  </a:lnTo>
                  <a:lnTo>
                    <a:pt x="30504" y="43383"/>
                  </a:lnTo>
                  <a:cubicBezTo>
                    <a:pt x="30430" y="43338"/>
                    <a:pt x="30356" y="43309"/>
                    <a:pt x="30268" y="43279"/>
                  </a:cubicBezTo>
                  <a:lnTo>
                    <a:pt x="30268" y="40130"/>
                  </a:lnTo>
                  <a:lnTo>
                    <a:pt x="28730" y="40130"/>
                  </a:lnTo>
                  <a:lnTo>
                    <a:pt x="30504" y="38356"/>
                  </a:lnTo>
                  <a:lnTo>
                    <a:pt x="31184" y="38356"/>
                  </a:lnTo>
                  <a:lnTo>
                    <a:pt x="34896" y="34644"/>
                  </a:lnTo>
                  <a:cubicBezTo>
                    <a:pt x="34984" y="34674"/>
                    <a:pt x="35073" y="34689"/>
                    <a:pt x="35162" y="34689"/>
                  </a:cubicBezTo>
                  <a:cubicBezTo>
                    <a:pt x="35369" y="34689"/>
                    <a:pt x="35546" y="34600"/>
                    <a:pt x="35679" y="34452"/>
                  </a:cubicBezTo>
                  <a:cubicBezTo>
                    <a:pt x="35812" y="34304"/>
                    <a:pt x="35886" y="34127"/>
                    <a:pt x="35872" y="33920"/>
                  </a:cubicBezTo>
                  <a:cubicBezTo>
                    <a:pt x="35872" y="33846"/>
                    <a:pt x="35857" y="33787"/>
                    <a:pt x="35842" y="33713"/>
                  </a:cubicBezTo>
                  <a:lnTo>
                    <a:pt x="35842" y="33713"/>
                  </a:lnTo>
                  <a:cubicBezTo>
                    <a:pt x="35961" y="33792"/>
                    <a:pt x="36105" y="33848"/>
                    <a:pt x="36250" y="33848"/>
                  </a:cubicBezTo>
                  <a:cubicBezTo>
                    <a:pt x="36267" y="33848"/>
                    <a:pt x="36284" y="33847"/>
                    <a:pt x="36300" y="33846"/>
                  </a:cubicBezTo>
                  <a:cubicBezTo>
                    <a:pt x="36507" y="33846"/>
                    <a:pt x="36685" y="33757"/>
                    <a:pt x="36818" y="33609"/>
                  </a:cubicBezTo>
                  <a:cubicBezTo>
                    <a:pt x="36951" y="33476"/>
                    <a:pt x="37025" y="33284"/>
                    <a:pt x="37010" y="33092"/>
                  </a:cubicBezTo>
                  <a:cubicBezTo>
                    <a:pt x="37010" y="32899"/>
                    <a:pt x="36936" y="32722"/>
                    <a:pt x="36803" y="32589"/>
                  </a:cubicBezTo>
                  <a:cubicBezTo>
                    <a:pt x="36788" y="32589"/>
                    <a:pt x="36788" y="32574"/>
                    <a:pt x="36774" y="32574"/>
                  </a:cubicBezTo>
                  <a:cubicBezTo>
                    <a:pt x="36759" y="32559"/>
                    <a:pt x="36744" y="32545"/>
                    <a:pt x="36714" y="32530"/>
                  </a:cubicBezTo>
                  <a:lnTo>
                    <a:pt x="37838" y="31406"/>
                  </a:lnTo>
                  <a:cubicBezTo>
                    <a:pt x="37986" y="31495"/>
                    <a:pt x="38134" y="31554"/>
                    <a:pt x="38311" y="31554"/>
                  </a:cubicBezTo>
                  <a:cubicBezTo>
                    <a:pt x="38504" y="31539"/>
                    <a:pt x="38696" y="31450"/>
                    <a:pt x="38829" y="31317"/>
                  </a:cubicBezTo>
                  <a:cubicBezTo>
                    <a:pt x="38932" y="31199"/>
                    <a:pt x="38992" y="31066"/>
                    <a:pt x="39006" y="30918"/>
                  </a:cubicBezTo>
                  <a:lnTo>
                    <a:pt x="45143" y="30918"/>
                  </a:lnTo>
                  <a:cubicBezTo>
                    <a:pt x="45215" y="31264"/>
                    <a:pt x="45511" y="31525"/>
                    <a:pt x="45867" y="31525"/>
                  </a:cubicBezTo>
                  <a:cubicBezTo>
                    <a:pt x="45877" y="31525"/>
                    <a:pt x="45887" y="31525"/>
                    <a:pt x="45897" y="31524"/>
                  </a:cubicBezTo>
                  <a:cubicBezTo>
                    <a:pt x="46311" y="31510"/>
                    <a:pt x="46621" y="31169"/>
                    <a:pt x="46606" y="30755"/>
                  </a:cubicBezTo>
                  <a:cubicBezTo>
                    <a:pt x="46606" y="30563"/>
                    <a:pt x="46518" y="30386"/>
                    <a:pt x="46399" y="30267"/>
                  </a:cubicBezTo>
                  <a:cubicBezTo>
                    <a:pt x="46252" y="30120"/>
                    <a:pt x="46059" y="30046"/>
                    <a:pt x="45838" y="30046"/>
                  </a:cubicBezTo>
                  <a:cubicBezTo>
                    <a:pt x="45483" y="30060"/>
                    <a:pt x="45187" y="30341"/>
                    <a:pt x="45143" y="30696"/>
                  </a:cubicBezTo>
                  <a:lnTo>
                    <a:pt x="39006" y="30696"/>
                  </a:lnTo>
                  <a:cubicBezTo>
                    <a:pt x="38977" y="30548"/>
                    <a:pt x="38918" y="30401"/>
                    <a:pt x="38799" y="30282"/>
                  </a:cubicBezTo>
                  <a:cubicBezTo>
                    <a:pt x="38799" y="30282"/>
                    <a:pt x="38784" y="30282"/>
                    <a:pt x="38784" y="30267"/>
                  </a:cubicBezTo>
                  <a:cubicBezTo>
                    <a:pt x="38666" y="30164"/>
                    <a:pt x="38533" y="30105"/>
                    <a:pt x="38370" y="30075"/>
                  </a:cubicBezTo>
                  <a:lnTo>
                    <a:pt x="39021" y="29439"/>
                  </a:lnTo>
                  <a:cubicBezTo>
                    <a:pt x="39124" y="29504"/>
                    <a:pt x="39250" y="29546"/>
                    <a:pt x="39378" y="29546"/>
                  </a:cubicBezTo>
                  <a:cubicBezTo>
                    <a:pt x="39397" y="29546"/>
                    <a:pt x="39416" y="29545"/>
                    <a:pt x="39435" y="29543"/>
                  </a:cubicBezTo>
                  <a:cubicBezTo>
                    <a:pt x="39627" y="29543"/>
                    <a:pt x="39805" y="29454"/>
                    <a:pt x="39938" y="29306"/>
                  </a:cubicBezTo>
                  <a:cubicBezTo>
                    <a:pt x="40071" y="29173"/>
                    <a:pt x="40145" y="28981"/>
                    <a:pt x="40145" y="28789"/>
                  </a:cubicBezTo>
                  <a:cubicBezTo>
                    <a:pt x="40130" y="28597"/>
                    <a:pt x="40056" y="28434"/>
                    <a:pt x="39938" y="28316"/>
                  </a:cubicBezTo>
                  <a:lnTo>
                    <a:pt x="43427" y="28153"/>
                  </a:lnTo>
                  <a:lnTo>
                    <a:pt x="43472" y="28153"/>
                  </a:lnTo>
                  <a:lnTo>
                    <a:pt x="45364" y="26260"/>
                  </a:lnTo>
                  <a:cubicBezTo>
                    <a:pt x="45489" y="26352"/>
                    <a:pt x="45640" y="26398"/>
                    <a:pt x="45791" y="26398"/>
                  </a:cubicBezTo>
                  <a:cubicBezTo>
                    <a:pt x="45981" y="26398"/>
                    <a:pt x="46171" y="26326"/>
                    <a:pt x="46311" y="26186"/>
                  </a:cubicBezTo>
                  <a:cubicBezTo>
                    <a:pt x="46592" y="25906"/>
                    <a:pt x="46592" y="25432"/>
                    <a:pt x="46311" y="25137"/>
                  </a:cubicBezTo>
                  <a:cubicBezTo>
                    <a:pt x="46163" y="24996"/>
                    <a:pt x="45974" y="24926"/>
                    <a:pt x="45786" y="24926"/>
                  </a:cubicBezTo>
                  <a:cubicBezTo>
                    <a:pt x="45597" y="24926"/>
                    <a:pt x="45409" y="24996"/>
                    <a:pt x="45261" y="25137"/>
                  </a:cubicBezTo>
                  <a:cubicBezTo>
                    <a:pt x="44995" y="25403"/>
                    <a:pt x="44980" y="25817"/>
                    <a:pt x="45202" y="26113"/>
                  </a:cubicBezTo>
                  <a:lnTo>
                    <a:pt x="43383" y="27946"/>
                  </a:lnTo>
                  <a:lnTo>
                    <a:pt x="39598" y="28109"/>
                  </a:lnTo>
                  <a:cubicBezTo>
                    <a:pt x="39544" y="28087"/>
                    <a:pt x="39489" y="28073"/>
                    <a:pt x="39435" y="28073"/>
                  </a:cubicBezTo>
                  <a:cubicBezTo>
                    <a:pt x="39416" y="28073"/>
                    <a:pt x="39396" y="28075"/>
                    <a:pt x="39376" y="28079"/>
                  </a:cubicBezTo>
                  <a:cubicBezTo>
                    <a:pt x="39287" y="28079"/>
                    <a:pt x="39213" y="28094"/>
                    <a:pt x="39139" y="28123"/>
                  </a:cubicBezTo>
                  <a:lnTo>
                    <a:pt x="37749" y="28183"/>
                  </a:lnTo>
                  <a:lnTo>
                    <a:pt x="37705" y="28183"/>
                  </a:lnTo>
                  <a:lnTo>
                    <a:pt x="37602" y="28286"/>
                  </a:lnTo>
                  <a:cubicBezTo>
                    <a:pt x="37498" y="28242"/>
                    <a:pt x="37395" y="28212"/>
                    <a:pt x="37276" y="28212"/>
                  </a:cubicBezTo>
                  <a:cubicBezTo>
                    <a:pt x="37069" y="28227"/>
                    <a:pt x="36892" y="28301"/>
                    <a:pt x="36759" y="28449"/>
                  </a:cubicBezTo>
                  <a:cubicBezTo>
                    <a:pt x="36626" y="28597"/>
                    <a:pt x="36552" y="28789"/>
                    <a:pt x="36567" y="28981"/>
                  </a:cubicBezTo>
                  <a:cubicBezTo>
                    <a:pt x="36567" y="29085"/>
                    <a:pt x="36581" y="29173"/>
                    <a:pt x="36626" y="29262"/>
                  </a:cubicBezTo>
                  <a:lnTo>
                    <a:pt x="33964" y="31924"/>
                  </a:lnTo>
                  <a:lnTo>
                    <a:pt x="31539" y="31924"/>
                  </a:lnTo>
                  <a:lnTo>
                    <a:pt x="33003" y="30460"/>
                  </a:lnTo>
                  <a:lnTo>
                    <a:pt x="33728" y="30460"/>
                  </a:lnTo>
                  <a:lnTo>
                    <a:pt x="35842" y="28345"/>
                  </a:lnTo>
                  <a:cubicBezTo>
                    <a:pt x="35975" y="28434"/>
                    <a:pt x="36138" y="28493"/>
                    <a:pt x="36300" y="28493"/>
                  </a:cubicBezTo>
                  <a:cubicBezTo>
                    <a:pt x="36507" y="28478"/>
                    <a:pt x="36685" y="28390"/>
                    <a:pt x="36818" y="28257"/>
                  </a:cubicBezTo>
                  <a:cubicBezTo>
                    <a:pt x="36951" y="28109"/>
                    <a:pt x="37025" y="27916"/>
                    <a:pt x="37010" y="27724"/>
                  </a:cubicBezTo>
                  <a:cubicBezTo>
                    <a:pt x="37010" y="27576"/>
                    <a:pt x="36966" y="27443"/>
                    <a:pt x="36877" y="27325"/>
                  </a:cubicBezTo>
                  <a:cubicBezTo>
                    <a:pt x="36907" y="27251"/>
                    <a:pt x="36921" y="27177"/>
                    <a:pt x="36921" y="27088"/>
                  </a:cubicBezTo>
                  <a:lnTo>
                    <a:pt x="41904" y="27015"/>
                  </a:lnTo>
                  <a:lnTo>
                    <a:pt x="45778" y="23141"/>
                  </a:lnTo>
                  <a:cubicBezTo>
                    <a:pt x="45898" y="23233"/>
                    <a:pt x="46041" y="23291"/>
                    <a:pt x="46198" y="23291"/>
                  </a:cubicBezTo>
                  <a:cubicBezTo>
                    <a:pt x="46215" y="23291"/>
                    <a:pt x="46233" y="23290"/>
                    <a:pt x="46252" y="23288"/>
                  </a:cubicBezTo>
                  <a:cubicBezTo>
                    <a:pt x="46459" y="23288"/>
                    <a:pt x="46636" y="23200"/>
                    <a:pt x="46769" y="23052"/>
                  </a:cubicBezTo>
                  <a:cubicBezTo>
                    <a:pt x="46902" y="22904"/>
                    <a:pt x="46976" y="22727"/>
                    <a:pt x="46961" y="22519"/>
                  </a:cubicBezTo>
                  <a:cubicBezTo>
                    <a:pt x="46961" y="22342"/>
                    <a:pt x="46887" y="22165"/>
                    <a:pt x="46754" y="22032"/>
                  </a:cubicBezTo>
                  <a:cubicBezTo>
                    <a:pt x="46739" y="22017"/>
                    <a:pt x="46739" y="22017"/>
                    <a:pt x="46725" y="22002"/>
                  </a:cubicBezTo>
                  <a:cubicBezTo>
                    <a:pt x="46577" y="21869"/>
                    <a:pt x="46399" y="21810"/>
                    <a:pt x="46192" y="21810"/>
                  </a:cubicBezTo>
                  <a:cubicBezTo>
                    <a:pt x="45793" y="21825"/>
                    <a:pt x="45468" y="22179"/>
                    <a:pt x="45483" y="22579"/>
                  </a:cubicBezTo>
                  <a:cubicBezTo>
                    <a:pt x="45497" y="22727"/>
                    <a:pt x="45542" y="22874"/>
                    <a:pt x="45631" y="22978"/>
                  </a:cubicBezTo>
                  <a:lnTo>
                    <a:pt x="41816" y="26807"/>
                  </a:lnTo>
                  <a:lnTo>
                    <a:pt x="36907" y="26881"/>
                  </a:lnTo>
                  <a:cubicBezTo>
                    <a:pt x="36877" y="26748"/>
                    <a:pt x="36803" y="26645"/>
                    <a:pt x="36714" y="26541"/>
                  </a:cubicBezTo>
                  <a:cubicBezTo>
                    <a:pt x="36574" y="26401"/>
                    <a:pt x="36385" y="26331"/>
                    <a:pt x="36195" y="26331"/>
                  </a:cubicBezTo>
                  <a:cubicBezTo>
                    <a:pt x="36005" y="26331"/>
                    <a:pt x="35812" y="26401"/>
                    <a:pt x="35665" y="26541"/>
                  </a:cubicBezTo>
                  <a:cubicBezTo>
                    <a:pt x="35413" y="26807"/>
                    <a:pt x="35384" y="27192"/>
                    <a:pt x="35591" y="27488"/>
                  </a:cubicBezTo>
                  <a:cubicBezTo>
                    <a:pt x="35576" y="27517"/>
                    <a:pt x="35561" y="27562"/>
                    <a:pt x="35561" y="27591"/>
                  </a:cubicBezTo>
                  <a:lnTo>
                    <a:pt x="32914" y="30238"/>
                  </a:lnTo>
                  <a:lnTo>
                    <a:pt x="30889" y="30238"/>
                  </a:lnTo>
                  <a:lnTo>
                    <a:pt x="33254" y="27872"/>
                  </a:lnTo>
                  <a:lnTo>
                    <a:pt x="33920" y="27872"/>
                  </a:lnTo>
                  <a:lnTo>
                    <a:pt x="35576" y="26201"/>
                  </a:lnTo>
                  <a:cubicBezTo>
                    <a:pt x="35694" y="26290"/>
                    <a:pt x="35857" y="26334"/>
                    <a:pt x="36019" y="26334"/>
                  </a:cubicBezTo>
                  <a:cubicBezTo>
                    <a:pt x="36389" y="26320"/>
                    <a:pt x="36670" y="26039"/>
                    <a:pt x="36714" y="25684"/>
                  </a:cubicBezTo>
                  <a:lnTo>
                    <a:pt x="40677" y="25684"/>
                  </a:lnTo>
                  <a:lnTo>
                    <a:pt x="46000" y="20361"/>
                  </a:lnTo>
                  <a:lnTo>
                    <a:pt x="46000" y="9641"/>
                  </a:lnTo>
                  <a:lnTo>
                    <a:pt x="48410" y="7231"/>
                  </a:lnTo>
                  <a:cubicBezTo>
                    <a:pt x="48542" y="7322"/>
                    <a:pt x="48693" y="7368"/>
                    <a:pt x="48844" y="7368"/>
                  </a:cubicBezTo>
                  <a:cubicBezTo>
                    <a:pt x="49034" y="7368"/>
                    <a:pt x="49223" y="7296"/>
                    <a:pt x="49371" y="7157"/>
                  </a:cubicBezTo>
                  <a:cubicBezTo>
                    <a:pt x="49652" y="6861"/>
                    <a:pt x="49652" y="6403"/>
                    <a:pt x="49371" y="6107"/>
                  </a:cubicBezTo>
                  <a:cubicBezTo>
                    <a:pt x="49224" y="5966"/>
                    <a:pt x="49031" y="5896"/>
                    <a:pt x="48841" y="5896"/>
                  </a:cubicBezTo>
                  <a:cubicBezTo>
                    <a:pt x="48651" y="5896"/>
                    <a:pt x="48462" y="5966"/>
                    <a:pt x="48322" y="6107"/>
                  </a:cubicBezTo>
                  <a:cubicBezTo>
                    <a:pt x="48055" y="6373"/>
                    <a:pt x="48041" y="6787"/>
                    <a:pt x="48262" y="7068"/>
                  </a:cubicBezTo>
                  <a:lnTo>
                    <a:pt x="45778" y="9552"/>
                  </a:lnTo>
                  <a:lnTo>
                    <a:pt x="45778" y="20272"/>
                  </a:lnTo>
                  <a:lnTo>
                    <a:pt x="40588" y="25462"/>
                  </a:lnTo>
                  <a:lnTo>
                    <a:pt x="36714" y="25462"/>
                  </a:lnTo>
                  <a:cubicBezTo>
                    <a:pt x="36685" y="25314"/>
                    <a:pt x="36611" y="25181"/>
                    <a:pt x="36507" y="25078"/>
                  </a:cubicBezTo>
                  <a:cubicBezTo>
                    <a:pt x="36360" y="24930"/>
                    <a:pt x="36167" y="24856"/>
                    <a:pt x="35960" y="24856"/>
                  </a:cubicBezTo>
                  <a:cubicBezTo>
                    <a:pt x="35576" y="24871"/>
                    <a:pt x="35265" y="25181"/>
                    <a:pt x="35251" y="25551"/>
                  </a:cubicBezTo>
                  <a:lnTo>
                    <a:pt x="33166" y="27650"/>
                  </a:lnTo>
                  <a:lnTo>
                    <a:pt x="30253" y="27650"/>
                  </a:lnTo>
                  <a:lnTo>
                    <a:pt x="34245" y="23643"/>
                  </a:lnTo>
                  <a:lnTo>
                    <a:pt x="39317" y="23643"/>
                  </a:lnTo>
                  <a:lnTo>
                    <a:pt x="43442" y="19518"/>
                  </a:lnTo>
                  <a:lnTo>
                    <a:pt x="43442" y="8635"/>
                  </a:lnTo>
                  <a:lnTo>
                    <a:pt x="47893" y="4170"/>
                  </a:lnTo>
                  <a:lnTo>
                    <a:pt x="56809" y="4170"/>
                  </a:lnTo>
                  <a:lnTo>
                    <a:pt x="59648" y="1331"/>
                  </a:lnTo>
                  <a:cubicBezTo>
                    <a:pt x="59781" y="1424"/>
                    <a:pt x="59925" y="1481"/>
                    <a:pt x="60082" y="1481"/>
                  </a:cubicBezTo>
                  <a:cubicBezTo>
                    <a:pt x="60100" y="1481"/>
                    <a:pt x="60118" y="1480"/>
                    <a:pt x="60136" y="1479"/>
                  </a:cubicBezTo>
                  <a:cubicBezTo>
                    <a:pt x="60328" y="1479"/>
                    <a:pt x="60505" y="1390"/>
                    <a:pt x="60638" y="1242"/>
                  </a:cubicBezTo>
                  <a:cubicBezTo>
                    <a:pt x="60772" y="1109"/>
                    <a:pt x="60846" y="917"/>
                    <a:pt x="60846" y="725"/>
                  </a:cubicBezTo>
                  <a:cubicBezTo>
                    <a:pt x="60831" y="532"/>
                    <a:pt x="60757" y="355"/>
                    <a:pt x="60624" y="222"/>
                  </a:cubicBezTo>
                  <a:cubicBezTo>
                    <a:pt x="60624" y="222"/>
                    <a:pt x="60609" y="207"/>
                    <a:pt x="60609" y="207"/>
                  </a:cubicBezTo>
                  <a:cubicBezTo>
                    <a:pt x="60461" y="74"/>
                    <a:pt x="60284" y="0"/>
                    <a:pt x="60106"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2"/>
            <p:cNvSpPr/>
            <p:nvPr/>
          </p:nvSpPr>
          <p:spPr>
            <a:xfrm>
              <a:off x="5750800" y="3714657"/>
              <a:ext cx="1260885" cy="1109280"/>
            </a:xfrm>
            <a:custGeom>
              <a:avLst/>
              <a:gdLst/>
              <a:ahLst/>
              <a:cxnLst/>
              <a:rect l="l" t="t" r="r" b="b"/>
              <a:pathLst>
                <a:path w="32960" h="28997" extrusionOk="0">
                  <a:moveTo>
                    <a:pt x="32175" y="0"/>
                  </a:moveTo>
                  <a:cubicBezTo>
                    <a:pt x="31983" y="15"/>
                    <a:pt x="31806" y="89"/>
                    <a:pt x="31673" y="237"/>
                  </a:cubicBezTo>
                  <a:cubicBezTo>
                    <a:pt x="31525" y="385"/>
                    <a:pt x="31466" y="577"/>
                    <a:pt x="31466" y="769"/>
                  </a:cubicBezTo>
                  <a:cubicBezTo>
                    <a:pt x="31480" y="932"/>
                    <a:pt x="31540" y="1094"/>
                    <a:pt x="31658" y="1228"/>
                  </a:cubicBezTo>
                  <a:lnTo>
                    <a:pt x="28701" y="4185"/>
                  </a:lnTo>
                  <a:cubicBezTo>
                    <a:pt x="28553" y="4052"/>
                    <a:pt x="28375" y="3993"/>
                    <a:pt x="28183" y="3993"/>
                  </a:cubicBezTo>
                  <a:cubicBezTo>
                    <a:pt x="27991" y="4007"/>
                    <a:pt x="27799" y="4081"/>
                    <a:pt x="27666" y="4229"/>
                  </a:cubicBezTo>
                  <a:cubicBezTo>
                    <a:pt x="27533" y="4377"/>
                    <a:pt x="27459" y="4569"/>
                    <a:pt x="27473" y="4761"/>
                  </a:cubicBezTo>
                  <a:cubicBezTo>
                    <a:pt x="27473" y="4791"/>
                    <a:pt x="27488" y="4821"/>
                    <a:pt x="27488" y="4850"/>
                  </a:cubicBezTo>
                  <a:cubicBezTo>
                    <a:pt x="27459" y="4806"/>
                    <a:pt x="27429" y="4761"/>
                    <a:pt x="27385" y="4717"/>
                  </a:cubicBezTo>
                  <a:cubicBezTo>
                    <a:pt x="27370" y="4717"/>
                    <a:pt x="27370" y="4717"/>
                    <a:pt x="27370" y="4702"/>
                  </a:cubicBezTo>
                  <a:cubicBezTo>
                    <a:pt x="27235" y="4580"/>
                    <a:pt x="27062" y="4508"/>
                    <a:pt x="26886" y="4508"/>
                  </a:cubicBezTo>
                  <a:cubicBezTo>
                    <a:pt x="26870" y="4508"/>
                    <a:pt x="26854" y="4509"/>
                    <a:pt x="26838" y="4510"/>
                  </a:cubicBezTo>
                  <a:cubicBezTo>
                    <a:pt x="26631" y="4510"/>
                    <a:pt x="26453" y="4599"/>
                    <a:pt x="26320" y="4747"/>
                  </a:cubicBezTo>
                  <a:cubicBezTo>
                    <a:pt x="26231" y="4850"/>
                    <a:pt x="26172" y="4968"/>
                    <a:pt x="26143" y="5102"/>
                  </a:cubicBezTo>
                  <a:lnTo>
                    <a:pt x="21248" y="5102"/>
                  </a:lnTo>
                  <a:lnTo>
                    <a:pt x="20509" y="5826"/>
                  </a:lnTo>
                  <a:lnTo>
                    <a:pt x="20509" y="7615"/>
                  </a:lnTo>
                  <a:cubicBezTo>
                    <a:pt x="20361" y="7645"/>
                    <a:pt x="20243" y="7719"/>
                    <a:pt x="20139" y="7822"/>
                  </a:cubicBezTo>
                  <a:cubicBezTo>
                    <a:pt x="20006" y="7970"/>
                    <a:pt x="19932" y="8162"/>
                    <a:pt x="19932" y="8354"/>
                  </a:cubicBezTo>
                  <a:cubicBezTo>
                    <a:pt x="19947" y="8562"/>
                    <a:pt x="20036" y="8739"/>
                    <a:pt x="20169" y="8872"/>
                  </a:cubicBezTo>
                  <a:cubicBezTo>
                    <a:pt x="20304" y="8994"/>
                    <a:pt x="20477" y="9066"/>
                    <a:pt x="20653" y="9066"/>
                  </a:cubicBezTo>
                  <a:cubicBezTo>
                    <a:pt x="20669" y="9066"/>
                    <a:pt x="20685" y="9065"/>
                    <a:pt x="20701" y="9064"/>
                  </a:cubicBezTo>
                  <a:cubicBezTo>
                    <a:pt x="20894" y="9064"/>
                    <a:pt x="21086" y="8976"/>
                    <a:pt x="21219" y="8828"/>
                  </a:cubicBezTo>
                  <a:cubicBezTo>
                    <a:pt x="21352" y="8680"/>
                    <a:pt x="21426" y="8502"/>
                    <a:pt x="21411" y="8295"/>
                  </a:cubicBezTo>
                  <a:cubicBezTo>
                    <a:pt x="21411" y="8118"/>
                    <a:pt x="21337" y="7940"/>
                    <a:pt x="21204" y="7807"/>
                  </a:cubicBezTo>
                  <a:cubicBezTo>
                    <a:pt x="21189" y="7807"/>
                    <a:pt x="21189" y="7793"/>
                    <a:pt x="21175" y="7793"/>
                  </a:cubicBezTo>
                  <a:cubicBezTo>
                    <a:pt x="21056" y="7674"/>
                    <a:pt x="20894" y="7615"/>
                    <a:pt x="20731" y="7600"/>
                  </a:cubicBezTo>
                  <a:lnTo>
                    <a:pt x="20731" y="5915"/>
                  </a:lnTo>
                  <a:lnTo>
                    <a:pt x="21337" y="5323"/>
                  </a:lnTo>
                  <a:lnTo>
                    <a:pt x="26128" y="5323"/>
                  </a:lnTo>
                  <a:cubicBezTo>
                    <a:pt x="26143" y="5501"/>
                    <a:pt x="26217" y="5663"/>
                    <a:pt x="26364" y="5782"/>
                  </a:cubicBezTo>
                  <a:cubicBezTo>
                    <a:pt x="26498" y="5915"/>
                    <a:pt x="26690" y="5989"/>
                    <a:pt x="26897" y="5989"/>
                  </a:cubicBezTo>
                  <a:cubicBezTo>
                    <a:pt x="27089" y="5974"/>
                    <a:pt x="27266" y="5885"/>
                    <a:pt x="27399" y="5752"/>
                  </a:cubicBezTo>
                  <a:cubicBezTo>
                    <a:pt x="27533" y="5604"/>
                    <a:pt x="27607" y="5412"/>
                    <a:pt x="27607" y="5220"/>
                  </a:cubicBezTo>
                  <a:cubicBezTo>
                    <a:pt x="27592" y="5190"/>
                    <a:pt x="27592" y="5146"/>
                    <a:pt x="27592" y="5116"/>
                  </a:cubicBezTo>
                  <a:lnTo>
                    <a:pt x="27592" y="5116"/>
                  </a:lnTo>
                  <a:cubicBezTo>
                    <a:pt x="27621" y="5175"/>
                    <a:pt x="27666" y="5235"/>
                    <a:pt x="27710" y="5279"/>
                  </a:cubicBezTo>
                  <a:cubicBezTo>
                    <a:pt x="27845" y="5401"/>
                    <a:pt x="28018" y="5473"/>
                    <a:pt x="28194" y="5473"/>
                  </a:cubicBezTo>
                  <a:cubicBezTo>
                    <a:pt x="28210" y="5473"/>
                    <a:pt x="28226" y="5472"/>
                    <a:pt x="28242" y="5471"/>
                  </a:cubicBezTo>
                  <a:cubicBezTo>
                    <a:pt x="28316" y="5471"/>
                    <a:pt x="28390" y="5456"/>
                    <a:pt x="28449" y="5427"/>
                  </a:cubicBezTo>
                  <a:cubicBezTo>
                    <a:pt x="28464" y="5442"/>
                    <a:pt x="28479" y="5456"/>
                    <a:pt x="28494" y="5486"/>
                  </a:cubicBezTo>
                  <a:lnTo>
                    <a:pt x="23895" y="10070"/>
                  </a:lnTo>
                  <a:lnTo>
                    <a:pt x="18661" y="10070"/>
                  </a:lnTo>
                  <a:lnTo>
                    <a:pt x="10942" y="17788"/>
                  </a:lnTo>
                  <a:lnTo>
                    <a:pt x="10942" y="23067"/>
                  </a:lnTo>
                  <a:lnTo>
                    <a:pt x="5856" y="28153"/>
                  </a:lnTo>
                  <a:lnTo>
                    <a:pt x="1538" y="28153"/>
                  </a:lnTo>
                  <a:cubicBezTo>
                    <a:pt x="1524" y="27991"/>
                    <a:pt x="1450" y="27857"/>
                    <a:pt x="1331" y="27739"/>
                  </a:cubicBezTo>
                  <a:cubicBezTo>
                    <a:pt x="1191" y="27591"/>
                    <a:pt x="1002" y="27517"/>
                    <a:pt x="814" y="27517"/>
                  </a:cubicBezTo>
                  <a:cubicBezTo>
                    <a:pt x="625" y="27517"/>
                    <a:pt x="437" y="27591"/>
                    <a:pt x="296" y="27739"/>
                  </a:cubicBezTo>
                  <a:cubicBezTo>
                    <a:pt x="1" y="28020"/>
                    <a:pt x="1" y="28493"/>
                    <a:pt x="296" y="28774"/>
                  </a:cubicBezTo>
                  <a:cubicBezTo>
                    <a:pt x="437" y="28922"/>
                    <a:pt x="625" y="28996"/>
                    <a:pt x="814" y="28996"/>
                  </a:cubicBezTo>
                  <a:cubicBezTo>
                    <a:pt x="1002" y="28996"/>
                    <a:pt x="1191" y="28922"/>
                    <a:pt x="1331" y="28774"/>
                  </a:cubicBezTo>
                  <a:cubicBezTo>
                    <a:pt x="1450" y="28671"/>
                    <a:pt x="1524" y="28523"/>
                    <a:pt x="1538" y="28375"/>
                  </a:cubicBezTo>
                  <a:lnTo>
                    <a:pt x="5945" y="28375"/>
                  </a:lnTo>
                  <a:lnTo>
                    <a:pt x="11149" y="23155"/>
                  </a:lnTo>
                  <a:lnTo>
                    <a:pt x="11149" y="17892"/>
                  </a:lnTo>
                  <a:lnTo>
                    <a:pt x="18750" y="10291"/>
                  </a:lnTo>
                  <a:lnTo>
                    <a:pt x="23999" y="10291"/>
                  </a:lnTo>
                  <a:lnTo>
                    <a:pt x="28642" y="5634"/>
                  </a:lnTo>
                  <a:cubicBezTo>
                    <a:pt x="28775" y="5737"/>
                    <a:pt x="28937" y="5782"/>
                    <a:pt x="29115" y="5782"/>
                  </a:cubicBezTo>
                  <a:cubicBezTo>
                    <a:pt x="29307" y="5767"/>
                    <a:pt x="29484" y="5693"/>
                    <a:pt x="29617" y="5545"/>
                  </a:cubicBezTo>
                  <a:cubicBezTo>
                    <a:pt x="29765" y="5397"/>
                    <a:pt x="29824" y="5205"/>
                    <a:pt x="29824" y="5013"/>
                  </a:cubicBezTo>
                  <a:cubicBezTo>
                    <a:pt x="29810" y="4821"/>
                    <a:pt x="29736" y="4658"/>
                    <a:pt x="29603" y="4525"/>
                  </a:cubicBezTo>
                  <a:cubicBezTo>
                    <a:pt x="29603" y="4510"/>
                    <a:pt x="29588" y="4510"/>
                    <a:pt x="29588" y="4495"/>
                  </a:cubicBezTo>
                  <a:cubicBezTo>
                    <a:pt x="29452" y="4373"/>
                    <a:pt x="29280" y="4301"/>
                    <a:pt x="29104" y="4301"/>
                  </a:cubicBezTo>
                  <a:cubicBezTo>
                    <a:pt x="29088" y="4301"/>
                    <a:pt x="29072" y="4302"/>
                    <a:pt x="29056" y="4303"/>
                  </a:cubicBezTo>
                  <a:cubicBezTo>
                    <a:pt x="28982" y="4303"/>
                    <a:pt x="28908" y="4318"/>
                    <a:pt x="28849" y="4347"/>
                  </a:cubicBezTo>
                  <a:lnTo>
                    <a:pt x="31821" y="1361"/>
                  </a:lnTo>
                  <a:cubicBezTo>
                    <a:pt x="31939" y="1449"/>
                    <a:pt x="32087" y="1479"/>
                    <a:pt x="32235" y="1479"/>
                  </a:cubicBezTo>
                  <a:cubicBezTo>
                    <a:pt x="32427" y="1464"/>
                    <a:pt x="32619" y="1390"/>
                    <a:pt x="32752" y="1242"/>
                  </a:cubicBezTo>
                  <a:cubicBezTo>
                    <a:pt x="32885" y="1094"/>
                    <a:pt x="32959" y="902"/>
                    <a:pt x="32944" y="710"/>
                  </a:cubicBezTo>
                  <a:cubicBezTo>
                    <a:pt x="32944" y="518"/>
                    <a:pt x="32856" y="355"/>
                    <a:pt x="32737" y="222"/>
                  </a:cubicBezTo>
                  <a:cubicBezTo>
                    <a:pt x="32723" y="207"/>
                    <a:pt x="32723" y="207"/>
                    <a:pt x="32708" y="193"/>
                  </a:cubicBezTo>
                  <a:cubicBezTo>
                    <a:pt x="32575" y="74"/>
                    <a:pt x="32397" y="0"/>
                    <a:pt x="32205"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2"/>
            <p:cNvSpPr/>
            <p:nvPr/>
          </p:nvSpPr>
          <p:spPr>
            <a:xfrm>
              <a:off x="6582874" y="3958951"/>
              <a:ext cx="168016" cy="56694"/>
            </a:xfrm>
            <a:custGeom>
              <a:avLst/>
              <a:gdLst/>
              <a:ahLst/>
              <a:cxnLst/>
              <a:rect l="l" t="t" r="r" b="b"/>
              <a:pathLst>
                <a:path w="4392" h="1482" extrusionOk="0">
                  <a:moveTo>
                    <a:pt x="770" y="0"/>
                  </a:moveTo>
                  <a:cubicBezTo>
                    <a:pt x="755" y="0"/>
                    <a:pt x="740" y="1"/>
                    <a:pt x="725" y="2"/>
                  </a:cubicBezTo>
                  <a:cubicBezTo>
                    <a:pt x="311" y="17"/>
                    <a:pt x="0" y="357"/>
                    <a:pt x="15" y="771"/>
                  </a:cubicBezTo>
                  <a:cubicBezTo>
                    <a:pt x="29" y="1161"/>
                    <a:pt x="355" y="1481"/>
                    <a:pt x="757" y="1481"/>
                  </a:cubicBezTo>
                  <a:cubicBezTo>
                    <a:pt x="766" y="1481"/>
                    <a:pt x="775" y="1481"/>
                    <a:pt x="784" y="1481"/>
                  </a:cubicBezTo>
                  <a:cubicBezTo>
                    <a:pt x="1153" y="1466"/>
                    <a:pt x="1449" y="1170"/>
                    <a:pt x="1479" y="800"/>
                  </a:cubicBezTo>
                  <a:lnTo>
                    <a:pt x="2898" y="800"/>
                  </a:lnTo>
                  <a:cubicBezTo>
                    <a:pt x="2913" y="993"/>
                    <a:pt x="3002" y="1155"/>
                    <a:pt x="3135" y="1288"/>
                  </a:cubicBezTo>
                  <a:cubicBezTo>
                    <a:pt x="3268" y="1421"/>
                    <a:pt x="3460" y="1481"/>
                    <a:pt x="3667" y="1481"/>
                  </a:cubicBezTo>
                  <a:cubicBezTo>
                    <a:pt x="4066" y="1466"/>
                    <a:pt x="4392" y="1111"/>
                    <a:pt x="4377" y="712"/>
                  </a:cubicBezTo>
                  <a:cubicBezTo>
                    <a:pt x="4362" y="519"/>
                    <a:pt x="4288" y="342"/>
                    <a:pt x="4155" y="224"/>
                  </a:cubicBezTo>
                  <a:cubicBezTo>
                    <a:pt x="4155" y="209"/>
                    <a:pt x="4140" y="209"/>
                    <a:pt x="4140" y="194"/>
                  </a:cubicBezTo>
                  <a:cubicBezTo>
                    <a:pt x="3992" y="76"/>
                    <a:pt x="3815" y="2"/>
                    <a:pt x="3638" y="2"/>
                  </a:cubicBezTo>
                  <a:lnTo>
                    <a:pt x="3608" y="2"/>
                  </a:lnTo>
                  <a:cubicBezTo>
                    <a:pt x="3253" y="17"/>
                    <a:pt x="2987" y="268"/>
                    <a:pt x="2913" y="593"/>
                  </a:cubicBezTo>
                  <a:lnTo>
                    <a:pt x="1464" y="593"/>
                  </a:lnTo>
                  <a:cubicBezTo>
                    <a:pt x="1434" y="446"/>
                    <a:pt x="1375" y="312"/>
                    <a:pt x="1272" y="224"/>
                  </a:cubicBezTo>
                  <a:cubicBezTo>
                    <a:pt x="1135" y="87"/>
                    <a:pt x="959" y="0"/>
                    <a:pt x="770"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7" name="Google Shape;477;p32"/>
          <p:cNvSpPr txBox="1">
            <a:spLocks noGrp="1"/>
          </p:cNvSpPr>
          <p:nvPr>
            <p:ph type="title"/>
          </p:nvPr>
        </p:nvSpPr>
        <p:spPr>
          <a:xfrm>
            <a:off x="720000" y="445025"/>
            <a:ext cx="4549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478" name="Google Shape;478;p32"/>
          <p:cNvSpPr txBox="1">
            <a:spLocks noGrp="1"/>
          </p:cNvSpPr>
          <p:nvPr>
            <p:ph type="body" idx="1"/>
          </p:nvPr>
        </p:nvSpPr>
        <p:spPr>
          <a:xfrm>
            <a:off x="729746" y="979475"/>
            <a:ext cx="8434309" cy="3298645"/>
          </a:xfrm>
          <a:prstGeom prst="rect">
            <a:avLst/>
          </a:prstGeom>
        </p:spPr>
        <p:txBody>
          <a:bodyPr spcFirstLastPara="1" wrap="square" lIns="91425" tIns="91425" rIns="91425" bIns="91425" anchor="t" anchorCtr="0">
            <a:noAutofit/>
          </a:bodyPr>
          <a:lstStyle/>
          <a:p>
            <a:pPr marL="0" lvl="0" indent="0">
              <a:buNone/>
            </a:pPr>
            <a:r>
              <a:rPr lang="en-US" dirty="0"/>
              <a:t>Imagine that there are </a:t>
            </a:r>
            <a:r>
              <a:rPr lang="en-US" dirty="0">
                <a:solidFill>
                  <a:schemeClr val="accent5"/>
                </a:solidFill>
                <a:latin typeface="Albert Sans" panose="020B0604020202020204" charset="0"/>
              </a:rPr>
              <a:t>over two million vehicles on the road in Jordan! </a:t>
            </a:r>
          </a:p>
          <a:p>
            <a:pPr marL="0" lvl="0" indent="0">
              <a:buNone/>
            </a:pPr>
            <a:endParaRPr lang="en-US" dirty="0">
              <a:solidFill>
                <a:schemeClr val="accent5"/>
              </a:solidFill>
              <a:latin typeface="Albert Sans" panose="020B0604020202020204" charset="0"/>
            </a:endParaRPr>
          </a:p>
          <a:p>
            <a:pPr marL="0" lvl="0" indent="0">
              <a:buNone/>
            </a:pPr>
            <a:r>
              <a:rPr lang="en-US" dirty="0">
                <a:solidFill>
                  <a:schemeClr val="accent5"/>
                </a:solidFill>
                <a:latin typeface="Albert Sans" panose="020B0604020202020204" charset="0"/>
              </a:rPr>
              <a:t>Knowing that our roads are generally narrow with this huge amount of cars, it already tell us of how crowded traffic jams are. </a:t>
            </a:r>
          </a:p>
          <a:p>
            <a:pPr marL="0" lvl="0" indent="0">
              <a:buNone/>
            </a:pPr>
            <a:endParaRPr lang="en-US" dirty="0">
              <a:solidFill>
                <a:schemeClr val="accent5"/>
              </a:solidFill>
              <a:latin typeface="Albert Sans" panose="020B0604020202020204" charset="0"/>
            </a:endParaRPr>
          </a:p>
          <a:p>
            <a:pPr marL="0" lvl="0" indent="0">
              <a:buNone/>
            </a:pPr>
            <a:r>
              <a:rPr lang="en-US" dirty="0"/>
              <a:t>This becomes one of the biggest issues in Jordan faced on a daily basis.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Consequently, I decided to dedicate my project to lessen the chance of traffic at car districts. </a:t>
            </a:r>
          </a:p>
          <a:p>
            <a:pPr marL="0" lvl="0" indent="0" algn="l" rtl="0">
              <a:spcBef>
                <a:spcPts val="0"/>
              </a:spcBef>
              <a:spcAft>
                <a:spcPts val="0"/>
              </a:spcAft>
              <a:buNone/>
            </a:pPr>
            <a:endParaRPr lang="en-US" dirty="0"/>
          </a:p>
          <a:p>
            <a:pPr marL="0" lvl="0" indent="0">
              <a:buNone/>
            </a:pPr>
            <a:r>
              <a:rPr lang="en-US" dirty="0"/>
              <a:t>Instead of traffic lights to be controlled based on set time, my project is a smart traffic light that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3436" y="3210412"/>
            <a:ext cx="3023584" cy="149974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 name="TextBox 2"/>
          <p:cNvSpPr txBox="1"/>
          <p:nvPr/>
        </p:nvSpPr>
        <p:spPr>
          <a:xfrm>
            <a:off x="714956" y="2836953"/>
            <a:ext cx="4770858" cy="492443"/>
          </a:xfrm>
          <a:prstGeom prst="rect">
            <a:avLst/>
          </a:prstGeom>
          <a:noFill/>
        </p:spPr>
        <p:txBody>
          <a:bodyPr wrap="none" rtlCol="0">
            <a:spAutoFit/>
          </a:bodyPr>
          <a:lstStyle/>
          <a:p>
            <a:r>
              <a:rPr lang="en-US" sz="1200" dirty="0">
                <a:solidFill>
                  <a:schemeClr val="accent6"/>
                </a:solidFill>
                <a:latin typeface="Albert Sans" panose="020B0604020202020204" charset="0"/>
              </a:rPr>
              <a:t>works according to car density rather than time to reduce traffic.</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7" name="Google Shape;497;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BACKGROUND AND LITERATURE REVIEW</a:t>
            </a:r>
            <a:endParaRPr dirty="0"/>
          </a:p>
        </p:txBody>
      </p:sp>
      <p:sp>
        <p:nvSpPr>
          <p:cNvPr id="498" name="Google Shape;498;p34"/>
          <p:cNvSpPr txBox="1">
            <a:spLocks noGrp="1"/>
          </p:cNvSpPr>
          <p:nvPr>
            <p:ph type="subTitle" idx="2"/>
          </p:nvPr>
        </p:nvSpPr>
        <p:spPr>
          <a:xfrm>
            <a:off x="2190680" y="1005044"/>
            <a:ext cx="4595584" cy="1881600"/>
          </a:xfrm>
          <a:prstGeom prst="rect">
            <a:avLst/>
          </a:prstGeom>
        </p:spPr>
        <p:txBody>
          <a:bodyPr spcFirstLastPara="1" wrap="square" lIns="91425" tIns="91425" rIns="91425" bIns="91425" anchor="t" anchorCtr="0">
            <a:noAutofit/>
          </a:bodyPr>
          <a:lstStyle/>
          <a:p>
            <a:pPr marL="0" lvl="0" indent="0" algn="l"/>
            <a:endParaRPr lang="en-US" sz="1600" dirty="0"/>
          </a:p>
          <a:p>
            <a:pPr marL="0" indent="0"/>
            <a:r>
              <a:rPr lang="en-US" sz="1600" b="1" dirty="0">
                <a:solidFill>
                  <a:schemeClr val="accent5"/>
                </a:solidFill>
                <a:latin typeface="Albert Sans" panose="020B0604020202020204" charset="0"/>
              </a:rPr>
              <a:t>Car traffic is a major issue in Jordan, that is faced on a day to day basis. </a:t>
            </a:r>
          </a:p>
          <a:p>
            <a:pPr marL="0" lvl="0" indent="0" algn="l"/>
            <a:endParaRPr lang="en-US" sz="1600" b="1" dirty="0"/>
          </a:p>
          <a:p>
            <a:pPr marL="0" lvl="0" indent="0"/>
            <a:endParaRPr lang="en-US" sz="1600" dirty="0"/>
          </a:p>
        </p:txBody>
      </p:sp>
      <p:grpSp>
        <p:nvGrpSpPr>
          <p:cNvPr id="501" name="Google Shape;501;p34"/>
          <p:cNvGrpSpPr/>
          <p:nvPr/>
        </p:nvGrpSpPr>
        <p:grpSpPr>
          <a:xfrm>
            <a:off x="8092953" y="4019885"/>
            <a:ext cx="1123603" cy="1123603"/>
            <a:chOff x="8092953" y="4019885"/>
            <a:chExt cx="1123603" cy="1123603"/>
          </a:xfrm>
        </p:grpSpPr>
        <p:sp>
          <p:nvSpPr>
            <p:cNvPr id="502" name="Google Shape;502;p34"/>
            <p:cNvSpPr/>
            <p:nvPr/>
          </p:nvSpPr>
          <p:spPr>
            <a:xfrm rot="8100000">
              <a:off x="8546967" y="4588782"/>
              <a:ext cx="374076" cy="364909"/>
            </a:xfrm>
            <a:custGeom>
              <a:avLst/>
              <a:gdLst/>
              <a:ahLst/>
              <a:cxnLst/>
              <a:rect l="l" t="t" r="r" b="b"/>
              <a:pathLst>
                <a:path w="5427" h="5294" extrusionOk="0">
                  <a:moveTo>
                    <a:pt x="4628" y="0"/>
                  </a:moveTo>
                  <a:cubicBezTo>
                    <a:pt x="4436" y="0"/>
                    <a:pt x="4244" y="74"/>
                    <a:pt x="4096" y="207"/>
                  </a:cubicBezTo>
                  <a:cubicBezTo>
                    <a:pt x="3830" y="474"/>
                    <a:pt x="3815" y="902"/>
                    <a:pt x="4037" y="1183"/>
                  </a:cubicBezTo>
                  <a:lnTo>
                    <a:pt x="1257" y="3963"/>
                  </a:lnTo>
                  <a:cubicBezTo>
                    <a:pt x="1123" y="3869"/>
                    <a:pt x="968" y="3821"/>
                    <a:pt x="813" y="3821"/>
                  </a:cubicBezTo>
                  <a:cubicBezTo>
                    <a:pt x="627" y="3821"/>
                    <a:pt x="441" y="3891"/>
                    <a:pt x="296" y="4037"/>
                  </a:cubicBezTo>
                  <a:cubicBezTo>
                    <a:pt x="0" y="4318"/>
                    <a:pt x="0" y="4791"/>
                    <a:pt x="296" y="5072"/>
                  </a:cubicBezTo>
                  <a:cubicBezTo>
                    <a:pt x="436" y="5220"/>
                    <a:pt x="625" y="5294"/>
                    <a:pt x="813" y="5294"/>
                  </a:cubicBezTo>
                  <a:cubicBezTo>
                    <a:pt x="1002" y="5294"/>
                    <a:pt x="1190" y="5220"/>
                    <a:pt x="1331" y="5072"/>
                  </a:cubicBezTo>
                  <a:cubicBezTo>
                    <a:pt x="1597" y="4821"/>
                    <a:pt x="1627" y="4421"/>
                    <a:pt x="1420" y="4126"/>
                  </a:cubicBezTo>
                  <a:lnTo>
                    <a:pt x="4199" y="1346"/>
                  </a:lnTo>
                  <a:cubicBezTo>
                    <a:pt x="4321" y="1429"/>
                    <a:pt x="4468" y="1471"/>
                    <a:pt x="4615" y="1471"/>
                  </a:cubicBezTo>
                  <a:cubicBezTo>
                    <a:pt x="4809" y="1471"/>
                    <a:pt x="5003" y="1400"/>
                    <a:pt x="5146" y="1257"/>
                  </a:cubicBezTo>
                  <a:cubicBezTo>
                    <a:pt x="5427" y="961"/>
                    <a:pt x="5427" y="503"/>
                    <a:pt x="5146" y="207"/>
                  </a:cubicBezTo>
                  <a:cubicBezTo>
                    <a:pt x="4998" y="74"/>
                    <a:pt x="4806" y="0"/>
                    <a:pt x="4628"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4"/>
            <p:cNvSpPr/>
            <p:nvPr/>
          </p:nvSpPr>
          <p:spPr>
            <a:xfrm rot="8100000">
              <a:off x="8219538" y="4222395"/>
              <a:ext cx="870432" cy="718582"/>
            </a:xfrm>
            <a:custGeom>
              <a:avLst/>
              <a:gdLst/>
              <a:ahLst/>
              <a:cxnLst/>
              <a:rect l="l" t="t" r="r" b="b"/>
              <a:pathLst>
                <a:path w="12628" h="10425" extrusionOk="0">
                  <a:moveTo>
                    <a:pt x="11815" y="1"/>
                  </a:moveTo>
                  <a:cubicBezTo>
                    <a:pt x="11622" y="1"/>
                    <a:pt x="11430" y="75"/>
                    <a:pt x="11297" y="208"/>
                  </a:cubicBezTo>
                  <a:cubicBezTo>
                    <a:pt x="11001" y="503"/>
                    <a:pt x="11001" y="977"/>
                    <a:pt x="11297" y="1257"/>
                  </a:cubicBezTo>
                  <a:cubicBezTo>
                    <a:pt x="11415" y="1376"/>
                    <a:pt x="11563" y="1450"/>
                    <a:pt x="11726" y="1464"/>
                  </a:cubicBezTo>
                  <a:lnTo>
                    <a:pt x="11726" y="3475"/>
                  </a:lnTo>
                  <a:lnTo>
                    <a:pt x="6891" y="8310"/>
                  </a:lnTo>
                  <a:lnTo>
                    <a:pt x="2056" y="8310"/>
                  </a:lnTo>
                  <a:lnTo>
                    <a:pt x="1272" y="9109"/>
                  </a:lnTo>
                  <a:cubicBezTo>
                    <a:pt x="1137" y="9001"/>
                    <a:pt x="978" y="8948"/>
                    <a:pt x="819" y="8948"/>
                  </a:cubicBezTo>
                  <a:cubicBezTo>
                    <a:pt x="630" y="8948"/>
                    <a:pt x="441" y="9023"/>
                    <a:pt x="296" y="9168"/>
                  </a:cubicBezTo>
                  <a:cubicBezTo>
                    <a:pt x="0" y="9449"/>
                    <a:pt x="0" y="9922"/>
                    <a:pt x="296" y="10203"/>
                  </a:cubicBezTo>
                  <a:cubicBezTo>
                    <a:pt x="437" y="10351"/>
                    <a:pt x="625" y="10425"/>
                    <a:pt x="814" y="10425"/>
                  </a:cubicBezTo>
                  <a:cubicBezTo>
                    <a:pt x="1002" y="10425"/>
                    <a:pt x="1191" y="10351"/>
                    <a:pt x="1331" y="10203"/>
                  </a:cubicBezTo>
                  <a:cubicBezTo>
                    <a:pt x="1597" y="9952"/>
                    <a:pt x="1627" y="9553"/>
                    <a:pt x="1420" y="9257"/>
                  </a:cubicBezTo>
                  <a:lnTo>
                    <a:pt x="2144" y="8532"/>
                  </a:lnTo>
                  <a:lnTo>
                    <a:pt x="6994" y="8532"/>
                  </a:lnTo>
                  <a:lnTo>
                    <a:pt x="11948" y="3579"/>
                  </a:lnTo>
                  <a:lnTo>
                    <a:pt x="11948" y="1464"/>
                  </a:lnTo>
                  <a:cubicBezTo>
                    <a:pt x="12096" y="1435"/>
                    <a:pt x="12229" y="1376"/>
                    <a:pt x="12332" y="1257"/>
                  </a:cubicBezTo>
                  <a:cubicBezTo>
                    <a:pt x="12628" y="977"/>
                    <a:pt x="12628" y="503"/>
                    <a:pt x="12332" y="208"/>
                  </a:cubicBezTo>
                  <a:cubicBezTo>
                    <a:pt x="12184" y="75"/>
                    <a:pt x="12007" y="1"/>
                    <a:pt x="11815"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6" name="Picture 2" descr="Traffic Brought to Standstill Across Amman on Sunday - Jordan Vis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6053" y="3296579"/>
            <a:ext cx="2666789" cy="173592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945407" y="1727273"/>
            <a:ext cx="7086130" cy="1569660"/>
          </a:xfrm>
          <a:prstGeom prst="rect">
            <a:avLst/>
          </a:prstGeom>
          <a:noFill/>
        </p:spPr>
        <p:txBody>
          <a:bodyPr wrap="square" rtlCol="0">
            <a:spAutoFit/>
          </a:bodyPr>
          <a:lstStyle/>
          <a:p>
            <a:pPr marL="285750" indent="-285750">
              <a:buFont typeface="Arial" panose="020B0604020202020204" pitchFamily="34" charset="0"/>
              <a:buChar char="•"/>
            </a:pPr>
            <a:endParaRPr lang="en-US" sz="1600" dirty="0">
              <a:solidFill>
                <a:schemeClr val="accent5"/>
              </a:solidFill>
              <a:latin typeface="Albert Sans" panose="020B0604020202020204" charset="0"/>
            </a:endParaRPr>
          </a:p>
          <a:p>
            <a:pPr marL="285750" indent="-285750">
              <a:buFont typeface="Arial" panose="020B0604020202020204" pitchFamily="34" charset="0"/>
              <a:buChar char="•"/>
            </a:pPr>
            <a:r>
              <a:rPr lang="en-US" sz="1600" dirty="0">
                <a:solidFill>
                  <a:schemeClr val="accent5"/>
                </a:solidFill>
                <a:latin typeface="Albert Sans" panose="020B0604020202020204" charset="0"/>
              </a:rPr>
              <a:t>There is concern about the number of vehicles on roads as estimated to over two million and 100 thousand vehicles. </a:t>
            </a:r>
          </a:p>
          <a:p>
            <a:pPr marL="285750" indent="-285750">
              <a:buFont typeface="Arial" panose="020B0604020202020204" pitchFamily="34" charset="0"/>
              <a:buChar char="•"/>
            </a:pPr>
            <a:endParaRPr lang="en-US" sz="1600" dirty="0">
              <a:solidFill>
                <a:schemeClr val="accent5"/>
              </a:solidFill>
              <a:latin typeface="Albert Sans" panose="020B0604020202020204" charset="0"/>
            </a:endParaRPr>
          </a:p>
          <a:p>
            <a:pPr marL="285750" indent="-285750">
              <a:buFont typeface="Arial" panose="020B0604020202020204" pitchFamily="34" charset="0"/>
              <a:buChar char="•"/>
            </a:pPr>
            <a:r>
              <a:rPr lang="en-US" sz="1600" dirty="0">
                <a:solidFill>
                  <a:schemeClr val="accent5"/>
                </a:solidFill>
                <a:latin typeface="Albert Sans" panose="020B0604020202020204" charset="0"/>
              </a:rPr>
              <a:t>Delays caused by traffic congestion in Amman cost an estimate of JD1.5 billion annually; of which fuel and time wasted.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PROCESS FOR THE PROJECT</a:t>
            </a:r>
            <a:endParaRPr dirty="0"/>
          </a:p>
        </p:txBody>
      </p:sp>
      <p:sp>
        <p:nvSpPr>
          <p:cNvPr id="635" name="Google Shape;635;p42"/>
          <p:cNvSpPr/>
          <p:nvPr/>
        </p:nvSpPr>
        <p:spPr>
          <a:xfrm>
            <a:off x="2942294" y="1612875"/>
            <a:ext cx="176400" cy="17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2"/>
          <p:cNvSpPr/>
          <p:nvPr/>
        </p:nvSpPr>
        <p:spPr>
          <a:xfrm>
            <a:off x="4906194" y="1612875"/>
            <a:ext cx="176400" cy="17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2"/>
          <p:cNvSpPr/>
          <p:nvPr/>
        </p:nvSpPr>
        <p:spPr>
          <a:xfrm>
            <a:off x="6870094" y="1612875"/>
            <a:ext cx="176400" cy="17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2"/>
          <p:cNvSpPr txBox="1"/>
          <p:nvPr/>
        </p:nvSpPr>
        <p:spPr>
          <a:xfrm flipH="1">
            <a:off x="2124344" y="2069030"/>
            <a:ext cx="1812300" cy="34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Brainstorming ideas</a:t>
            </a:r>
            <a:endParaRPr sz="1200" dirty="0">
              <a:solidFill>
                <a:schemeClr val="dk1"/>
              </a:solidFill>
              <a:latin typeface="Albert Sans"/>
              <a:ea typeface="Albert Sans"/>
              <a:cs typeface="Albert Sans"/>
              <a:sym typeface="Albert Sans"/>
            </a:endParaRPr>
          </a:p>
        </p:txBody>
      </p:sp>
      <p:sp>
        <p:nvSpPr>
          <p:cNvPr id="640" name="Google Shape;640;p42"/>
          <p:cNvSpPr txBox="1"/>
          <p:nvPr/>
        </p:nvSpPr>
        <p:spPr>
          <a:xfrm flipH="1">
            <a:off x="4088244" y="2069030"/>
            <a:ext cx="1812300" cy="34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Planning the project</a:t>
            </a:r>
            <a:endParaRPr sz="1200" dirty="0">
              <a:solidFill>
                <a:schemeClr val="dk1"/>
              </a:solidFill>
              <a:latin typeface="Albert Sans"/>
              <a:ea typeface="Albert Sans"/>
              <a:cs typeface="Albert Sans"/>
              <a:sym typeface="Albert Sans"/>
            </a:endParaRPr>
          </a:p>
        </p:txBody>
      </p:sp>
      <p:sp>
        <p:nvSpPr>
          <p:cNvPr id="641" name="Google Shape;641;p42"/>
          <p:cNvSpPr txBox="1"/>
          <p:nvPr/>
        </p:nvSpPr>
        <p:spPr>
          <a:xfrm flipH="1">
            <a:off x="6417019" y="2033625"/>
            <a:ext cx="1082550" cy="34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Sketching the design</a:t>
            </a:r>
            <a:endParaRPr sz="1200" dirty="0">
              <a:solidFill>
                <a:schemeClr val="dk1"/>
              </a:solidFill>
              <a:latin typeface="Albert Sans"/>
              <a:ea typeface="Albert Sans"/>
              <a:cs typeface="Albert Sans"/>
              <a:sym typeface="Albert Sans"/>
            </a:endParaRPr>
          </a:p>
        </p:txBody>
      </p:sp>
      <p:cxnSp>
        <p:nvCxnSpPr>
          <p:cNvPr id="642" name="Google Shape;642;p42"/>
          <p:cNvCxnSpPr/>
          <p:nvPr/>
        </p:nvCxnSpPr>
        <p:spPr>
          <a:xfrm>
            <a:off x="1651381" y="1685498"/>
            <a:ext cx="1816351" cy="15576"/>
          </a:xfrm>
          <a:prstGeom prst="straightConnector1">
            <a:avLst/>
          </a:prstGeom>
          <a:noFill/>
          <a:ln w="9525" cap="flat" cmpd="sng">
            <a:solidFill>
              <a:schemeClr val="accent4"/>
            </a:solidFill>
            <a:prstDash val="solid"/>
            <a:round/>
            <a:headEnd type="none" w="med" len="med"/>
            <a:tailEnd type="none" w="med" len="med"/>
          </a:ln>
        </p:spPr>
      </p:cxnSp>
      <p:cxnSp>
        <p:nvCxnSpPr>
          <p:cNvPr id="643" name="Google Shape;643;p42"/>
          <p:cNvCxnSpPr>
            <a:stCxn id="635" idx="6"/>
            <a:endCxn id="636" idx="2"/>
          </p:cNvCxnSpPr>
          <p:nvPr/>
        </p:nvCxnSpPr>
        <p:spPr>
          <a:xfrm>
            <a:off x="3118694" y="1701075"/>
            <a:ext cx="1787400" cy="0"/>
          </a:xfrm>
          <a:prstGeom prst="straightConnector1">
            <a:avLst/>
          </a:prstGeom>
          <a:noFill/>
          <a:ln w="9525" cap="flat" cmpd="sng">
            <a:solidFill>
              <a:schemeClr val="accent4"/>
            </a:solidFill>
            <a:prstDash val="solid"/>
            <a:round/>
            <a:headEnd type="none" w="med" len="med"/>
            <a:tailEnd type="none" w="med" len="med"/>
          </a:ln>
        </p:spPr>
      </p:cxnSp>
      <p:cxnSp>
        <p:nvCxnSpPr>
          <p:cNvPr id="644" name="Google Shape;644;p42"/>
          <p:cNvCxnSpPr>
            <a:stCxn id="636" idx="6"/>
            <a:endCxn id="637" idx="2"/>
          </p:cNvCxnSpPr>
          <p:nvPr/>
        </p:nvCxnSpPr>
        <p:spPr>
          <a:xfrm>
            <a:off x="5082594" y="1701075"/>
            <a:ext cx="1787400" cy="0"/>
          </a:xfrm>
          <a:prstGeom prst="straightConnector1">
            <a:avLst/>
          </a:prstGeom>
          <a:noFill/>
          <a:ln w="9525" cap="flat" cmpd="sng">
            <a:solidFill>
              <a:schemeClr val="accent4"/>
            </a:solidFill>
            <a:prstDash val="solid"/>
            <a:round/>
            <a:headEnd type="none" w="med" len="med"/>
            <a:tailEnd type="none" w="med" len="med"/>
          </a:ln>
        </p:spPr>
      </p:cxnSp>
      <p:cxnSp>
        <p:nvCxnSpPr>
          <p:cNvPr id="646" name="Google Shape;646;p42"/>
          <p:cNvCxnSpPr>
            <a:stCxn id="635" idx="4"/>
            <a:endCxn id="639" idx="0"/>
          </p:cNvCxnSpPr>
          <p:nvPr/>
        </p:nvCxnSpPr>
        <p:spPr>
          <a:xfrm>
            <a:off x="3030494" y="1789275"/>
            <a:ext cx="0" cy="279900"/>
          </a:xfrm>
          <a:prstGeom prst="straightConnector1">
            <a:avLst/>
          </a:prstGeom>
          <a:noFill/>
          <a:ln w="9525" cap="flat" cmpd="sng">
            <a:solidFill>
              <a:schemeClr val="accent4"/>
            </a:solidFill>
            <a:prstDash val="solid"/>
            <a:round/>
            <a:headEnd type="none" w="med" len="med"/>
            <a:tailEnd type="oval" w="med" len="med"/>
          </a:ln>
        </p:spPr>
      </p:cxnSp>
      <p:cxnSp>
        <p:nvCxnSpPr>
          <p:cNvPr id="647" name="Google Shape;647;p42"/>
          <p:cNvCxnSpPr>
            <a:stCxn id="636" idx="4"/>
            <a:endCxn id="640" idx="0"/>
          </p:cNvCxnSpPr>
          <p:nvPr/>
        </p:nvCxnSpPr>
        <p:spPr>
          <a:xfrm>
            <a:off x="4994394" y="1789275"/>
            <a:ext cx="0" cy="279900"/>
          </a:xfrm>
          <a:prstGeom prst="straightConnector1">
            <a:avLst/>
          </a:prstGeom>
          <a:noFill/>
          <a:ln w="9525" cap="flat" cmpd="sng">
            <a:solidFill>
              <a:schemeClr val="accent4"/>
            </a:solidFill>
            <a:prstDash val="solid"/>
            <a:round/>
            <a:headEnd type="none" w="med" len="med"/>
            <a:tailEnd type="oval" w="med" len="med"/>
          </a:ln>
        </p:spPr>
      </p:cxnSp>
      <p:cxnSp>
        <p:nvCxnSpPr>
          <p:cNvPr id="648" name="Google Shape;648;p42"/>
          <p:cNvCxnSpPr>
            <a:stCxn id="637" idx="4"/>
            <a:endCxn id="641" idx="0"/>
          </p:cNvCxnSpPr>
          <p:nvPr/>
        </p:nvCxnSpPr>
        <p:spPr>
          <a:xfrm>
            <a:off x="6958294" y="1789275"/>
            <a:ext cx="0" cy="244350"/>
          </a:xfrm>
          <a:prstGeom prst="straightConnector1">
            <a:avLst/>
          </a:prstGeom>
          <a:noFill/>
          <a:ln w="9525" cap="flat" cmpd="sng">
            <a:solidFill>
              <a:schemeClr val="accent4"/>
            </a:solidFill>
            <a:prstDash val="solid"/>
            <a:round/>
            <a:headEnd type="none" w="med" len="med"/>
            <a:tailEnd type="oval" w="med" len="med"/>
          </a:ln>
        </p:spPr>
      </p:cxnSp>
      <p:sp>
        <p:nvSpPr>
          <p:cNvPr id="649" name="Google Shape;649;p42"/>
          <p:cNvSpPr/>
          <p:nvPr/>
        </p:nvSpPr>
        <p:spPr>
          <a:xfrm>
            <a:off x="1537950" y="3222075"/>
            <a:ext cx="176400" cy="17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2"/>
          <p:cNvSpPr/>
          <p:nvPr/>
        </p:nvSpPr>
        <p:spPr>
          <a:xfrm>
            <a:off x="3501850" y="3222075"/>
            <a:ext cx="176400" cy="17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2"/>
          <p:cNvSpPr/>
          <p:nvPr/>
        </p:nvSpPr>
        <p:spPr>
          <a:xfrm>
            <a:off x="5465750" y="3222075"/>
            <a:ext cx="176400" cy="17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2"/>
          <p:cNvSpPr/>
          <p:nvPr/>
        </p:nvSpPr>
        <p:spPr>
          <a:xfrm>
            <a:off x="7429650" y="3222075"/>
            <a:ext cx="176400" cy="1764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2"/>
          <p:cNvSpPr txBox="1"/>
          <p:nvPr/>
        </p:nvSpPr>
        <p:spPr>
          <a:xfrm flipH="1">
            <a:off x="720000" y="3673251"/>
            <a:ext cx="1812300" cy="34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Preparing the code</a:t>
            </a:r>
            <a:endParaRPr sz="1200" dirty="0">
              <a:solidFill>
                <a:schemeClr val="dk1"/>
              </a:solidFill>
              <a:latin typeface="Albert Sans"/>
              <a:ea typeface="Albert Sans"/>
              <a:cs typeface="Albert Sans"/>
              <a:sym typeface="Albert Sans"/>
            </a:endParaRPr>
          </a:p>
        </p:txBody>
      </p:sp>
      <p:sp>
        <p:nvSpPr>
          <p:cNvPr id="654" name="Google Shape;654;p42"/>
          <p:cNvSpPr txBox="1"/>
          <p:nvPr/>
        </p:nvSpPr>
        <p:spPr>
          <a:xfrm flipH="1">
            <a:off x="2683900" y="3673251"/>
            <a:ext cx="1812300" cy="34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Building the prototype</a:t>
            </a:r>
            <a:endParaRPr sz="1200" dirty="0">
              <a:solidFill>
                <a:schemeClr val="dk1"/>
              </a:solidFill>
              <a:latin typeface="Albert Sans"/>
              <a:ea typeface="Albert Sans"/>
              <a:cs typeface="Albert Sans"/>
              <a:sym typeface="Albert Sans"/>
            </a:endParaRPr>
          </a:p>
        </p:txBody>
      </p:sp>
      <p:sp>
        <p:nvSpPr>
          <p:cNvPr id="655" name="Google Shape;655;p42"/>
          <p:cNvSpPr txBox="1"/>
          <p:nvPr/>
        </p:nvSpPr>
        <p:spPr>
          <a:xfrm flipH="1">
            <a:off x="4647800" y="3673251"/>
            <a:ext cx="1812300" cy="34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Preparing the poster</a:t>
            </a:r>
            <a:endParaRPr sz="1200" dirty="0">
              <a:solidFill>
                <a:schemeClr val="dk1"/>
              </a:solidFill>
              <a:latin typeface="Albert Sans"/>
              <a:ea typeface="Albert Sans"/>
              <a:cs typeface="Albert Sans"/>
              <a:sym typeface="Albert Sans"/>
            </a:endParaRPr>
          </a:p>
        </p:txBody>
      </p:sp>
      <p:sp>
        <p:nvSpPr>
          <p:cNvPr id="656" name="Google Shape;656;p42"/>
          <p:cNvSpPr txBox="1"/>
          <p:nvPr/>
        </p:nvSpPr>
        <p:spPr>
          <a:xfrm flipH="1">
            <a:off x="6611700" y="3673251"/>
            <a:ext cx="1812300" cy="34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solidFill>
                  <a:schemeClr val="dk1"/>
                </a:solidFill>
                <a:latin typeface="Albert Sans"/>
                <a:ea typeface="Albert Sans"/>
                <a:cs typeface="Albert Sans"/>
                <a:sym typeface="Albert Sans"/>
              </a:rPr>
              <a:t>Day of presenting </a:t>
            </a:r>
            <a:endParaRPr sz="1200" dirty="0">
              <a:solidFill>
                <a:schemeClr val="dk1"/>
              </a:solidFill>
              <a:latin typeface="Albert Sans"/>
              <a:ea typeface="Albert Sans"/>
              <a:cs typeface="Albert Sans"/>
              <a:sym typeface="Albert Sans"/>
            </a:endParaRPr>
          </a:p>
        </p:txBody>
      </p:sp>
      <p:cxnSp>
        <p:nvCxnSpPr>
          <p:cNvPr id="657" name="Google Shape;657;p42"/>
          <p:cNvCxnSpPr>
            <a:stCxn id="649" idx="6"/>
            <a:endCxn id="650" idx="2"/>
          </p:cNvCxnSpPr>
          <p:nvPr/>
        </p:nvCxnSpPr>
        <p:spPr>
          <a:xfrm>
            <a:off x="1714350" y="3310275"/>
            <a:ext cx="1787400" cy="0"/>
          </a:xfrm>
          <a:prstGeom prst="straightConnector1">
            <a:avLst/>
          </a:prstGeom>
          <a:noFill/>
          <a:ln w="9525" cap="flat" cmpd="sng">
            <a:solidFill>
              <a:schemeClr val="accent4"/>
            </a:solidFill>
            <a:prstDash val="solid"/>
            <a:round/>
            <a:headEnd type="none" w="med" len="med"/>
            <a:tailEnd type="none" w="med" len="med"/>
          </a:ln>
        </p:spPr>
      </p:cxnSp>
      <p:cxnSp>
        <p:nvCxnSpPr>
          <p:cNvPr id="658" name="Google Shape;658;p42"/>
          <p:cNvCxnSpPr>
            <a:stCxn id="650" idx="6"/>
            <a:endCxn id="651" idx="2"/>
          </p:cNvCxnSpPr>
          <p:nvPr/>
        </p:nvCxnSpPr>
        <p:spPr>
          <a:xfrm>
            <a:off x="3678250" y="3310275"/>
            <a:ext cx="1787400" cy="0"/>
          </a:xfrm>
          <a:prstGeom prst="straightConnector1">
            <a:avLst/>
          </a:prstGeom>
          <a:noFill/>
          <a:ln w="9525" cap="flat" cmpd="sng">
            <a:solidFill>
              <a:schemeClr val="accent4"/>
            </a:solidFill>
            <a:prstDash val="solid"/>
            <a:round/>
            <a:headEnd type="none" w="med" len="med"/>
            <a:tailEnd type="none" w="med" len="med"/>
          </a:ln>
        </p:spPr>
      </p:cxnSp>
      <p:cxnSp>
        <p:nvCxnSpPr>
          <p:cNvPr id="659" name="Google Shape;659;p42"/>
          <p:cNvCxnSpPr>
            <a:stCxn id="651" idx="6"/>
            <a:endCxn id="652" idx="2"/>
          </p:cNvCxnSpPr>
          <p:nvPr/>
        </p:nvCxnSpPr>
        <p:spPr>
          <a:xfrm>
            <a:off x="5642150" y="3310275"/>
            <a:ext cx="1787400" cy="0"/>
          </a:xfrm>
          <a:prstGeom prst="straightConnector1">
            <a:avLst/>
          </a:prstGeom>
          <a:noFill/>
          <a:ln w="9525" cap="flat" cmpd="sng">
            <a:solidFill>
              <a:schemeClr val="accent4"/>
            </a:solidFill>
            <a:prstDash val="solid"/>
            <a:round/>
            <a:headEnd type="none" w="med" len="med"/>
            <a:tailEnd type="none" w="med" len="med"/>
          </a:ln>
        </p:spPr>
      </p:cxnSp>
      <p:cxnSp>
        <p:nvCxnSpPr>
          <p:cNvPr id="660" name="Google Shape;660;p42"/>
          <p:cNvCxnSpPr>
            <a:stCxn id="649" idx="4"/>
            <a:endCxn id="653" idx="0"/>
          </p:cNvCxnSpPr>
          <p:nvPr/>
        </p:nvCxnSpPr>
        <p:spPr>
          <a:xfrm>
            <a:off x="1626150" y="3398475"/>
            <a:ext cx="0" cy="274800"/>
          </a:xfrm>
          <a:prstGeom prst="straightConnector1">
            <a:avLst/>
          </a:prstGeom>
          <a:noFill/>
          <a:ln w="9525" cap="flat" cmpd="sng">
            <a:solidFill>
              <a:schemeClr val="accent4"/>
            </a:solidFill>
            <a:prstDash val="solid"/>
            <a:round/>
            <a:headEnd type="none" w="med" len="med"/>
            <a:tailEnd type="oval" w="med" len="med"/>
          </a:ln>
        </p:spPr>
      </p:cxnSp>
      <p:cxnSp>
        <p:nvCxnSpPr>
          <p:cNvPr id="661" name="Google Shape;661;p42"/>
          <p:cNvCxnSpPr>
            <a:stCxn id="650" idx="4"/>
            <a:endCxn id="654" idx="0"/>
          </p:cNvCxnSpPr>
          <p:nvPr/>
        </p:nvCxnSpPr>
        <p:spPr>
          <a:xfrm>
            <a:off x="3590050" y="3398475"/>
            <a:ext cx="0" cy="274800"/>
          </a:xfrm>
          <a:prstGeom prst="straightConnector1">
            <a:avLst/>
          </a:prstGeom>
          <a:noFill/>
          <a:ln w="9525" cap="flat" cmpd="sng">
            <a:solidFill>
              <a:schemeClr val="accent4"/>
            </a:solidFill>
            <a:prstDash val="solid"/>
            <a:round/>
            <a:headEnd type="none" w="med" len="med"/>
            <a:tailEnd type="oval" w="med" len="med"/>
          </a:ln>
        </p:spPr>
      </p:cxnSp>
      <p:cxnSp>
        <p:nvCxnSpPr>
          <p:cNvPr id="662" name="Google Shape;662;p42"/>
          <p:cNvCxnSpPr>
            <a:stCxn id="651" idx="4"/>
            <a:endCxn id="655" idx="0"/>
          </p:cNvCxnSpPr>
          <p:nvPr/>
        </p:nvCxnSpPr>
        <p:spPr>
          <a:xfrm>
            <a:off x="5553950" y="3398475"/>
            <a:ext cx="0" cy="274800"/>
          </a:xfrm>
          <a:prstGeom prst="straightConnector1">
            <a:avLst/>
          </a:prstGeom>
          <a:noFill/>
          <a:ln w="9525" cap="flat" cmpd="sng">
            <a:solidFill>
              <a:schemeClr val="accent4"/>
            </a:solidFill>
            <a:prstDash val="solid"/>
            <a:round/>
            <a:headEnd type="none" w="med" len="med"/>
            <a:tailEnd type="oval" w="med" len="med"/>
          </a:ln>
        </p:spPr>
      </p:cxnSp>
      <p:cxnSp>
        <p:nvCxnSpPr>
          <p:cNvPr id="663" name="Google Shape;663;p42"/>
          <p:cNvCxnSpPr>
            <a:stCxn id="652" idx="4"/>
            <a:endCxn id="656" idx="0"/>
          </p:cNvCxnSpPr>
          <p:nvPr/>
        </p:nvCxnSpPr>
        <p:spPr>
          <a:xfrm>
            <a:off x="7517850" y="3398475"/>
            <a:ext cx="0" cy="274800"/>
          </a:xfrm>
          <a:prstGeom prst="straightConnector1">
            <a:avLst/>
          </a:prstGeom>
          <a:noFill/>
          <a:ln w="9525" cap="flat" cmpd="sng">
            <a:solidFill>
              <a:schemeClr val="accent4"/>
            </a:solidFill>
            <a:prstDash val="solid"/>
            <a:round/>
            <a:headEnd type="none" w="med" len="med"/>
            <a:tailEnd type="oval" w="med" len="med"/>
          </a:ln>
        </p:spPr>
      </p:cxnSp>
      <p:cxnSp>
        <p:nvCxnSpPr>
          <p:cNvPr id="664" name="Google Shape;664;p42"/>
          <p:cNvCxnSpPr>
            <a:stCxn id="637" idx="6"/>
            <a:endCxn id="649" idx="2"/>
          </p:cNvCxnSpPr>
          <p:nvPr/>
        </p:nvCxnSpPr>
        <p:spPr>
          <a:xfrm flipH="1">
            <a:off x="1537950" y="1701075"/>
            <a:ext cx="5508544" cy="1609200"/>
          </a:xfrm>
          <a:prstGeom prst="bentConnector5">
            <a:avLst>
              <a:gd name="adj1" fmla="val -9848"/>
              <a:gd name="adj2" fmla="val 55937"/>
              <a:gd name="adj3" fmla="val 103654"/>
            </a:avLst>
          </a:prstGeom>
          <a:noFill/>
          <a:ln w="9525" cap="flat" cmpd="sng">
            <a:solidFill>
              <a:schemeClr val="accent4"/>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SOLUTION</a:t>
            </a:r>
            <a:endParaRPr dirty="0"/>
          </a:p>
        </p:txBody>
      </p:sp>
      <p:sp>
        <p:nvSpPr>
          <p:cNvPr id="485" name="Google Shape;485;p33"/>
          <p:cNvSpPr txBox="1">
            <a:spLocks noGrp="1"/>
          </p:cNvSpPr>
          <p:nvPr>
            <p:ph type="subTitle" idx="3"/>
          </p:nvPr>
        </p:nvSpPr>
        <p:spPr>
          <a:xfrm>
            <a:off x="720000" y="1084114"/>
            <a:ext cx="3422174" cy="29351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My smart traffic light works according to density of the cars. </a:t>
            </a:r>
          </a:p>
          <a:p>
            <a:pPr marL="0" lvl="0" indent="0" algn="l" rtl="0">
              <a:spcBef>
                <a:spcPts val="0"/>
              </a:spcBef>
              <a:spcAft>
                <a:spcPts val="0"/>
              </a:spcAft>
              <a:buNone/>
            </a:pPr>
            <a:endParaRPr lang="en" dirty="0"/>
          </a:p>
          <a:p>
            <a:pPr marL="228600" lvl="0" indent="-228600" algn="l" rtl="0">
              <a:spcBef>
                <a:spcPts val="0"/>
              </a:spcBef>
              <a:spcAft>
                <a:spcPts val="0"/>
              </a:spcAft>
              <a:buFont typeface="+mj-lt"/>
              <a:buAutoNum type="arabicPeriod"/>
            </a:pPr>
            <a:r>
              <a:rPr lang="en" dirty="0"/>
              <a:t>Detects the capacity of cars</a:t>
            </a:r>
          </a:p>
          <a:p>
            <a:pPr marL="228600" lvl="0" indent="-228600" algn="l" rtl="0">
              <a:spcBef>
                <a:spcPts val="0"/>
              </a:spcBef>
              <a:spcAft>
                <a:spcPts val="0"/>
              </a:spcAft>
              <a:buFont typeface="+mj-lt"/>
              <a:buAutoNum type="arabicPeriod"/>
            </a:pPr>
            <a:r>
              <a:rPr lang="en" dirty="0"/>
              <a:t>Sends information to the microcontroller (Arduino UNO)</a:t>
            </a:r>
          </a:p>
          <a:p>
            <a:pPr marL="228600" lvl="0" indent="-228600" algn="l" rtl="0">
              <a:spcBef>
                <a:spcPts val="0"/>
              </a:spcBef>
              <a:spcAft>
                <a:spcPts val="0"/>
              </a:spcAft>
              <a:buFont typeface="+mj-lt"/>
              <a:buAutoNum type="arabicPeriod"/>
            </a:pPr>
            <a:r>
              <a:rPr lang="en" dirty="0"/>
              <a:t>Compares the capacities</a:t>
            </a:r>
          </a:p>
          <a:p>
            <a:pPr marL="228600" lvl="0" indent="-228600" algn="l" rtl="0">
              <a:spcBef>
                <a:spcPts val="0"/>
              </a:spcBef>
              <a:spcAft>
                <a:spcPts val="0"/>
              </a:spcAft>
              <a:buFont typeface="+mj-lt"/>
              <a:buAutoNum type="arabicPeriod"/>
            </a:pPr>
            <a:endParaRPr lang="en" dirty="0"/>
          </a:p>
          <a:p>
            <a:pPr marL="0" lvl="0" indent="0" algn="l" rtl="0">
              <a:spcBef>
                <a:spcPts val="0"/>
              </a:spcBef>
              <a:spcAft>
                <a:spcPts val="0"/>
              </a:spcAft>
            </a:pPr>
            <a:r>
              <a:rPr lang="en" dirty="0"/>
              <a:t>The district with more cars has the priority for the green light.</a:t>
            </a:r>
          </a:p>
        </p:txBody>
      </p:sp>
      <p:sp>
        <p:nvSpPr>
          <p:cNvPr id="489" name="Google Shape;489;p33"/>
          <p:cNvSpPr/>
          <p:nvPr/>
        </p:nvSpPr>
        <p:spPr>
          <a:xfrm flipH="1">
            <a:off x="-893327" y="2221312"/>
            <a:ext cx="3699285" cy="3470017"/>
          </a:xfrm>
          <a:custGeom>
            <a:avLst/>
            <a:gdLst/>
            <a:ahLst/>
            <a:cxnLst/>
            <a:rect l="l" t="t" r="r" b="b"/>
            <a:pathLst>
              <a:path w="60846" h="57075" extrusionOk="0">
                <a:moveTo>
                  <a:pt x="35280" y="25832"/>
                </a:moveTo>
                <a:cubicBezTo>
                  <a:pt x="35310" y="25920"/>
                  <a:pt x="35354" y="25994"/>
                  <a:pt x="35413" y="26053"/>
                </a:cubicBezTo>
                <a:lnTo>
                  <a:pt x="33831" y="27650"/>
                </a:lnTo>
                <a:lnTo>
                  <a:pt x="33476" y="27650"/>
                </a:lnTo>
                <a:lnTo>
                  <a:pt x="35280" y="25832"/>
                </a:lnTo>
                <a:close/>
                <a:moveTo>
                  <a:pt x="32944" y="27872"/>
                </a:moveTo>
                <a:lnTo>
                  <a:pt x="30563" y="30238"/>
                </a:lnTo>
                <a:lnTo>
                  <a:pt x="27665" y="30238"/>
                </a:lnTo>
                <a:lnTo>
                  <a:pt x="30031" y="27872"/>
                </a:lnTo>
                <a:close/>
                <a:moveTo>
                  <a:pt x="35561" y="27902"/>
                </a:moveTo>
                <a:cubicBezTo>
                  <a:pt x="35576" y="28005"/>
                  <a:pt x="35620" y="28109"/>
                  <a:pt x="35679" y="28183"/>
                </a:cubicBezTo>
                <a:lnTo>
                  <a:pt x="33639" y="30238"/>
                </a:lnTo>
                <a:lnTo>
                  <a:pt x="33225" y="30238"/>
                </a:lnTo>
                <a:lnTo>
                  <a:pt x="35561" y="27902"/>
                </a:lnTo>
                <a:close/>
                <a:moveTo>
                  <a:pt x="32693" y="30460"/>
                </a:moveTo>
                <a:lnTo>
                  <a:pt x="31229" y="31924"/>
                </a:lnTo>
                <a:lnTo>
                  <a:pt x="29188" y="31924"/>
                </a:lnTo>
                <a:lnTo>
                  <a:pt x="30667" y="30460"/>
                </a:lnTo>
                <a:close/>
                <a:moveTo>
                  <a:pt x="37557" y="30903"/>
                </a:moveTo>
                <a:cubicBezTo>
                  <a:pt x="37572" y="31036"/>
                  <a:pt x="37616" y="31140"/>
                  <a:pt x="37690" y="31243"/>
                </a:cubicBezTo>
                <a:lnTo>
                  <a:pt x="36522" y="32411"/>
                </a:lnTo>
                <a:cubicBezTo>
                  <a:pt x="36457" y="32390"/>
                  <a:pt x="36392" y="32376"/>
                  <a:pt x="36322" y="32376"/>
                </a:cubicBezTo>
                <a:cubicBezTo>
                  <a:pt x="36296" y="32376"/>
                  <a:pt x="36269" y="32378"/>
                  <a:pt x="36241" y="32382"/>
                </a:cubicBezTo>
                <a:cubicBezTo>
                  <a:pt x="36167" y="32382"/>
                  <a:pt x="36108" y="32397"/>
                  <a:pt x="36034" y="32411"/>
                </a:cubicBezTo>
                <a:lnTo>
                  <a:pt x="37557" y="30903"/>
                </a:lnTo>
                <a:close/>
                <a:moveTo>
                  <a:pt x="33742" y="32145"/>
                </a:moveTo>
                <a:lnTo>
                  <a:pt x="32722" y="33166"/>
                </a:lnTo>
                <a:lnTo>
                  <a:pt x="30475" y="33166"/>
                </a:lnTo>
                <a:lnTo>
                  <a:pt x="30475" y="32988"/>
                </a:lnTo>
                <a:lnTo>
                  <a:pt x="31317" y="32145"/>
                </a:lnTo>
                <a:close/>
                <a:moveTo>
                  <a:pt x="38829" y="28360"/>
                </a:moveTo>
                <a:cubicBezTo>
                  <a:pt x="38711" y="28493"/>
                  <a:pt x="38651" y="28656"/>
                  <a:pt x="38666" y="28833"/>
                </a:cubicBezTo>
                <a:cubicBezTo>
                  <a:pt x="38666" y="29011"/>
                  <a:pt x="38740" y="29173"/>
                  <a:pt x="38844" y="29292"/>
                </a:cubicBezTo>
                <a:lnTo>
                  <a:pt x="38016" y="30120"/>
                </a:lnTo>
                <a:cubicBezTo>
                  <a:pt x="37912" y="30164"/>
                  <a:pt x="37823" y="30223"/>
                  <a:pt x="37735" y="30312"/>
                </a:cubicBezTo>
                <a:cubicBezTo>
                  <a:pt x="37676" y="30386"/>
                  <a:pt x="37616" y="30460"/>
                  <a:pt x="37587" y="30548"/>
                </a:cubicBezTo>
                <a:lnTo>
                  <a:pt x="35886" y="32249"/>
                </a:lnTo>
                <a:cubicBezTo>
                  <a:pt x="35765" y="32141"/>
                  <a:pt x="35593" y="32070"/>
                  <a:pt x="35429" y="32070"/>
                </a:cubicBezTo>
                <a:cubicBezTo>
                  <a:pt x="35414" y="32070"/>
                  <a:pt x="35399" y="32070"/>
                  <a:pt x="35384" y="32071"/>
                </a:cubicBezTo>
                <a:cubicBezTo>
                  <a:pt x="35177" y="32071"/>
                  <a:pt x="34999" y="32160"/>
                  <a:pt x="34866" y="32308"/>
                </a:cubicBezTo>
                <a:cubicBezTo>
                  <a:pt x="34733" y="32456"/>
                  <a:pt x="34659" y="32633"/>
                  <a:pt x="34674" y="32840"/>
                </a:cubicBezTo>
                <a:cubicBezTo>
                  <a:pt x="34674" y="32870"/>
                  <a:pt x="34674" y="32899"/>
                  <a:pt x="34674" y="32929"/>
                </a:cubicBezTo>
                <a:cubicBezTo>
                  <a:pt x="34644" y="32885"/>
                  <a:pt x="34615" y="32840"/>
                  <a:pt x="34585" y="32796"/>
                </a:cubicBezTo>
                <a:cubicBezTo>
                  <a:pt x="34570" y="32796"/>
                  <a:pt x="34570" y="32781"/>
                  <a:pt x="34556" y="32781"/>
                </a:cubicBezTo>
                <a:cubicBezTo>
                  <a:pt x="34408" y="32648"/>
                  <a:pt x="34230" y="32574"/>
                  <a:pt x="34023" y="32574"/>
                </a:cubicBezTo>
                <a:cubicBezTo>
                  <a:pt x="33831" y="32589"/>
                  <a:pt x="33654" y="32678"/>
                  <a:pt x="33521" y="32811"/>
                </a:cubicBezTo>
                <a:cubicBezTo>
                  <a:pt x="33417" y="32914"/>
                  <a:pt x="33358" y="33032"/>
                  <a:pt x="33328" y="33166"/>
                </a:cubicBezTo>
                <a:lnTo>
                  <a:pt x="33033" y="33166"/>
                </a:lnTo>
                <a:lnTo>
                  <a:pt x="34053" y="32145"/>
                </a:lnTo>
                <a:lnTo>
                  <a:pt x="34334" y="32145"/>
                </a:lnTo>
                <a:lnTo>
                  <a:pt x="36907" y="29587"/>
                </a:lnTo>
                <a:cubicBezTo>
                  <a:pt x="37025" y="29646"/>
                  <a:pt x="37158" y="29691"/>
                  <a:pt x="37291" y="29691"/>
                </a:cubicBezTo>
                <a:lnTo>
                  <a:pt x="37321" y="29691"/>
                </a:lnTo>
                <a:cubicBezTo>
                  <a:pt x="37528" y="29691"/>
                  <a:pt x="37705" y="29602"/>
                  <a:pt x="37838" y="29454"/>
                </a:cubicBezTo>
                <a:cubicBezTo>
                  <a:pt x="37971" y="29306"/>
                  <a:pt x="38045" y="29129"/>
                  <a:pt x="38030" y="28922"/>
                </a:cubicBezTo>
                <a:cubicBezTo>
                  <a:pt x="38030" y="28744"/>
                  <a:pt x="37956" y="28567"/>
                  <a:pt x="37823" y="28434"/>
                </a:cubicBezTo>
                <a:cubicBezTo>
                  <a:pt x="37809" y="28419"/>
                  <a:pt x="37809" y="28419"/>
                  <a:pt x="37794" y="28404"/>
                </a:cubicBezTo>
                <a:lnTo>
                  <a:pt x="38829" y="28360"/>
                </a:lnTo>
                <a:close/>
                <a:moveTo>
                  <a:pt x="34777" y="33195"/>
                </a:moveTo>
                <a:cubicBezTo>
                  <a:pt x="34792" y="33225"/>
                  <a:pt x="34822" y="33254"/>
                  <a:pt x="34851" y="33269"/>
                </a:cubicBezTo>
                <a:cubicBezTo>
                  <a:pt x="34822" y="33284"/>
                  <a:pt x="34807" y="33299"/>
                  <a:pt x="34792" y="33299"/>
                </a:cubicBezTo>
                <a:cubicBezTo>
                  <a:pt x="34792" y="33299"/>
                  <a:pt x="34792" y="33299"/>
                  <a:pt x="34792" y="33284"/>
                </a:cubicBezTo>
                <a:cubicBezTo>
                  <a:pt x="34792" y="33254"/>
                  <a:pt x="34792" y="33225"/>
                  <a:pt x="34777" y="33195"/>
                </a:cubicBezTo>
                <a:close/>
                <a:moveTo>
                  <a:pt x="31007" y="32145"/>
                </a:moveTo>
                <a:lnTo>
                  <a:pt x="30253" y="32899"/>
                </a:lnTo>
                <a:lnTo>
                  <a:pt x="30253" y="33166"/>
                </a:lnTo>
                <a:lnTo>
                  <a:pt x="28434" y="33166"/>
                </a:lnTo>
                <a:lnTo>
                  <a:pt x="27843" y="33757"/>
                </a:lnTo>
                <a:lnTo>
                  <a:pt x="27843" y="33269"/>
                </a:lnTo>
                <a:lnTo>
                  <a:pt x="28966" y="32145"/>
                </a:lnTo>
                <a:close/>
                <a:moveTo>
                  <a:pt x="32707" y="33387"/>
                </a:moveTo>
                <a:lnTo>
                  <a:pt x="32707" y="34467"/>
                </a:lnTo>
                <a:cubicBezTo>
                  <a:pt x="32678" y="34467"/>
                  <a:pt x="32642" y="34460"/>
                  <a:pt x="32603" y="34460"/>
                </a:cubicBezTo>
                <a:cubicBezTo>
                  <a:pt x="32584" y="34460"/>
                  <a:pt x="32564" y="34462"/>
                  <a:pt x="32545" y="34467"/>
                </a:cubicBezTo>
                <a:cubicBezTo>
                  <a:pt x="32205" y="34467"/>
                  <a:pt x="31924" y="34718"/>
                  <a:pt x="31865" y="35043"/>
                </a:cubicBezTo>
                <a:lnTo>
                  <a:pt x="30889" y="35043"/>
                </a:lnTo>
                <a:cubicBezTo>
                  <a:pt x="30770" y="34925"/>
                  <a:pt x="30637" y="34866"/>
                  <a:pt x="30475" y="34836"/>
                </a:cubicBezTo>
                <a:lnTo>
                  <a:pt x="30475" y="33387"/>
                </a:lnTo>
                <a:close/>
                <a:moveTo>
                  <a:pt x="30356" y="30460"/>
                </a:moveTo>
                <a:lnTo>
                  <a:pt x="28878" y="31924"/>
                </a:lnTo>
                <a:lnTo>
                  <a:pt x="27192" y="31924"/>
                </a:lnTo>
                <a:lnTo>
                  <a:pt x="25773" y="33358"/>
                </a:lnTo>
                <a:lnTo>
                  <a:pt x="25773" y="35517"/>
                </a:lnTo>
                <a:lnTo>
                  <a:pt x="25713" y="35517"/>
                </a:lnTo>
                <a:lnTo>
                  <a:pt x="25713" y="32175"/>
                </a:lnTo>
                <a:lnTo>
                  <a:pt x="27443" y="30460"/>
                </a:lnTo>
                <a:close/>
                <a:moveTo>
                  <a:pt x="30253" y="33387"/>
                </a:moveTo>
                <a:lnTo>
                  <a:pt x="30253" y="34718"/>
                </a:lnTo>
                <a:cubicBezTo>
                  <a:pt x="30238" y="34703"/>
                  <a:pt x="30238" y="34689"/>
                  <a:pt x="30223" y="34674"/>
                </a:cubicBezTo>
                <a:cubicBezTo>
                  <a:pt x="30086" y="34550"/>
                  <a:pt x="29911" y="34465"/>
                  <a:pt x="29709" y="34465"/>
                </a:cubicBezTo>
                <a:cubicBezTo>
                  <a:pt x="29694" y="34465"/>
                  <a:pt x="29678" y="34466"/>
                  <a:pt x="29661" y="34467"/>
                </a:cubicBezTo>
                <a:cubicBezTo>
                  <a:pt x="29262" y="34482"/>
                  <a:pt x="28937" y="34822"/>
                  <a:pt x="28952" y="35221"/>
                </a:cubicBezTo>
                <a:cubicBezTo>
                  <a:pt x="28966" y="35625"/>
                  <a:pt x="29305" y="35931"/>
                  <a:pt x="29693" y="35931"/>
                </a:cubicBezTo>
                <a:cubicBezTo>
                  <a:pt x="29702" y="35931"/>
                  <a:pt x="29711" y="35931"/>
                  <a:pt x="29721" y="35931"/>
                </a:cubicBezTo>
                <a:lnTo>
                  <a:pt x="29735" y="35931"/>
                </a:lnTo>
                <a:cubicBezTo>
                  <a:pt x="29765" y="35990"/>
                  <a:pt x="29809" y="36034"/>
                  <a:pt x="29854" y="36093"/>
                </a:cubicBezTo>
                <a:cubicBezTo>
                  <a:pt x="29994" y="36234"/>
                  <a:pt x="30183" y="36304"/>
                  <a:pt x="30371" y="36304"/>
                </a:cubicBezTo>
                <a:cubicBezTo>
                  <a:pt x="30560" y="36304"/>
                  <a:pt x="30748" y="36234"/>
                  <a:pt x="30889" y="36093"/>
                </a:cubicBezTo>
                <a:cubicBezTo>
                  <a:pt x="31110" y="35871"/>
                  <a:pt x="31170" y="35531"/>
                  <a:pt x="31051" y="35265"/>
                </a:cubicBezTo>
                <a:lnTo>
                  <a:pt x="31850" y="35265"/>
                </a:lnTo>
                <a:cubicBezTo>
                  <a:pt x="31865" y="35443"/>
                  <a:pt x="31938" y="35620"/>
                  <a:pt x="32072" y="35738"/>
                </a:cubicBezTo>
                <a:cubicBezTo>
                  <a:pt x="32207" y="35860"/>
                  <a:pt x="32379" y="35932"/>
                  <a:pt x="32555" y="35932"/>
                </a:cubicBezTo>
                <a:cubicBezTo>
                  <a:pt x="32571" y="35932"/>
                  <a:pt x="32588" y="35932"/>
                  <a:pt x="32604" y="35931"/>
                </a:cubicBezTo>
                <a:lnTo>
                  <a:pt x="32619" y="35931"/>
                </a:lnTo>
                <a:lnTo>
                  <a:pt x="30416" y="38149"/>
                </a:lnTo>
                <a:lnTo>
                  <a:pt x="28493" y="38149"/>
                </a:lnTo>
                <a:cubicBezTo>
                  <a:pt x="28449" y="38030"/>
                  <a:pt x="28405" y="37927"/>
                  <a:pt x="28316" y="37853"/>
                </a:cubicBezTo>
                <a:cubicBezTo>
                  <a:pt x="28183" y="37720"/>
                  <a:pt x="28020" y="37646"/>
                  <a:pt x="27843" y="37631"/>
                </a:cubicBezTo>
                <a:lnTo>
                  <a:pt x="27843" y="37143"/>
                </a:lnTo>
                <a:lnTo>
                  <a:pt x="27902" y="37143"/>
                </a:lnTo>
                <a:cubicBezTo>
                  <a:pt x="28094" y="37128"/>
                  <a:pt x="28272" y="37054"/>
                  <a:pt x="28419" y="36906"/>
                </a:cubicBezTo>
                <a:cubicBezTo>
                  <a:pt x="28552" y="36759"/>
                  <a:pt x="28612" y="36566"/>
                  <a:pt x="28612" y="36374"/>
                </a:cubicBezTo>
                <a:cubicBezTo>
                  <a:pt x="28597" y="36182"/>
                  <a:pt x="28523" y="36019"/>
                  <a:pt x="28390" y="35886"/>
                </a:cubicBezTo>
                <a:cubicBezTo>
                  <a:pt x="28390" y="35871"/>
                  <a:pt x="28375" y="35871"/>
                  <a:pt x="28375" y="35857"/>
                </a:cubicBezTo>
                <a:cubicBezTo>
                  <a:pt x="28242" y="35738"/>
                  <a:pt x="28094" y="35679"/>
                  <a:pt x="27931" y="35664"/>
                </a:cubicBezTo>
                <a:lnTo>
                  <a:pt x="27931" y="33994"/>
                </a:lnTo>
                <a:lnTo>
                  <a:pt x="28523" y="33387"/>
                </a:lnTo>
                <a:close/>
                <a:moveTo>
                  <a:pt x="33328" y="33387"/>
                </a:moveTo>
                <a:cubicBezTo>
                  <a:pt x="33343" y="33565"/>
                  <a:pt x="33417" y="33727"/>
                  <a:pt x="33550" y="33861"/>
                </a:cubicBezTo>
                <a:cubicBezTo>
                  <a:pt x="33686" y="33982"/>
                  <a:pt x="33858" y="34055"/>
                  <a:pt x="34034" y="34055"/>
                </a:cubicBezTo>
                <a:cubicBezTo>
                  <a:pt x="34050" y="34055"/>
                  <a:pt x="34066" y="34054"/>
                  <a:pt x="34082" y="34053"/>
                </a:cubicBezTo>
                <a:cubicBezTo>
                  <a:pt x="34201" y="34053"/>
                  <a:pt x="34304" y="34023"/>
                  <a:pt x="34408" y="33964"/>
                </a:cubicBezTo>
                <a:cubicBezTo>
                  <a:pt x="34408" y="33979"/>
                  <a:pt x="34408" y="33979"/>
                  <a:pt x="34408" y="33979"/>
                </a:cubicBezTo>
                <a:cubicBezTo>
                  <a:pt x="34408" y="34171"/>
                  <a:pt x="34497" y="34363"/>
                  <a:pt x="34644" y="34496"/>
                </a:cubicBezTo>
                <a:cubicBezTo>
                  <a:pt x="34659" y="34511"/>
                  <a:pt x="34674" y="34526"/>
                  <a:pt x="34704" y="34541"/>
                </a:cubicBezTo>
                <a:lnTo>
                  <a:pt x="31096" y="38149"/>
                </a:lnTo>
                <a:lnTo>
                  <a:pt x="30726" y="38149"/>
                </a:lnTo>
                <a:lnTo>
                  <a:pt x="32929" y="35945"/>
                </a:lnTo>
                <a:lnTo>
                  <a:pt x="32929" y="35842"/>
                </a:lnTo>
                <a:cubicBezTo>
                  <a:pt x="33166" y="35709"/>
                  <a:pt x="33328" y="35457"/>
                  <a:pt x="33314" y="35176"/>
                </a:cubicBezTo>
                <a:cubicBezTo>
                  <a:pt x="33314" y="34984"/>
                  <a:pt x="33240" y="34807"/>
                  <a:pt x="33107" y="34674"/>
                </a:cubicBezTo>
                <a:cubicBezTo>
                  <a:pt x="33092" y="34674"/>
                  <a:pt x="33092" y="34659"/>
                  <a:pt x="33077" y="34659"/>
                </a:cubicBezTo>
                <a:cubicBezTo>
                  <a:pt x="33033" y="34615"/>
                  <a:pt x="32988" y="34585"/>
                  <a:pt x="32929" y="34555"/>
                </a:cubicBezTo>
                <a:lnTo>
                  <a:pt x="32929" y="33387"/>
                </a:lnTo>
                <a:close/>
                <a:moveTo>
                  <a:pt x="28656" y="32145"/>
                </a:moveTo>
                <a:lnTo>
                  <a:pt x="27621" y="33180"/>
                </a:lnTo>
                <a:lnTo>
                  <a:pt x="27621" y="35709"/>
                </a:lnTo>
                <a:cubicBezTo>
                  <a:pt x="27517" y="35753"/>
                  <a:pt x="27414" y="35812"/>
                  <a:pt x="27325" y="35901"/>
                </a:cubicBezTo>
                <a:cubicBezTo>
                  <a:pt x="27192" y="36049"/>
                  <a:pt x="27118" y="36241"/>
                  <a:pt x="27133" y="36433"/>
                </a:cubicBezTo>
                <a:cubicBezTo>
                  <a:pt x="27133" y="36626"/>
                  <a:pt x="27236" y="36818"/>
                  <a:pt x="27370" y="36951"/>
                </a:cubicBezTo>
                <a:cubicBezTo>
                  <a:pt x="27443" y="37010"/>
                  <a:pt x="27532" y="37069"/>
                  <a:pt x="27621" y="37099"/>
                </a:cubicBezTo>
                <a:lnTo>
                  <a:pt x="27621" y="37661"/>
                </a:lnTo>
                <a:cubicBezTo>
                  <a:pt x="27488" y="37690"/>
                  <a:pt x="27370" y="37749"/>
                  <a:pt x="27266" y="37853"/>
                </a:cubicBezTo>
                <a:cubicBezTo>
                  <a:pt x="27177" y="37927"/>
                  <a:pt x="27133" y="38030"/>
                  <a:pt x="27089" y="38149"/>
                </a:cubicBezTo>
                <a:lnTo>
                  <a:pt x="25861" y="38149"/>
                </a:lnTo>
                <a:lnTo>
                  <a:pt x="25713" y="38282"/>
                </a:lnTo>
                <a:lnTo>
                  <a:pt x="25713" y="36951"/>
                </a:lnTo>
                <a:cubicBezTo>
                  <a:pt x="25773" y="36966"/>
                  <a:pt x="25832" y="36966"/>
                  <a:pt x="25906" y="36966"/>
                </a:cubicBezTo>
                <a:lnTo>
                  <a:pt x="25921" y="36966"/>
                </a:lnTo>
                <a:cubicBezTo>
                  <a:pt x="26335" y="36951"/>
                  <a:pt x="26645" y="36611"/>
                  <a:pt x="26630" y="36212"/>
                </a:cubicBezTo>
                <a:cubicBezTo>
                  <a:pt x="26630" y="36019"/>
                  <a:pt x="26542" y="35842"/>
                  <a:pt x="26423" y="35709"/>
                </a:cubicBezTo>
                <a:cubicBezTo>
                  <a:pt x="26408" y="35709"/>
                  <a:pt x="26408" y="35694"/>
                  <a:pt x="26394" y="35694"/>
                </a:cubicBezTo>
                <a:cubicBezTo>
                  <a:pt x="26275" y="35590"/>
                  <a:pt x="26142" y="35517"/>
                  <a:pt x="25994" y="35502"/>
                </a:cubicBezTo>
                <a:lnTo>
                  <a:pt x="25994" y="33447"/>
                </a:lnTo>
                <a:lnTo>
                  <a:pt x="27281" y="32145"/>
                </a:lnTo>
                <a:close/>
                <a:moveTo>
                  <a:pt x="60106" y="0"/>
                </a:moveTo>
                <a:cubicBezTo>
                  <a:pt x="60091" y="0"/>
                  <a:pt x="60077" y="15"/>
                  <a:pt x="60077" y="15"/>
                </a:cubicBezTo>
                <a:cubicBezTo>
                  <a:pt x="59870" y="15"/>
                  <a:pt x="59692" y="104"/>
                  <a:pt x="59559" y="251"/>
                </a:cubicBezTo>
                <a:cubicBezTo>
                  <a:pt x="59426" y="385"/>
                  <a:pt x="59352" y="577"/>
                  <a:pt x="59367" y="769"/>
                </a:cubicBezTo>
                <a:cubicBezTo>
                  <a:pt x="59367" y="917"/>
                  <a:pt x="59411" y="1065"/>
                  <a:pt x="59500" y="1168"/>
                </a:cubicBezTo>
                <a:lnTo>
                  <a:pt x="56720" y="3948"/>
                </a:lnTo>
                <a:lnTo>
                  <a:pt x="47804" y="3948"/>
                </a:lnTo>
                <a:lnTo>
                  <a:pt x="43220" y="8532"/>
                </a:lnTo>
                <a:lnTo>
                  <a:pt x="43220" y="19429"/>
                </a:lnTo>
                <a:lnTo>
                  <a:pt x="39213" y="23421"/>
                </a:lnTo>
                <a:lnTo>
                  <a:pt x="34156" y="23421"/>
                </a:lnTo>
                <a:lnTo>
                  <a:pt x="29942" y="27650"/>
                </a:lnTo>
                <a:lnTo>
                  <a:pt x="25906" y="27650"/>
                </a:lnTo>
                <a:lnTo>
                  <a:pt x="20893" y="32663"/>
                </a:lnTo>
                <a:lnTo>
                  <a:pt x="20893" y="38267"/>
                </a:lnTo>
                <a:lnTo>
                  <a:pt x="13116" y="46044"/>
                </a:lnTo>
                <a:lnTo>
                  <a:pt x="7719" y="46044"/>
                </a:lnTo>
                <a:lnTo>
                  <a:pt x="1198" y="52565"/>
                </a:lnTo>
                <a:cubicBezTo>
                  <a:pt x="1079" y="52490"/>
                  <a:pt x="942" y="52452"/>
                  <a:pt x="805" y="52452"/>
                </a:cubicBezTo>
                <a:cubicBezTo>
                  <a:pt x="616" y="52452"/>
                  <a:pt x="426" y="52523"/>
                  <a:pt x="281" y="52669"/>
                </a:cubicBezTo>
                <a:cubicBezTo>
                  <a:pt x="0" y="52949"/>
                  <a:pt x="0" y="53423"/>
                  <a:pt x="281" y="53704"/>
                </a:cubicBezTo>
                <a:cubicBezTo>
                  <a:pt x="429" y="53851"/>
                  <a:pt x="618" y="53925"/>
                  <a:pt x="806" y="53925"/>
                </a:cubicBezTo>
                <a:cubicBezTo>
                  <a:pt x="995" y="53925"/>
                  <a:pt x="1183" y="53851"/>
                  <a:pt x="1331" y="53704"/>
                </a:cubicBezTo>
                <a:cubicBezTo>
                  <a:pt x="1597" y="53437"/>
                  <a:pt x="1612" y="52994"/>
                  <a:pt x="1361" y="52713"/>
                </a:cubicBezTo>
                <a:lnTo>
                  <a:pt x="7807" y="46266"/>
                </a:lnTo>
                <a:lnTo>
                  <a:pt x="13204" y="46266"/>
                </a:lnTo>
                <a:lnTo>
                  <a:pt x="21115" y="38356"/>
                </a:lnTo>
                <a:lnTo>
                  <a:pt x="21115" y="32752"/>
                </a:lnTo>
                <a:lnTo>
                  <a:pt x="25994" y="27872"/>
                </a:lnTo>
                <a:lnTo>
                  <a:pt x="29721" y="27872"/>
                </a:lnTo>
                <a:lnTo>
                  <a:pt x="27355" y="30238"/>
                </a:lnTo>
                <a:lnTo>
                  <a:pt x="25891" y="30238"/>
                </a:lnTo>
                <a:lnTo>
                  <a:pt x="23333" y="32781"/>
                </a:lnTo>
                <a:lnTo>
                  <a:pt x="23333" y="38119"/>
                </a:lnTo>
                <a:lnTo>
                  <a:pt x="18601" y="42851"/>
                </a:lnTo>
                <a:lnTo>
                  <a:pt x="15674" y="45837"/>
                </a:lnTo>
                <a:lnTo>
                  <a:pt x="15644" y="45867"/>
                </a:lnTo>
                <a:lnTo>
                  <a:pt x="15644" y="48661"/>
                </a:lnTo>
                <a:lnTo>
                  <a:pt x="12864" y="51441"/>
                </a:lnTo>
                <a:lnTo>
                  <a:pt x="8029" y="51441"/>
                </a:lnTo>
                <a:lnTo>
                  <a:pt x="4022" y="55448"/>
                </a:lnTo>
                <a:cubicBezTo>
                  <a:pt x="3883" y="55330"/>
                  <a:pt x="3713" y="55270"/>
                  <a:pt x="3544" y="55270"/>
                </a:cubicBezTo>
                <a:cubicBezTo>
                  <a:pt x="3354" y="55270"/>
                  <a:pt x="3165" y="55344"/>
                  <a:pt x="3017" y="55493"/>
                </a:cubicBezTo>
                <a:cubicBezTo>
                  <a:pt x="2736" y="55774"/>
                  <a:pt x="2736" y="56247"/>
                  <a:pt x="3017" y="56528"/>
                </a:cubicBezTo>
                <a:cubicBezTo>
                  <a:pt x="3165" y="56676"/>
                  <a:pt x="3357" y="56750"/>
                  <a:pt x="3547" y="56750"/>
                </a:cubicBezTo>
                <a:cubicBezTo>
                  <a:pt x="3738" y="56750"/>
                  <a:pt x="3926" y="56676"/>
                  <a:pt x="4067" y="56528"/>
                </a:cubicBezTo>
                <a:cubicBezTo>
                  <a:pt x="4318" y="56276"/>
                  <a:pt x="4347" y="55892"/>
                  <a:pt x="4170" y="55611"/>
                </a:cubicBezTo>
                <a:lnTo>
                  <a:pt x="8118" y="51663"/>
                </a:lnTo>
                <a:lnTo>
                  <a:pt x="12953" y="51663"/>
                </a:lnTo>
                <a:lnTo>
                  <a:pt x="15866" y="48750"/>
                </a:lnTo>
                <a:lnTo>
                  <a:pt x="15866" y="45956"/>
                </a:lnTo>
                <a:lnTo>
                  <a:pt x="18749" y="43013"/>
                </a:lnTo>
                <a:lnTo>
                  <a:pt x="23555" y="38208"/>
                </a:lnTo>
                <a:lnTo>
                  <a:pt x="23555" y="32870"/>
                </a:lnTo>
                <a:lnTo>
                  <a:pt x="25980" y="30460"/>
                </a:lnTo>
                <a:lnTo>
                  <a:pt x="27133" y="30460"/>
                </a:lnTo>
                <a:lnTo>
                  <a:pt x="25492" y="32086"/>
                </a:lnTo>
                <a:lnTo>
                  <a:pt x="25492" y="35620"/>
                </a:lnTo>
                <a:cubicBezTo>
                  <a:pt x="25285" y="35753"/>
                  <a:pt x="25152" y="35990"/>
                  <a:pt x="25152" y="36256"/>
                </a:cubicBezTo>
                <a:cubicBezTo>
                  <a:pt x="25166" y="36507"/>
                  <a:pt x="25299" y="36729"/>
                  <a:pt x="25492" y="36847"/>
                </a:cubicBezTo>
                <a:lnTo>
                  <a:pt x="25492" y="38503"/>
                </a:lnTo>
                <a:cubicBezTo>
                  <a:pt x="25388" y="38548"/>
                  <a:pt x="25285" y="38607"/>
                  <a:pt x="25211" y="38681"/>
                </a:cubicBezTo>
                <a:cubicBezTo>
                  <a:pt x="25122" y="38770"/>
                  <a:pt x="25063" y="38858"/>
                  <a:pt x="25033" y="38962"/>
                </a:cubicBezTo>
                <a:lnTo>
                  <a:pt x="18128" y="45867"/>
                </a:lnTo>
                <a:lnTo>
                  <a:pt x="18128" y="51131"/>
                </a:lnTo>
                <a:lnTo>
                  <a:pt x="13042" y="56217"/>
                </a:lnTo>
                <a:lnTo>
                  <a:pt x="8739" y="56217"/>
                </a:lnTo>
                <a:cubicBezTo>
                  <a:pt x="8709" y="56069"/>
                  <a:pt x="8650" y="55922"/>
                  <a:pt x="8532" y="55803"/>
                </a:cubicBezTo>
                <a:cubicBezTo>
                  <a:pt x="8384" y="55663"/>
                  <a:pt x="8196" y="55593"/>
                  <a:pt x="8007" y="55593"/>
                </a:cubicBezTo>
                <a:cubicBezTo>
                  <a:pt x="7819" y="55593"/>
                  <a:pt x="7630" y="55663"/>
                  <a:pt x="7482" y="55803"/>
                </a:cubicBezTo>
                <a:cubicBezTo>
                  <a:pt x="7201" y="56099"/>
                  <a:pt x="7201" y="56572"/>
                  <a:pt x="7482" y="56853"/>
                </a:cubicBezTo>
                <a:cubicBezTo>
                  <a:pt x="7630" y="57001"/>
                  <a:pt x="7819" y="57075"/>
                  <a:pt x="8007" y="57075"/>
                </a:cubicBezTo>
                <a:cubicBezTo>
                  <a:pt x="8196" y="57075"/>
                  <a:pt x="8384" y="57001"/>
                  <a:pt x="8532" y="56853"/>
                </a:cubicBezTo>
                <a:cubicBezTo>
                  <a:pt x="8650" y="56735"/>
                  <a:pt x="8709" y="56587"/>
                  <a:pt x="8739" y="56439"/>
                </a:cubicBezTo>
                <a:lnTo>
                  <a:pt x="13145" y="56439"/>
                </a:lnTo>
                <a:lnTo>
                  <a:pt x="18350" y="51234"/>
                </a:lnTo>
                <a:lnTo>
                  <a:pt x="18350" y="45956"/>
                </a:lnTo>
                <a:lnTo>
                  <a:pt x="25004" y="39302"/>
                </a:lnTo>
                <a:cubicBezTo>
                  <a:pt x="25019" y="39464"/>
                  <a:pt x="25092" y="39612"/>
                  <a:pt x="25211" y="39731"/>
                </a:cubicBezTo>
                <a:cubicBezTo>
                  <a:pt x="25351" y="39871"/>
                  <a:pt x="25540" y="39941"/>
                  <a:pt x="25728" y="39941"/>
                </a:cubicBezTo>
                <a:cubicBezTo>
                  <a:pt x="25917" y="39941"/>
                  <a:pt x="26105" y="39871"/>
                  <a:pt x="26246" y="39731"/>
                </a:cubicBezTo>
                <a:cubicBezTo>
                  <a:pt x="26542" y="39435"/>
                  <a:pt x="26542" y="38977"/>
                  <a:pt x="26246" y="38681"/>
                </a:cubicBezTo>
                <a:cubicBezTo>
                  <a:pt x="26128" y="38563"/>
                  <a:pt x="25980" y="38503"/>
                  <a:pt x="25832" y="38474"/>
                </a:cubicBezTo>
                <a:lnTo>
                  <a:pt x="25950" y="38356"/>
                </a:lnTo>
                <a:lnTo>
                  <a:pt x="27059" y="38356"/>
                </a:lnTo>
                <a:cubicBezTo>
                  <a:pt x="27044" y="38548"/>
                  <a:pt x="27118" y="38740"/>
                  <a:pt x="27266" y="38888"/>
                </a:cubicBezTo>
                <a:cubicBezTo>
                  <a:pt x="27414" y="39036"/>
                  <a:pt x="27602" y="39110"/>
                  <a:pt x="27791" y="39110"/>
                </a:cubicBezTo>
                <a:cubicBezTo>
                  <a:pt x="27979" y="39110"/>
                  <a:pt x="28168" y="39036"/>
                  <a:pt x="28316" y="38888"/>
                </a:cubicBezTo>
                <a:cubicBezTo>
                  <a:pt x="28464" y="38740"/>
                  <a:pt x="28523" y="38548"/>
                  <a:pt x="28523" y="38356"/>
                </a:cubicBezTo>
                <a:lnTo>
                  <a:pt x="30194" y="38356"/>
                </a:lnTo>
                <a:lnTo>
                  <a:pt x="28419" y="40130"/>
                </a:lnTo>
                <a:lnTo>
                  <a:pt x="26261" y="40130"/>
                </a:lnTo>
                <a:lnTo>
                  <a:pt x="19829" y="46562"/>
                </a:lnTo>
                <a:lnTo>
                  <a:pt x="19829" y="49652"/>
                </a:lnTo>
                <a:cubicBezTo>
                  <a:pt x="19710" y="49682"/>
                  <a:pt x="19607" y="49741"/>
                  <a:pt x="19518" y="49830"/>
                </a:cubicBezTo>
                <a:cubicBezTo>
                  <a:pt x="19222" y="50125"/>
                  <a:pt x="19222" y="50598"/>
                  <a:pt x="19518" y="50879"/>
                </a:cubicBezTo>
                <a:cubicBezTo>
                  <a:pt x="19659" y="51027"/>
                  <a:pt x="19847" y="51101"/>
                  <a:pt x="20036" y="51101"/>
                </a:cubicBezTo>
                <a:cubicBezTo>
                  <a:pt x="20224" y="51101"/>
                  <a:pt x="20413" y="51027"/>
                  <a:pt x="20553" y="50879"/>
                </a:cubicBezTo>
                <a:cubicBezTo>
                  <a:pt x="20849" y="50598"/>
                  <a:pt x="20849" y="50125"/>
                  <a:pt x="20553" y="49830"/>
                </a:cubicBezTo>
                <a:cubicBezTo>
                  <a:pt x="20420" y="49697"/>
                  <a:pt x="20228" y="49623"/>
                  <a:pt x="20050" y="49623"/>
                </a:cubicBezTo>
                <a:lnTo>
                  <a:pt x="20050" y="46651"/>
                </a:lnTo>
                <a:lnTo>
                  <a:pt x="26349" y="40352"/>
                </a:lnTo>
                <a:lnTo>
                  <a:pt x="28198" y="40352"/>
                </a:lnTo>
                <a:lnTo>
                  <a:pt x="27680" y="40869"/>
                </a:lnTo>
                <a:cubicBezTo>
                  <a:pt x="27568" y="40804"/>
                  <a:pt x="27444" y="40772"/>
                  <a:pt x="27320" y="40772"/>
                </a:cubicBezTo>
                <a:cubicBezTo>
                  <a:pt x="27133" y="40772"/>
                  <a:pt x="26944" y="40845"/>
                  <a:pt x="26793" y="40987"/>
                </a:cubicBezTo>
                <a:cubicBezTo>
                  <a:pt x="26512" y="41283"/>
                  <a:pt x="26512" y="41742"/>
                  <a:pt x="26793" y="42037"/>
                </a:cubicBezTo>
                <a:cubicBezTo>
                  <a:pt x="26941" y="42178"/>
                  <a:pt x="27129" y="42248"/>
                  <a:pt x="27318" y="42248"/>
                </a:cubicBezTo>
                <a:cubicBezTo>
                  <a:pt x="27506" y="42248"/>
                  <a:pt x="27695" y="42178"/>
                  <a:pt x="27843" y="42037"/>
                </a:cubicBezTo>
                <a:cubicBezTo>
                  <a:pt x="28124" y="41756"/>
                  <a:pt x="28124" y="41298"/>
                  <a:pt x="27857" y="41002"/>
                </a:cubicBezTo>
                <a:lnTo>
                  <a:pt x="28508" y="40352"/>
                </a:lnTo>
                <a:lnTo>
                  <a:pt x="30046" y="40352"/>
                </a:lnTo>
                <a:lnTo>
                  <a:pt x="30046" y="43265"/>
                </a:lnTo>
                <a:cubicBezTo>
                  <a:pt x="29883" y="43265"/>
                  <a:pt x="29706" y="43338"/>
                  <a:pt x="29573" y="43472"/>
                </a:cubicBezTo>
                <a:cubicBezTo>
                  <a:pt x="29395" y="43649"/>
                  <a:pt x="29321" y="43900"/>
                  <a:pt x="29366" y="44122"/>
                </a:cubicBezTo>
                <a:lnTo>
                  <a:pt x="23836" y="49652"/>
                </a:lnTo>
                <a:cubicBezTo>
                  <a:pt x="23711" y="49560"/>
                  <a:pt x="23563" y="49515"/>
                  <a:pt x="23414" y="49515"/>
                </a:cubicBezTo>
                <a:cubicBezTo>
                  <a:pt x="23227" y="49515"/>
                  <a:pt x="23037" y="49586"/>
                  <a:pt x="22889" y="49726"/>
                </a:cubicBezTo>
                <a:cubicBezTo>
                  <a:pt x="22608" y="50022"/>
                  <a:pt x="22608" y="50480"/>
                  <a:pt x="22889" y="50776"/>
                </a:cubicBezTo>
                <a:cubicBezTo>
                  <a:pt x="23037" y="50916"/>
                  <a:pt x="23229" y="50987"/>
                  <a:pt x="23420" y="50987"/>
                </a:cubicBezTo>
                <a:cubicBezTo>
                  <a:pt x="23610" y="50987"/>
                  <a:pt x="23799" y="50916"/>
                  <a:pt x="23939" y="50776"/>
                </a:cubicBezTo>
                <a:cubicBezTo>
                  <a:pt x="24205" y="50510"/>
                  <a:pt x="24220" y="50096"/>
                  <a:pt x="23998" y="49800"/>
                </a:cubicBezTo>
                <a:lnTo>
                  <a:pt x="29454" y="44359"/>
                </a:lnTo>
                <a:cubicBezTo>
                  <a:pt x="29484" y="44418"/>
                  <a:pt x="29514" y="44462"/>
                  <a:pt x="29573" y="44521"/>
                </a:cubicBezTo>
                <a:cubicBezTo>
                  <a:pt x="29713" y="44662"/>
                  <a:pt x="29902" y="44732"/>
                  <a:pt x="30090" y="44732"/>
                </a:cubicBezTo>
                <a:cubicBezTo>
                  <a:pt x="30279" y="44732"/>
                  <a:pt x="30467" y="44662"/>
                  <a:pt x="30608" y="44521"/>
                </a:cubicBezTo>
                <a:cubicBezTo>
                  <a:pt x="30874" y="44255"/>
                  <a:pt x="30889" y="43826"/>
                  <a:pt x="30667" y="43531"/>
                </a:cubicBezTo>
                <a:lnTo>
                  <a:pt x="38193" y="36005"/>
                </a:lnTo>
                <a:lnTo>
                  <a:pt x="43413" y="36005"/>
                </a:lnTo>
                <a:lnTo>
                  <a:pt x="48617" y="30785"/>
                </a:lnTo>
                <a:lnTo>
                  <a:pt x="48617" y="28878"/>
                </a:lnTo>
                <a:cubicBezTo>
                  <a:pt x="48750" y="28848"/>
                  <a:pt x="48854" y="28789"/>
                  <a:pt x="48957" y="28685"/>
                </a:cubicBezTo>
                <a:cubicBezTo>
                  <a:pt x="49238" y="28404"/>
                  <a:pt x="49238" y="27931"/>
                  <a:pt x="48957" y="27650"/>
                </a:cubicBezTo>
                <a:cubicBezTo>
                  <a:pt x="48810" y="27502"/>
                  <a:pt x="48621" y="27429"/>
                  <a:pt x="48432" y="27429"/>
                </a:cubicBezTo>
                <a:cubicBezTo>
                  <a:pt x="48244" y="27429"/>
                  <a:pt x="48055" y="27502"/>
                  <a:pt x="47908" y="27650"/>
                </a:cubicBezTo>
                <a:cubicBezTo>
                  <a:pt x="47627" y="27931"/>
                  <a:pt x="47627" y="28404"/>
                  <a:pt x="47908" y="28685"/>
                </a:cubicBezTo>
                <a:cubicBezTo>
                  <a:pt x="48041" y="28818"/>
                  <a:pt x="48218" y="28892"/>
                  <a:pt x="48396" y="28907"/>
                </a:cubicBezTo>
                <a:lnTo>
                  <a:pt x="48396" y="30696"/>
                </a:lnTo>
                <a:lnTo>
                  <a:pt x="43324" y="35783"/>
                </a:lnTo>
                <a:lnTo>
                  <a:pt x="38104" y="35783"/>
                </a:lnTo>
                <a:lnTo>
                  <a:pt x="30504" y="43383"/>
                </a:lnTo>
                <a:cubicBezTo>
                  <a:pt x="30430" y="43338"/>
                  <a:pt x="30356" y="43309"/>
                  <a:pt x="30268" y="43279"/>
                </a:cubicBezTo>
                <a:lnTo>
                  <a:pt x="30268" y="40130"/>
                </a:lnTo>
                <a:lnTo>
                  <a:pt x="28730" y="40130"/>
                </a:lnTo>
                <a:lnTo>
                  <a:pt x="30504" y="38356"/>
                </a:lnTo>
                <a:lnTo>
                  <a:pt x="31184" y="38356"/>
                </a:lnTo>
                <a:lnTo>
                  <a:pt x="34896" y="34644"/>
                </a:lnTo>
                <a:cubicBezTo>
                  <a:pt x="34984" y="34674"/>
                  <a:pt x="35073" y="34689"/>
                  <a:pt x="35162" y="34689"/>
                </a:cubicBezTo>
                <a:cubicBezTo>
                  <a:pt x="35369" y="34689"/>
                  <a:pt x="35546" y="34600"/>
                  <a:pt x="35679" y="34452"/>
                </a:cubicBezTo>
                <a:cubicBezTo>
                  <a:pt x="35812" y="34304"/>
                  <a:pt x="35886" y="34127"/>
                  <a:pt x="35872" y="33920"/>
                </a:cubicBezTo>
                <a:cubicBezTo>
                  <a:pt x="35872" y="33846"/>
                  <a:pt x="35857" y="33787"/>
                  <a:pt x="35842" y="33713"/>
                </a:cubicBezTo>
                <a:lnTo>
                  <a:pt x="35842" y="33713"/>
                </a:lnTo>
                <a:cubicBezTo>
                  <a:pt x="35961" y="33792"/>
                  <a:pt x="36105" y="33848"/>
                  <a:pt x="36250" y="33848"/>
                </a:cubicBezTo>
                <a:cubicBezTo>
                  <a:pt x="36267" y="33848"/>
                  <a:pt x="36284" y="33847"/>
                  <a:pt x="36300" y="33846"/>
                </a:cubicBezTo>
                <a:cubicBezTo>
                  <a:pt x="36507" y="33846"/>
                  <a:pt x="36685" y="33757"/>
                  <a:pt x="36818" y="33609"/>
                </a:cubicBezTo>
                <a:cubicBezTo>
                  <a:pt x="36951" y="33476"/>
                  <a:pt x="37025" y="33284"/>
                  <a:pt x="37010" y="33092"/>
                </a:cubicBezTo>
                <a:cubicBezTo>
                  <a:pt x="37010" y="32899"/>
                  <a:pt x="36936" y="32722"/>
                  <a:pt x="36803" y="32589"/>
                </a:cubicBezTo>
                <a:cubicBezTo>
                  <a:pt x="36788" y="32589"/>
                  <a:pt x="36788" y="32574"/>
                  <a:pt x="36774" y="32574"/>
                </a:cubicBezTo>
                <a:cubicBezTo>
                  <a:pt x="36759" y="32559"/>
                  <a:pt x="36744" y="32545"/>
                  <a:pt x="36714" y="32530"/>
                </a:cubicBezTo>
                <a:lnTo>
                  <a:pt x="37838" y="31406"/>
                </a:lnTo>
                <a:cubicBezTo>
                  <a:pt x="37986" y="31495"/>
                  <a:pt x="38134" y="31554"/>
                  <a:pt x="38311" y="31554"/>
                </a:cubicBezTo>
                <a:cubicBezTo>
                  <a:pt x="38504" y="31539"/>
                  <a:pt x="38696" y="31450"/>
                  <a:pt x="38829" y="31317"/>
                </a:cubicBezTo>
                <a:cubicBezTo>
                  <a:pt x="38932" y="31199"/>
                  <a:pt x="38992" y="31066"/>
                  <a:pt x="39006" y="30918"/>
                </a:cubicBezTo>
                <a:lnTo>
                  <a:pt x="45143" y="30918"/>
                </a:lnTo>
                <a:cubicBezTo>
                  <a:pt x="45215" y="31264"/>
                  <a:pt x="45511" y="31525"/>
                  <a:pt x="45867" y="31525"/>
                </a:cubicBezTo>
                <a:cubicBezTo>
                  <a:pt x="45877" y="31525"/>
                  <a:pt x="45887" y="31525"/>
                  <a:pt x="45897" y="31524"/>
                </a:cubicBezTo>
                <a:cubicBezTo>
                  <a:pt x="46311" y="31510"/>
                  <a:pt x="46621" y="31169"/>
                  <a:pt x="46606" y="30755"/>
                </a:cubicBezTo>
                <a:cubicBezTo>
                  <a:pt x="46606" y="30563"/>
                  <a:pt x="46518" y="30386"/>
                  <a:pt x="46399" y="30267"/>
                </a:cubicBezTo>
                <a:cubicBezTo>
                  <a:pt x="46252" y="30120"/>
                  <a:pt x="46059" y="30046"/>
                  <a:pt x="45838" y="30046"/>
                </a:cubicBezTo>
                <a:cubicBezTo>
                  <a:pt x="45483" y="30060"/>
                  <a:pt x="45187" y="30341"/>
                  <a:pt x="45143" y="30696"/>
                </a:cubicBezTo>
                <a:lnTo>
                  <a:pt x="39006" y="30696"/>
                </a:lnTo>
                <a:cubicBezTo>
                  <a:pt x="38977" y="30548"/>
                  <a:pt x="38918" y="30401"/>
                  <a:pt x="38799" y="30282"/>
                </a:cubicBezTo>
                <a:cubicBezTo>
                  <a:pt x="38799" y="30282"/>
                  <a:pt x="38784" y="30282"/>
                  <a:pt x="38784" y="30267"/>
                </a:cubicBezTo>
                <a:cubicBezTo>
                  <a:pt x="38666" y="30164"/>
                  <a:pt x="38533" y="30105"/>
                  <a:pt x="38370" y="30075"/>
                </a:cubicBezTo>
                <a:lnTo>
                  <a:pt x="39021" y="29439"/>
                </a:lnTo>
                <a:cubicBezTo>
                  <a:pt x="39124" y="29504"/>
                  <a:pt x="39250" y="29546"/>
                  <a:pt x="39378" y="29546"/>
                </a:cubicBezTo>
                <a:cubicBezTo>
                  <a:pt x="39397" y="29546"/>
                  <a:pt x="39416" y="29545"/>
                  <a:pt x="39435" y="29543"/>
                </a:cubicBezTo>
                <a:cubicBezTo>
                  <a:pt x="39627" y="29543"/>
                  <a:pt x="39805" y="29454"/>
                  <a:pt x="39938" y="29306"/>
                </a:cubicBezTo>
                <a:cubicBezTo>
                  <a:pt x="40071" y="29173"/>
                  <a:pt x="40145" y="28981"/>
                  <a:pt x="40145" y="28789"/>
                </a:cubicBezTo>
                <a:cubicBezTo>
                  <a:pt x="40130" y="28597"/>
                  <a:pt x="40056" y="28434"/>
                  <a:pt x="39938" y="28316"/>
                </a:cubicBezTo>
                <a:lnTo>
                  <a:pt x="43427" y="28153"/>
                </a:lnTo>
                <a:lnTo>
                  <a:pt x="43472" y="28153"/>
                </a:lnTo>
                <a:lnTo>
                  <a:pt x="45364" y="26260"/>
                </a:lnTo>
                <a:cubicBezTo>
                  <a:pt x="45489" y="26352"/>
                  <a:pt x="45640" y="26398"/>
                  <a:pt x="45791" y="26398"/>
                </a:cubicBezTo>
                <a:cubicBezTo>
                  <a:pt x="45981" y="26398"/>
                  <a:pt x="46171" y="26326"/>
                  <a:pt x="46311" y="26186"/>
                </a:cubicBezTo>
                <a:cubicBezTo>
                  <a:pt x="46592" y="25906"/>
                  <a:pt x="46592" y="25432"/>
                  <a:pt x="46311" y="25137"/>
                </a:cubicBezTo>
                <a:cubicBezTo>
                  <a:pt x="46163" y="24996"/>
                  <a:pt x="45974" y="24926"/>
                  <a:pt x="45786" y="24926"/>
                </a:cubicBezTo>
                <a:cubicBezTo>
                  <a:pt x="45597" y="24926"/>
                  <a:pt x="45409" y="24996"/>
                  <a:pt x="45261" y="25137"/>
                </a:cubicBezTo>
                <a:cubicBezTo>
                  <a:pt x="44995" y="25403"/>
                  <a:pt x="44980" y="25817"/>
                  <a:pt x="45202" y="26113"/>
                </a:cubicBezTo>
                <a:lnTo>
                  <a:pt x="43383" y="27946"/>
                </a:lnTo>
                <a:lnTo>
                  <a:pt x="39598" y="28109"/>
                </a:lnTo>
                <a:cubicBezTo>
                  <a:pt x="39544" y="28087"/>
                  <a:pt x="39489" y="28073"/>
                  <a:pt x="39435" y="28073"/>
                </a:cubicBezTo>
                <a:cubicBezTo>
                  <a:pt x="39416" y="28073"/>
                  <a:pt x="39396" y="28075"/>
                  <a:pt x="39376" y="28079"/>
                </a:cubicBezTo>
                <a:cubicBezTo>
                  <a:pt x="39287" y="28079"/>
                  <a:pt x="39213" y="28094"/>
                  <a:pt x="39139" y="28123"/>
                </a:cubicBezTo>
                <a:lnTo>
                  <a:pt x="37749" y="28183"/>
                </a:lnTo>
                <a:lnTo>
                  <a:pt x="37705" y="28183"/>
                </a:lnTo>
                <a:lnTo>
                  <a:pt x="37602" y="28286"/>
                </a:lnTo>
                <a:cubicBezTo>
                  <a:pt x="37498" y="28242"/>
                  <a:pt x="37395" y="28212"/>
                  <a:pt x="37276" y="28212"/>
                </a:cubicBezTo>
                <a:cubicBezTo>
                  <a:pt x="37069" y="28227"/>
                  <a:pt x="36892" y="28301"/>
                  <a:pt x="36759" y="28449"/>
                </a:cubicBezTo>
                <a:cubicBezTo>
                  <a:pt x="36626" y="28597"/>
                  <a:pt x="36552" y="28789"/>
                  <a:pt x="36567" y="28981"/>
                </a:cubicBezTo>
                <a:cubicBezTo>
                  <a:pt x="36567" y="29085"/>
                  <a:pt x="36581" y="29173"/>
                  <a:pt x="36626" y="29262"/>
                </a:cubicBezTo>
                <a:lnTo>
                  <a:pt x="33964" y="31924"/>
                </a:lnTo>
                <a:lnTo>
                  <a:pt x="31539" y="31924"/>
                </a:lnTo>
                <a:lnTo>
                  <a:pt x="33003" y="30460"/>
                </a:lnTo>
                <a:lnTo>
                  <a:pt x="33728" y="30460"/>
                </a:lnTo>
                <a:lnTo>
                  <a:pt x="35842" y="28345"/>
                </a:lnTo>
                <a:cubicBezTo>
                  <a:pt x="35975" y="28434"/>
                  <a:pt x="36138" y="28493"/>
                  <a:pt x="36300" y="28493"/>
                </a:cubicBezTo>
                <a:cubicBezTo>
                  <a:pt x="36507" y="28478"/>
                  <a:pt x="36685" y="28390"/>
                  <a:pt x="36818" y="28257"/>
                </a:cubicBezTo>
                <a:cubicBezTo>
                  <a:pt x="36951" y="28109"/>
                  <a:pt x="37025" y="27916"/>
                  <a:pt x="37010" y="27724"/>
                </a:cubicBezTo>
                <a:cubicBezTo>
                  <a:pt x="37010" y="27576"/>
                  <a:pt x="36966" y="27443"/>
                  <a:pt x="36877" y="27325"/>
                </a:cubicBezTo>
                <a:cubicBezTo>
                  <a:pt x="36907" y="27251"/>
                  <a:pt x="36921" y="27177"/>
                  <a:pt x="36921" y="27088"/>
                </a:cubicBezTo>
                <a:lnTo>
                  <a:pt x="41904" y="27015"/>
                </a:lnTo>
                <a:lnTo>
                  <a:pt x="45778" y="23141"/>
                </a:lnTo>
                <a:cubicBezTo>
                  <a:pt x="45898" y="23233"/>
                  <a:pt x="46041" y="23291"/>
                  <a:pt x="46198" y="23291"/>
                </a:cubicBezTo>
                <a:cubicBezTo>
                  <a:pt x="46215" y="23291"/>
                  <a:pt x="46233" y="23290"/>
                  <a:pt x="46252" y="23288"/>
                </a:cubicBezTo>
                <a:cubicBezTo>
                  <a:pt x="46459" y="23288"/>
                  <a:pt x="46636" y="23200"/>
                  <a:pt x="46769" y="23052"/>
                </a:cubicBezTo>
                <a:cubicBezTo>
                  <a:pt x="46902" y="22904"/>
                  <a:pt x="46976" y="22727"/>
                  <a:pt x="46961" y="22519"/>
                </a:cubicBezTo>
                <a:cubicBezTo>
                  <a:pt x="46961" y="22342"/>
                  <a:pt x="46887" y="22165"/>
                  <a:pt x="46754" y="22032"/>
                </a:cubicBezTo>
                <a:cubicBezTo>
                  <a:pt x="46739" y="22017"/>
                  <a:pt x="46739" y="22017"/>
                  <a:pt x="46725" y="22002"/>
                </a:cubicBezTo>
                <a:cubicBezTo>
                  <a:pt x="46577" y="21869"/>
                  <a:pt x="46399" y="21810"/>
                  <a:pt x="46192" y="21810"/>
                </a:cubicBezTo>
                <a:cubicBezTo>
                  <a:pt x="45793" y="21825"/>
                  <a:pt x="45468" y="22179"/>
                  <a:pt x="45483" y="22579"/>
                </a:cubicBezTo>
                <a:cubicBezTo>
                  <a:pt x="45497" y="22727"/>
                  <a:pt x="45542" y="22874"/>
                  <a:pt x="45631" y="22978"/>
                </a:cubicBezTo>
                <a:lnTo>
                  <a:pt x="41816" y="26807"/>
                </a:lnTo>
                <a:lnTo>
                  <a:pt x="36907" y="26881"/>
                </a:lnTo>
                <a:cubicBezTo>
                  <a:pt x="36877" y="26748"/>
                  <a:pt x="36803" y="26645"/>
                  <a:pt x="36714" y="26541"/>
                </a:cubicBezTo>
                <a:cubicBezTo>
                  <a:pt x="36574" y="26401"/>
                  <a:pt x="36385" y="26331"/>
                  <a:pt x="36195" y="26331"/>
                </a:cubicBezTo>
                <a:cubicBezTo>
                  <a:pt x="36005" y="26331"/>
                  <a:pt x="35812" y="26401"/>
                  <a:pt x="35665" y="26541"/>
                </a:cubicBezTo>
                <a:cubicBezTo>
                  <a:pt x="35413" y="26807"/>
                  <a:pt x="35384" y="27192"/>
                  <a:pt x="35591" y="27488"/>
                </a:cubicBezTo>
                <a:cubicBezTo>
                  <a:pt x="35576" y="27517"/>
                  <a:pt x="35561" y="27562"/>
                  <a:pt x="35561" y="27591"/>
                </a:cubicBezTo>
                <a:lnTo>
                  <a:pt x="32914" y="30238"/>
                </a:lnTo>
                <a:lnTo>
                  <a:pt x="30889" y="30238"/>
                </a:lnTo>
                <a:lnTo>
                  <a:pt x="33254" y="27872"/>
                </a:lnTo>
                <a:lnTo>
                  <a:pt x="33920" y="27872"/>
                </a:lnTo>
                <a:lnTo>
                  <a:pt x="35576" y="26201"/>
                </a:lnTo>
                <a:cubicBezTo>
                  <a:pt x="35694" y="26290"/>
                  <a:pt x="35857" y="26334"/>
                  <a:pt x="36019" y="26334"/>
                </a:cubicBezTo>
                <a:cubicBezTo>
                  <a:pt x="36389" y="26320"/>
                  <a:pt x="36670" y="26039"/>
                  <a:pt x="36714" y="25684"/>
                </a:cubicBezTo>
                <a:lnTo>
                  <a:pt x="40677" y="25684"/>
                </a:lnTo>
                <a:lnTo>
                  <a:pt x="46000" y="20361"/>
                </a:lnTo>
                <a:lnTo>
                  <a:pt x="46000" y="9641"/>
                </a:lnTo>
                <a:lnTo>
                  <a:pt x="48410" y="7231"/>
                </a:lnTo>
                <a:cubicBezTo>
                  <a:pt x="48542" y="7322"/>
                  <a:pt x="48693" y="7368"/>
                  <a:pt x="48844" y="7368"/>
                </a:cubicBezTo>
                <a:cubicBezTo>
                  <a:pt x="49034" y="7368"/>
                  <a:pt x="49223" y="7296"/>
                  <a:pt x="49371" y="7157"/>
                </a:cubicBezTo>
                <a:cubicBezTo>
                  <a:pt x="49652" y="6861"/>
                  <a:pt x="49652" y="6403"/>
                  <a:pt x="49371" y="6107"/>
                </a:cubicBezTo>
                <a:cubicBezTo>
                  <a:pt x="49224" y="5966"/>
                  <a:pt x="49031" y="5896"/>
                  <a:pt x="48841" y="5896"/>
                </a:cubicBezTo>
                <a:cubicBezTo>
                  <a:pt x="48651" y="5896"/>
                  <a:pt x="48462" y="5966"/>
                  <a:pt x="48322" y="6107"/>
                </a:cubicBezTo>
                <a:cubicBezTo>
                  <a:pt x="48055" y="6373"/>
                  <a:pt x="48041" y="6787"/>
                  <a:pt x="48262" y="7068"/>
                </a:cubicBezTo>
                <a:lnTo>
                  <a:pt x="45778" y="9552"/>
                </a:lnTo>
                <a:lnTo>
                  <a:pt x="45778" y="20272"/>
                </a:lnTo>
                <a:lnTo>
                  <a:pt x="40588" y="25462"/>
                </a:lnTo>
                <a:lnTo>
                  <a:pt x="36714" y="25462"/>
                </a:lnTo>
                <a:cubicBezTo>
                  <a:pt x="36685" y="25314"/>
                  <a:pt x="36611" y="25181"/>
                  <a:pt x="36507" y="25078"/>
                </a:cubicBezTo>
                <a:cubicBezTo>
                  <a:pt x="36360" y="24930"/>
                  <a:pt x="36167" y="24856"/>
                  <a:pt x="35960" y="24856"/>
                </a:cubicBezTo>
                <a:cubicBezTo>
                  <a:pt x="35576" y="24871"/>
                  <a:pt x="35265" y="25181"/>
                  <a:pt x="35251" y="25551"/>
                </a:cubicBezTo>
                <a:lnTo>
                  <a:pt x="33166" y="27650"/>
                </a:lnTo>
                <a:lnTo>
                  <a:pt x="30253" y="27650"/>
                </a:lnTo>
                <a:lnTo>
                  <a:pt x="34245" y="23643"/>
                </a:lnTo>
                <a:lnTo>
                  <a:pt x="39317" y="23643"/>
                </a:lnTo>
                <a:lnTo>
                  <a:pt x="43442" y="19518"/>
                </a:lnTo>
                <a:lnTo>
                  <a:pt x="43442" y="8635"/>
                </a:lnTo>
                <a:lnTo>
                  <a:pt x="47893" y="4170"/>
                </a:lnTo>
                <a:lnTo>
                  <a:pt x="56809" y="4170"/>
                </a:lnTo>
                <a:lnTo>
                  <a:pt x="59648" y="1331"/>
                </a:lnTo>
                <a:cubicBezTo>
                  <a:pt x="59781" y="1424"/>
                  <a:pt x="59925" y="1481"/>
                  <a:pt x="60082" y="1481"/>
                </a:cubicBezTo>
                <a:cubicBezTo>
                  <a:pt x="60100" y="1481"/>
                  <a:pt x="60118" y="1480"/>
                  <a:pt x="60136" y="1479"/>
                </a:cubicBezTo>
                <a:cubicBezTo>
                  <a:pt x="60328" y="1479"/>
                  <a:pt x="60505" y="1390"/>
                  <a:pt x="60638" y="1242"/>
                </a:cubicBezTo>
                <a:cubicBezTo>
                  <a:pt x="60772" y="1109"/>
                  <a:pt x="60846" y="917"/>
                  <a:pt x="60846" y="725"/>
                </a:cubicBezTo>
                <a:cubicBezTo>
                  <a:pt x="60831" y="532"/>
                  <a:pt x="60757" y="355"/>
                  <a:pt x="60624" y="222"/>
                </a:cubicBezTo>
                <a:cubicBezTo>
                  <a:pt x="60624" y="222"/>
                  <a:pt x="60609" y="207"/>
                  <a:pt x="60609" y="207"/>
                </a:cubicBezTo>
                <a:cubicBezTo>
                  <a:pt x="60461" y="74"/>
                  <a:pt x="60284" y="0"/>
                  <a:pt x="60106"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p:cNvPicPr>
            <a:picLocks noChangeAspect="1"/>
          </p:cNvPicPr>
          <p:nvPr/>
        </p:nvPicPr>
        <p:blipFill>
          <a:blip r:embed="rId3"/>
          <a:stretch>
            <a:fillRect/>
          </a:stretch>
        </p:blipFill>
        <p:spPr>
          <a:xfrm rot="16200000">
            <a:off x="5818148" y="401601"/>
            <a:ext cx="1680299" cy="2469750"/>
          </a:xfrm>
          <a:prstGeom prst="rect">
            <a:avLst/>
          </a:prstGeom>
        </p:spPr>
      </p:pic>
      <p:pic>
        <p:nvPicPr>
          <p:cNvPr id="3" name="Picture 2"/>
          <p:cNvPicPr>
            <a:picLocks noChangeAspect="1"/>
          </p:cNvPicPr>
          <p:nvPr/>
        </p:nvPicPr>
        <p:blipFill>
          <a:blip r:embed="rId4"/>
          <a:stretch>
            <a:fillRect/>
          </a:stretch>
        </p:blipFill>
        <p:spPr>
          <a:xfrm>
            <a:off x="4352310" y="2749581"/>
            <a:ext cx="2204524" cy="18366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 ANALYSIS AND RESULTS</a:t>
            </a:r>
            <a:endParaRPr dirty="0"/>
          </a:p>
        </p:txBody>
      </p:sp>
      <p:sp>
        <p:nvSpPr>
          <p:cNvPr id="742" name="Google Shape;742;p46"/>
          <p:cNvSpPr/>
          <p:nvPr/>
        </p:nvSpPr>
        <p:spPr>
          <a:xfrm>
            <a:off x="758350" y="1267000"/>
            <a:ext cx="487500" cy="487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6"/>
          <p:cNvSpPr txBox="1">
            <a:spLocks noGrp="1"/>
          </p:cNvSpPr>
          <p:nvPr>
            <p:ph type="subTitle" idx="4294967295"/>
          </p:nvPr>
        </p:nvSpPr>
        <p:spPr>
          <a:xfrm>
            <a:off x="1586925" y="1899255"/>
            <a:ext cx="12870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District one has a priority and the green light flashes.</a:t>
            </a:r>
            <a:endParaRPr dirty="0"/>
          </a:p>
        </p:txBody>
      </p:sp>
      <p:sp>
        <p:nvSpPr>
          <p:cNvPr id="749" name="Google Shape;749;p46"/>
          <p:cNvSpPr txBox="1">
            <a:spLocks noGrp="1"/>
          </p:cNvSpPr>
          <p:nvPr>
            <p:ph type="subTitle" idx="4294967295"/>
          </p:nvPr>
        </p:nvSpPr>
        <p:spPr>
          <a:xfrm>
            <a:off x="2951606" y="1899255"/>
            <a:ext cx="1287000" cy="441900"/>
          </a:xfrm>
          <a:prstGeom prst="rect">
            <a:avLst/>
          </a:prstGeom>
        </p:spPr>
        <p:txBody>
          <a:bodyPr spcFirstLastPara="1" wrap="square" lIns="91425" tIns="91425" rIns="91425" bIns="91425" anchor="t" anchorCtr="0">
            <a:noAutofit/>
          </a:bodyPr>
          <a:lstStyle/>
          <a:p>
            <a:pPr marL="0" lvl="0" indent="0">
              <a:buNone/>
            </a:pPr>
            <a:r>
              <a:rPr lang="en-US" dirty="0"/>
              <a:t>District two has a priority and the green light flashes.</a:t>
            </a:r>
          </a:p>
        </p:txBody>
      </p:sp>
      <p:sp>
        <p:nvSpPr>
          <p:cNvPr id="750" name="Google Shape;750;p46"/>
          <p:cNvSpPr txBox="1">
            <a:spLocks noGrp="1"/>
          </p:cNvSpPr>
          <p:nvPr>
            <p:ph type="subTitle" idx="4294967295"/>
          </p:nvPr>
        </p:nvSpPr>
        <p:spPr>
          <a:xfrm>
            <a:off x="4670142" y="1936419"/>
            <a:ext cx="12870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traffic light works alternatively.</a:t>
            </a:r>
            <a:endParaRPr dirty="0"/>
          </a:p>
        </p:txBody>
      </p:sp>
      <p:sp>
        <p:nvSpPr>
          <p:cNvPr id="751" name="Google Shape;751;p46"/>
          <p:cNvSpPr/>
          <p:nvPr/>
        </p:nvSpPr>
        <p:spPr>
          <a:xfrm>
            <a:off x="1697039" y="1262430"/>
            <a:ext cx="1176885" cy="524407"/>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latin typeface="Alata"/>
                <a:ea typeface="Alata"/>
                <a:cs typeface="Alata"/>
                <a:sym typeface="Alata"/>
              </a:rPr>
              <a:t>District 1&gt; District 2</a:t>
            </a:r>
            <a:endParaRPr sz="1600" b="1" dirty="0">
              <a:latin typeface="Alata"/>
              <a:ea typeface="Alata"/>
              <a:cs typeface="Alata"/>
              <a:sym typeface="Alata"/>
            </a:endParaRPr>
          </a:p>
        </p:txBody>
      </p:sp>
      <p:grpSp>
        <p:nvGrpSpPr>
          <p:cNvPr id="758" name="Google Shape;758;p46"/>
          <p:cNvGrpSpPr/>
          <p:nvPr/>
        </p:nvGrpSpPr>
        <p:grpSpPr>
          <a:xfrm>
            <a:off x="868069" y="1376721"/>
            <a:ext cx="268057" cy="268057"/>
            <a:chOff x="1635425" y="3220950"/>
            <a:chExt cx="267950" cy="267950"/>
          </a:xfrm>
        </p:grpSpPr>
        <p:sp>
          <p:nvSpPr>
            <p:cNvPr id="759" name="Google Shape;759;p46"/>
            <p:cNvSpPr/>
            <p:nvPr/>
          </p:nvSpPr>
          <p:spPr>
            <a:xfrm>
              <a:off x="1734850" y="3387050"/>
              <a:ext cx="16100" cy="31600"/>
            </a:xfrm>
            <a:custGeom>
              <a:avLst/>
              <a:gdLst/>
              <a:ahLst/>
              <a:cxnLst/>
              <a:rect l="l" t="t" r="r" b="b"/>
              <a:pathLst>
                <a:path w="644" h="1264" extrusionOk="0">
                  <a:moveTo>
                    <a:pt x="1" y="1"/>
                  </a:moveTo>
                  <a:lnTo>
                    <a:pt x="1" y="1263"/>
                  </a:lnTo>
                  <a:lnTo>
                    <a:pt x="310" y="1263"/>
                  </a:lnTo>
                  <a:cubicBezTo>
                    <a:pt x="501" y="1263"/>
                    <a:pt x="644" y="1120"/>
                    <a:pt x="644" y="930"/>
                  </a:cubicBezTo>
                  <a:lnTo>
                    <a:pt x="644" y="310"/>
                  </a:lnTo>
                  <a:cubicBezTo>
                    <a:pt x="644" y="144"/>
                    <a:pt x="501" y="1"/>
                    <a:pt x="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0" name="Google Shape;760;p46"/>
            <p:cNvSpPr/>
            <p:nvPr/>
          </p:nvSpPr>
          <p:spPr>
            <a:xfrm>
              <a:off x="1680075" y="3379325"/>
              <a:ext cx="39325" cy="109575"/>
            </a:xfrm>
            <a:custGeom>
              <a:avLst/>
              <a:gdLst/>
              <a:ahLst/>
              <a:cxnLst/>
              <a:rect l="l" t="t" r="r" b="b"/>
              <a:pathLst>
                <a:path w="1573" h="4383" extrusionOk="0">
                  <a:moveTo>
                    <a:pt x="1" y="0"/>
                  </a:moveTo>
                  <a:lnTo>
                    <a:pt x="1" y="4073"/>
                  </a:lnTo>
                  <a:cubicBezTo>
                    <a:pt x="1" y="4239"/>
                    <a:pt x="144" y="4382"/>
                    <a:pt x="310" y="4382"/>
                  </a:cubicBezTo>
                  <a:lnTo>
                    <a:pt x="1263" y="4382"/>
                  </a:lnTo>
                  <a:cubicBezTo>
                    <a:pt x="1430" y="4382"/>
                    <a:pt x="1572" y="4239"/>
                    <a:pt x="1572" y="4073"/>
                  </a:cubicBezTo>
                  <a:lnTo>
                    <a:pt x="15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1" name="Google Shape;761;p46"/>
            <p:cNvSpPr/>
            <p:nvPr/>
          </p:nvSpPr>
          <p:spPr>
            <a:xfrm>
              <a:off x="1635425" y="3274525"/>
              <a:ext cx="83975" cy="89350"/>
            </a:xfrm>
            <a:custGeom>
              <a:avLst/>
              <a:gdLst/>
              <a:ahLst/>
              <a:cxnLst/>
              <a:rect l="l" t="t" r="r" b="b"/>
              <a:pathLst>
                <a:path w="3359" h="3574" extrusionOk="0">
                  <a:moveTo>
                    <a:pt x="1787" y="1"/>
                  </a:moveTo>
                  <a:cubicBezTo>
                    <a:pt x="786" y="1"/>
                    <a:pt x="1" y="811"/>
                    <a:pt x="1" y="1787"/>
                  </a:cubicBezTo>
                  <a:cubicBezTo>
                    <a:pt x="1" y="2763"/>
                    <a:pt x="810" y="3573"/>
                    <a:pt x="1787" y="3573"/>
                  </a:cubicBezTo>
                  <a:lnTo>
                    <a:pt x="3358" y="3573"/>
                  </a:lnTo>
                  <a:lnTo>
                    <a:pt x="33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2" name="Google Shape;762;p46"/>
            <p:cNvSpPr/>
            <p:nvPr/>
          </p:nvSpPr>
          <p:spPr>
            <a:xfrm>
              <a:off x="1886675" y="3285250"/>
              <a:ext cx="16700" cy="67900"/>
            </a:xfrm>
            <a:custGeom>
              <a:avLst/>
              <a:gdLst/>
              <a:ahLst/>
              <a:cxnLst/>
              <a:rect l="l" t="t" r="r" b="b"/>
              <a:pathLst>
                <a:path w="668" h="2716" extrusionOk="0">
                  <a:moveTo>
                    <a:pt x="0" y="1"/>
                  </a:moveTo>
                  <a:lnTo>
                    <a:pt x="0" y="2715"/>
                  </a:lnTo>
                  <a:lnTo>
                    <a:pt x="500" y="2477"/>
                  </a:lnTo>
                  <a:cubicBezTo>
                    <a:pt x="619" y="2406"/>
                    <a:pt x="667" y="2287"/>
                    <a:pt x="667" y="2168"/>
                  </a:cubicBezTo>
                  <a:lnTo>
                    <a:pt x="667" y="501"/>
                  </a:lnTo>
                  <a:cubicBezTo>
                    <a:pt x="667" y="382"/>
                    <a:pt x="596" y="263"/>
                    <a:pt x="500" y="215"/>
                  </a:cubicBezTo>
                  <a:lnTo>
                    <a:pt x="500" y="239"/>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3" name="Google Shape;763;p46"/>
            <p:cNvSpPr/>
            <p:nvPr/>
          </p:nvSpPr>
          <p:spPr>
            <a:xfrm>
              <a:off x="1734850" y="3220950"/>
              <a:ext cx="136950" cy="196650"/>
            </a:xfrm>
            <a:custGeom>
              <a:avLst/>
              <a:gdLst/>
              <a:ahLst/>
              <a:cxnLst/>
              <a:rect l="l" t="t" r="r" b="b"/>
              <a:pathLst>
                <a:path w="5478" h="7866" extrusionOk="0">
                  <a:moveTo>
                    <a:pt x="5145" y="1"/>
                  </a:moveTo>
                  <a:cubicBezTo>
                    <a:pt x="4954" y="1"/>
                    <a:pt x="4811" y="144"/>
                    <a:pt x="4811" y="310"/>
                  </a:cubicBezTo>
                  <a:lnTo>
                    <a:pt x="4811" y="620"/>
                  </a:lnTo>
                  <a:cubicBezTo>
                    <a:pt x="3406" y="1596"/>
                    <a:pt x="1739" y="2144"/>
                    <a:pt x="1" y="2144"/>
                  </a:cubicBezTo>
                  <a:lnTo>
                    <a:pt x="1" y="5692"/>
                  </a:lnTo>
                  <a:cubicBezTo>
                    <a:pt x="1739" y="5692"/>
                    <a:pt x="3406" y="6240"/>
                    <a:pt x="4811" y="7216"/>
                  </a:cubicBezTo>
                  <a:lnTo>
                    <a:pt x="4811" y="7526"/>
                  </a:lnTo>
                  <a:cubicBezTo>
                    <a:pt x="4787" y="7752"/>
                    <a:pt x="4960" y="7865"/>
                    <a:pt x="5133" y="7865"/>
                  </a:cubicBezTo>
                  <a:cubicBezTo>
                    <a:pt x="5305" y="7865"/>
                    <a:pt x="5478" y="7752"/>
                    <a:pt x="5454" y="7526"/>
                  </a:cubicBezTo>
                  <a:lnTo>
                    <a:pt x="5454" y="310"/>
                  </a:lnTo>
                  <a:cubicBezTo>
                    <a:pt x="5454" y="144"/>
                    <a:pt x="5311" y="1"/>
                    <a:pt x="51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64" name="Google Shape;764;p46"/>
          <p:cNvSpPr/>
          <p:nvPr/>
        </p:nvSpPr>
        <p:spPr>
          <a:xfrm>
            <a:off x="4368160" y="4393581"/>
            <a:ext cx="355118" cy="746229"/>
          </a:xfrm>
          <a:custGeom>
            <a:avLst/>
            <a:gdLst/>
            <a:ahLst/>
            <a:cxnLst/>
            <a:rect l="l" t="t" r="r" b="b"/>
            <a:pathLst>
              <a:path w="5841" h="12274" extrusionOk="0">
                <a:moveTo>
                  <a:pt x="5087" y="1"/>
                </a:moveTo>
                <a:cubicBezTo>
                  <a:pt x="4702" y="1"/>
                  <a:pt x="4362" y="326"/>
                  <a:pt x="4347" y="711"/>
                </a:cubicBezTo>
                <a:cubicBezTo>
                  <a:pt x="4347" y="859"/>
                  <a:pt x="4392" y="992"/>
                  <a:pt x="4451" y="1110"/>
                </a:cubicBezTo>
                <a:lnTo>
                  <a:pt x="636" y="4925"/>
                </a:lnTo>
                <a:lnTo>
                  <a:pt x="636" y="10810"/>
                </a:lnTo>
                <a:cubicBezTo>
                  <a:pt x="296" y="10869"/>
                  <a:pt x="30" y="11150"/>
                  <a:pt x="30" y="11505"/>
                </a:cubicBezTo>
                <a:cubicBezTo>
                  <a:pt x="0" y="11919"/>
                  <a:pt x="325" y="12259"/>
                  <a:pt x="739" y="12273"/>
                </a:cubicBezTo>
                <a:cubicBezTo>
                  <a:pt x="749" y="12274"/>
                  <a:pt x="758" y="12274"/>
                  <a:pt x="767" y="12274"/>
                </a:cubicBezTo>
                <a:cubicBezTo>
                  <a:pt x="1154" y="12274"/>
                  <a:pt x="1479" y="11968"/>
                  <a:pt x="1493" y="11564"/>
                </a:cubicBezTo>
                <a:cubicBezTo>
                  <a:pt x="1508" y="11357"/>
                  <a:pt x="1420" y="11164"/>
                  <a:pt x="1286" y="11017"/>
                </a:cubicBezTo>
                <a:cubicBezTo>
                  <a:pt x="1168" y="10913"/>
                  <a:pt x="1020" y="10839"/>
                  <a:pt x="858" y="10810"/>
                </a:cubicBezTo>
                <a:lnTo>
                  <a:pt x="858" y="5013"/>
                </a:lnTo>
                <a:lnTo>
                  <a:pt x="4584" y="1287"/>
                </a:lnTo>
                <a:cubicBezTo>
                  <a:pt x="4717" y="1406"/>
                  <a:pt x="4880" y="1480"/>
                  <a:pt x="5057" y="1480"/>
                </a:cubicBezTo>
                <a:cubicBezTo>
                  <a:pt x="5066" y="1480"/>
                  <a:pt x="5076" y="1480"/>
                  <a:pt x="5085" y="1480"/>
                </a:cubicBezTo>
                <a:cubicBezTo>
                  <a:pt x="5486" y="1480"/>
                  <a:pt x="5811" y="1174"/>
                  <a:pt x="5826" y="770"/>
                </a:cubicBezTo>
                <a:cubicBezTo>
                  <a:pt x="5841" y="578"/>
                  <a:pt x="5767" y="385"/>
                  <a:pt x="5634" y="237"/>
                </a:cubicBezTo>
                <a:cubicBezTo>
                  <a:pt x="5619" y="237"/>
                  <a:pt x="5619" y="223"/>
                  <a:pt x="5619" y="223"/>
                </a:cubicBezTo>
                <a:cubicBezTo>
                  <a:pt x="5486" y="90"/>
                  <a:pt x="5308" y="16"/>
                  <a:pt x="5116"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6"/>
          <p:cNvSpPr/>
          <p:nvPr/>
        </p:nvSpPr>
        <p:spPr>
          <a:xfrm>
            <a:off x="4054392" y="4354975"/>
            <a:ext cx="851408" cy="945766"/>
          </a:xfrm>
          <a:custGeom>
            <a:avLst/>
            <a:gdLst/>
            <a:ahLst/>
            <a:cxnLst/>
            <a:rect l="l" t="t" r="r" b="b"/>
            <a:pathLst>
              <a:path w="14004" h="15556" extrusionOk="0">
                <a:moveTo>
                  <a:pt x="13249" y="0"/>
                </a:moveTo>
                <a:cubicBezTo>
                  <a:pt x="12865" y="0"/>
                  <a:pt x="12525" y="311"/>
                  <a:pt x="12510" y="710"/>
                </a:cubicBezTo>
                <a:cubicBezTo>
                  <a:pt x="12510" y="887"/>
                  <a:pt x="12569" y="1065"/>
                  <a:pt x="12672" y="1198"/>
                </a:cubicBezTo>
                <a:lnTo>
                  <a:pt x="8503" y="5367"/>
                </a:lnTo>
                <a:lnTo>
                  <a:pt x="8503" y="5412"/>
                </a:lnTo>
                <a:lnTo>
                  <a:pt x="8503" y="12287"/>
                </a:lnTo>
                <a:lnTo>
                  <a:pt x="6048" y="14742"/>
                </a:lnTo>
                <a:lnTo>
                  <a:pt x="1538" y="14742"/>
                </a:lnTo>
                <a:cubicBezTo>
                  <a:pt x="1524" y="14579"/>
                  <a:pt x="1450" y="14417"/>
                  <a:pt x="1331" y="14298"/>
                </a:cubicBezTo>
                <a:cubicBezTo>
                  <a:pt x="1184" y="14150"/>
                  <a:pt x="995" y="14077"/>
                  <a:pt x="807" y="14077"/>
                </a:cubicBezTo>
                <a:cubicBezTo>
                  <a:pt x="618" y="14077"/>
                  <a:pt x="429" y="14150"/>
                  <a:pt x="282" y="14298"/>
                </a:cubicBezTo>
                <a:cubicBezTo>
                  <a:pt x="1" y="14579"/>
                  <a:pt x="1" y="15052"/>
                  <a:pt x="282" y="15333"/>
                </a:cubicBezTo>
                <a:cubicBezTo>
                  <a:pt x="429" y="15481"/>
                  <a:pt x="618" y="15555"/>
                  <a:pt x="807" y="15555"/>
                </a:cubicBezTo>
                <a:cubicBezTo>
                  <a:pt x="995" y="15555"/>
                  <a:pt x="1184" y="15481"/>
                  <a:pt x="1331" y="15333"/>
                </a:cubicBezTo>
                <a:cubicBezTo>
                  <a:pt x="1435" y="15230"/>
                  <a:pt x="1509" y="15097"/>
                  <a:pt x="1524" y="14949"/>
                </a:cubicBezTo>
                <a:lnTo>
                  <a:pt x="6137" y="14949"/>
                </a:lnTo>
                <a:lnTo>
                  <a:pt x="8725" y="12376"/>
                </a:lnTo>
                <a:lnTo>
                  <a:pt x="8725" y="12332"/>
                </a:lnTo>
                <a:lnTo>
                  <a:pt x="8725" y="5471"/>
                </a:lnTo>
                <a:lnTo>
                  <a:pt x="12835" y="1346"/>
                </a:lnTo>
                <a:cubicBezTo>
                  <a:pt x="12953" y="1420"/>
                  <a:pt x="13086" y="1464"/>
                  <a:pt x="13220" y="1479"/>
                </a:cubicBezTo>
                <a:cubicBezTo>
                  <a:pt x="13229" y="1479"/>
                  <a:pt x="13238" y="1479"/>
                  <a:pt x="13247" y="1479"/>
                </a:cubicBezTo>
                <a:cubicBezTo>
                  <a:pt x="13648" y="1479"/>
                  <a:pt x="13974" y="1159"/>
                  <a:pt x="13988" y="769"/>
                </a:cubicBezTo>
                <a:cubicBezTo>
                  <a:pt x="14003" y="547"/>
                  <a:pt x="13914" y="355"/>
                  <a:pt x="13781" y="222"/>
                </a:cubicBezTo>
                <a:cubicBezTo>
                  <a:pt x="13648" y="89"/>
                  <a:pt x="13471" y="0"/>
                  <a:pt x="13279" y="0"/>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6"/>
          <p:cNvSpPr/>
          <p:nvPr/>
        </p:nvSpPr>
        <p:spPr>
          <a:xfrm>
            <a:off x="4019063" y="4408540"/>
            <a:ext cx="396521" cy="386854"/>
          </a:xfrm>
          <a:custGeom>
            <a:avLst/>
            <a:gdLst/>
            <a:ahLst/>
            <a:cxnLst/>
            <a:rect l="l" t="t" r="r" b="b"/>
            <a:pathLst>
              <a:path w="6522" h="6363" extrusionOk="0">
                <a:moveTo>
                  <a:pt x="5782" y="1"/>
                </a:moveTo>
                <a:cubicBezTo>
                  <a:pt x="5590" y="1"/>
                  <a:pt x="5413" y="75"/>
                  <a:pt x="5279" y="208"/>
                </a:cubicBezTo>
                <a:cubicBezTo>
                  <a:pt x="5132" y="341"/>
                  <a:pt x="5043" y="518"/>
                  <a:pt x="5043" y="711"/>
                </a:cubicBezTo>
                <a:cubicBezTo>
                  <a:pt x="5028" y="873"/>
                  <a:pt x="5072" y="1021"/>
                  <a:pt x="5161" y="1139"/>
                </a:cubicBezTo>
                <a:lnTo>
                  <a:pt x="1258" y="5043"/>
                </a:lnTo>
                <a:cubicBezTo>
                  <a:pt x="1121" y="4940"/>
                  <a:pt x="959" y="4888"/>
                  <a:pt x="798" y="4888"/>
                </a:cubicBezTo>
                <a:cubicBezTo>
                  <a:pt x="611" y="4888"/>
                  <a:pt x="425" y="4959"/>
                  <a:pt x="282" y="5102"/>
                </a:cubicBezTo>
                <a:cubicBezTo>
                  <a:pt x="1" y="5398"/>
                  <a:pt x="1" y="5871"/>
                  <a:pt x="282" y="6152"/>
                </a:cubicBezTo>
                <a:cubicBezTo>
                  <a:pt x="430" y="6292"/>
                  <a:pt x="618" y="6363"/>
                  <a:pt x="807" y="6363"/>
                </a:cubicBezTo>
                <a:cubicBezTo>
                  <a:pt x="995" y="6363"/>
                  <a:pt x="1184" y="6292"/>
                  <a:pt x="1332" y="6152"/>
                </a:cubicBezTo>
                <a:cubicBezTo>
                  <a:pt x="1583" y="5900"/>
                  <a:pt x="1613" y="5486"/>
                  <a:pt x="1406" y="5206"/>
                </a:cubicBezTo>
                <a:lnTo>
                  <a:pt x="5309" y="1302"/>
                </a:lnTo>
                <a:cubicBezTo>
                  <a:pt x="5427" y="1405"/>
                  <a:pt x="5575" y="1479"/>
                  <a:pt x="5753" y="1479"/>
                </a:cubicBezTo>
                <a:cubicBezTo>
                  <a:pt x="5769" y="1481"/>
                  <a:pt x="5785" y="1481"/>
                  <a:pt x="5801" y="1481"/>
                </a:cubicBezTo>
                <a:cubicBezTo>
                  <a:pt x="5977" y="1481"/>
                  <a:pt x="6150" y="1409"/>
                  <a:pt x="6285" y="1287"/>
                </a:cubicBezTo>
                <a:cubicBezTo>
                  <a:pt x="6418" y="1154"/>
                  <a:pt x="6507" y="977"/>
                  <a:pt x="6522" y="770"/>
                </a:cubicBezTo>
                <a:cubicBezTo>
                  <a:pt x="6522" y="577"/>
                  <a:pt x="6448" y="385"/>
                  <a:pt x="6315" y="237"/>
                </a:cubicBezTo>
                <a:cubicBezTo>
                  <a:pt x="6315" y="237"/>
                  <a:pt x="6300" y="223"/>
                  <a:pt x="6300" y="223"/>
                </a:cubicBezTo>
                <a:cubicBezTo>
                  <a:pt x="6167" y="89"/>
                  <a:pt x="5989" y="16"/>
                  <a:pt x="5812" y="1"/>
                </a:cubicBezTo>
                <a:close/>
              </a:path>
            </a:pathLst>
          </a:custGeom>
          <a:gradFill>
            <a:gsLst>
              <a:gs pos="0">
                <a:schemeClr val="lt2"/>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6"/>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2.93</a:t>
            </a:r>
            <a:endParaRPr/>
          </a:p>
        </p:txBody>
      </p:sp>
      <p:sp>
        <p:nvSpPr>
          <p:cNvPr id="29" name="Google Shape;751;p46"/>
          <p:cNvSpPr/>
          <p:nvPr/>
        </p:nvSpPr>
        <p:spPr>
          <a:xfrm>
            <a:off x="3061721" y="1273764"/>
            <a:ext cx="1176885" cy="524407"/>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latin typeface="Alata"/>
                <a:ea typeface="Alata"/>
                <a:cs typeface="Alata"/>
                <a:sym typeface="Alata"/>
              </a:rPr>
              <a:t>District 1&lt; District 2</a:t>
            </a:r>
            <a:endParaRPr sz="1600" b="1" dirty="0">
              <a:latin typeface="Alata"/>
              <a:ea typeface="Alata"/>
              <a:cs typeface="Alata"/>
              <a:sym typeface="Alata"/>
            </a:endParaRPr>
          </a:p>
        </p:txBody>
      </p:sp>
      <p:sp>
        <p:nvSpPr>
          <p:cNvPr id="30" name="Google Shape;751;p46"/>
          <p:cNvSpPr/>
          <p:nvPr/>
        </p:nvSpPr>
        <p:spPr>
          <a:xfrm>
            <a:off x="4670142" y="1257499"/>
            <a:ext cx="1176885" cy="524407"/>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latin typeface="Alata"/>
                <a:ea typeface="Alata"/>
                <a:cs typeface="Alata"/>
                <a:sym typeface="Alata"/>
              </a:rPr>
              <a:t>District 1= District 2</a:t>
            </a:r>
            <a:endParaRPr sz="1600" b="1" dirty="0">
              <a:latin typeface="Alata"/>
              <a:ea typeface="Alata"/>
              <a:cs typeface="Alata"/>
              <a:sym typeface="Alata"/>
            </a:endParaRPr>
          </a:p>
        </p:txBody>
      </p:sp>
      <p:pic>
        <p:nvPicPr>
          <p:cNvPr id="2" name="Picture 1"/>
          <p:cNvPicPr>
            <a:picLocks noChangeAspect="1"/>
          </p:cNvPicPr>
          <p:nvPr/>
        </p:nvPicPr>
        <p:blipFill>
          <a:blip r:embed="rId3"/>
          <a:stretch>
            <a:fillRect/>
          </a:stretch>
        </p:blipFill>
        <p:spPr>
          <a:xfrm>
            <a:off x="1714998" y="2870100"/>
            <a:ext cx="1158926" cy="1571212"/>
          </a:xfrm>
          <a:prstGeom prst="rect">
            <a:avLst/>
          </a:prstGeom>
        </p:spPr>
      </p:pic>
      <p:pic>
        <p:nvPicPr>
          <p:cNvPr id="3" name="Picture 2"/>
          <p:cNvPicPr>
            <a:picLocks noChangeAspect="1"/>
          </p:cNvPicPr>
          <p:nvPr/>
        </p:nvPicPr>
        <p:blipFill>
          <a:blip r:embed="rId4"/>
          <a:stretch>
            <a:fillRect/>
          </a:stretch>
        </p:blipFill>
        <p:spPr>
          <a:xfrm>
            <a:off x="3066782" y="2892831"/>
            <a:ext cx="1171824" cy="1548481"/>
          </a:xfrm>
          <a:prstGeom prst="rect">
            <a:avLst/>
          </a:prstGeom>
        </p:spPr>
      </p:pic>
      <p:pic>
        <p:nvPicPr>
          <p:cNvPr id="4" name="Picture 3"/>
          <p:cNvPicPr>
            <a:picLocks noChangeAspect="1"/>
          </p:cNvPicPr>
          <p:nvPr/>
        </p:nvPicPr>
        <p:blipFill>
          <a:blip r:embed="rId5"/>
          <a:stretch>
            <a:fillRect/>
          </a:stretch>
        </p:blipFill>
        <p:spPr>
          <a:xfrm flipH="1">
            <a:off x="4670142" y="2923080"/>
            <a:ext cx="1315524" cy="15308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14" name="Google Shape;514;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CONCLUSIONS AND FUTURE WORKS</a:t>
            </a:r>
            <a:endParaRPr dirty="0"/>
          </a:p>
        </p:txBody>
      </p:sp>
      <p:sp>
        <p:nvSpPr>
          <p:cNvPr id="515" name="Google Shape;515;p35"/>
          <p:cNvSpPr txBox="1">
            <a:spLocks noGrp="1"/>
          </p:cNvSpPr>
          <p:nvPr>
            <p:ph type="subTitle" idx="1"/>
          </p:nvPr>
        </p:nvSpPr>
        <p:spPr>
          <a:xfrm>
            <a:off x="720000" y="1461393"/>
            <a:ext cx="4936997" cy="105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a:t>
            </a:r>
            <a:r>
              <a:rPr lang="en" dirty="0"/>
              <a:t> conclusion, to eliminate the long ques in traffic jams, for example on districts; my smart traffic light works on car density on the road rather than set time. Using its ultrasonic sensor it is able to measure which district has more capacity of cars and allow the more crowded one to have priority in moving.</a:t>
            </a:r>
            <a:endParaRPr dirty="0"/>
          </a:p>
        </p:txBody>
      </p:sp>
      <p:sp>
        <p:nvSpPr>
          <p:cNvPr id="12" name="Subtitle 11"/>
          <p:cNvSpPr>
            <a:spLocks noGrp="1"/>
          </p:cNvSpPr>
          <p:nvPr>
            <p:ph type="subTitle" idx="7"/>
          </p:nvPr>
        </p:nvSpPr>
        <p:spPr>
          <a:xfrm>
            <a:off x="39691" y="1147626"/>
            <a:ext cx="2459100" cy="421200"/>
          </a:xfrm>
        </p:spPr>
        <p:txBody>
          <a:bodyPr/>
          <a:lstStyle/>
          <a:p>
            <a:r>
              <a:rPr lang="en-US" dirty="0"/>
              <a:t>Conclusion</a:t>
            </a:r>
          </a:p>
        </p:txBody>
      </p:sp>
      <p:sp>
        <p:nvSpPr>
          <p:cNvPr id="26" name="Subtitle 11"/>
          <p:cNvSpPr>
            <a:spLocks noGrp="1"/>
          </p:cNvSpPr>
          <p:nvPr>
            <p:ph type="subTitle" idx="7"/>
          </p:nvPr>
        </p:nvSpPr>
        <p:spPr>
          <a:xfrm>
            <a:off x="1811820" y="2723428"/>
            <a:ext cx="2459100" cy="421200"/>
          </a:xfrm>
        </p:spPr>
        <p:txBody>
          <a:bodyPr/>
          <a:lstStyle/>
          <a:p>
            <a:r>
              <a:rPr lang="en-US" dirty="0"/>
              <a:t>Future works</a:t>
            </a:r>
          </a:p>
        </p:txBody>
      </p:sp>
      <p:sp>
        <p:nvSpPr>
          <p:cNvPr id="27" name="Google Shape;515;p35"/>
          <p:cNvSpPr txBox="1">
            <a:spLocks noGrp="1"/>
          </p:cNvSpPr>
          <p:nvPr>
            <p:ph type="subTitle" idx="1"/>
          </p:nvPr>
        </p:nvSpPr>
        <p:spPr>
          <a:xfrm>
            <a:off x="2411104" y="3052116"/>
            <a:ext cx="6012896" cy="130834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the future, to further elaborate on my idea of smart traffic lights and to contribute in solving car traffic issues; a great addition to the project would be adding a sensor on traffic lights that detects waves of signals with those signals attatched on ambulance cars in order to turn green and give priority for the ambulance to pass in order to ensure that the patient reaches the hospital on time without delays.</a:t>
            </a:r>
            <a:endParaRPr dirty="0"/>
          </a:p>
        </p:txBody>
      </p:sp>
      <p:pic>
        <p:nvPicPr>
          <p:cNvPr id="13" name="Picture 12"/>
          <p:cNvPicPr>
            <a:picLocks noChangeAspect="1"/>
          </p:cNvPicPr>
          <p:nvPr/>
        </p:nvPicPr>
        <p:blipFill>
          <a:blip r:embed="rId3"/>
          <a:stretch>
            <a:fillRect/>
          </a:stretch>
        </p:blipFill>
        <p:spPr>
          <a:xfrm>
            <a:off x="330898" y="2681437"/>
            <a:ext cx="1876687" cy="1914792"/>
          </a:xfrm>
          <a:prstGeom prst="rect">
            <a:avLst/>
          </a:prstGeom>
          <a:ln w="88900" cap="sq" cmpd="thickThin">
            <a:solidFill>
              <a:srgbClr val="000000"/>
            </a:solidFill>
            <a:prstDash val="solid"/>
            <a:miter lim="800000"/>
          </a:ln>
          <a:effectLst>
            <a:innerShdw blurRad="76200">
              <a:srgbClr val="000000"/>
            </a:innerShdw>
          </a:effectLst>
        </p:spPr>
      </p:pic>
      <p:pic>
        <p:nvPicPr>
          <p:cNvPr id="2050" name="Picture 2" descr="smart cities technolog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4071" y="1299687"/>
            <a:ext cx="2241564" cy="1470466"/>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3" name="Google Shape;803;p48"/>
          <p:cNvSpPr/>
          <p:nvPr/>
        </p:nvSpPr>
        <p:spPr>
          <a:xfrm>
            <a:off x="8629273" y="241190"/>
            <a:ext cx="196823" cy="1000272"/>
          </a:xfrm>
          <a:custGeom>
            <a:avLst/>
            <a:gdLst/>
            <a:ahLst/>
            <a:cxnLst/>
            <a:rect l="l" t="t" r="r" b="b"/>
            <a:pathLst>
              <a:path w="9405" h="47797" extrusionOk="0">
                <a:moveTo>
                  <a:pt x="5296" y="6164"/>
                </a:moveTo>
                <a:lnTo>
                  <a:pt x="92" y="11276"/>
                </a:lnTo>
                <a:lnTo>
                  <a:pt x="0" y="18923"/>
                </a:lnTo>
                <a:lnTo>
                  <a:pt x="0" y="18991"/>
                </a:lnTo>
                <a:lnTo>
                  <a:pt x="4497" y="23579"/>
                </a:lnTo>
                <a:lnTo>
                  <a:pt x="4292" y="42867"/>
                </a:lnTo>
                <a:lnTo>
                  <a:pt x="4292" y="42935"/>
                </a:lnTo>
                <a:lnTo>
                  <a:pt x="9062" y="47797"/>
                </a:lnTo>
                <a:cubicBezTo>
                  <a:pt x="9176" y="47751"/>
                  <a:pt x="9290" y="47706"/>
                  <a:pt x="9404" y="47660"/>
                </a:cubicBezTo>
                <a:lnTo>
                  <a:pt x="9404" y="47660"/>
                </a:lnTo>
                <a:lnTo>
                  <a:pt x="4634" y="42798"/>
                </a:lnTo>
                <a:lnTo>
                  <a:pt x="4817" y="23511"/>
                </a:lnTo>
                <a:lnTo>
                  <a:pt x="4817" y="23442"/>
                </a:lnTo>
                <a:lnTo>
                  <a:pt x="343" y="18854"/>
                </a:lnTo>
                <a:lnTo>
                  <a:pt x="411" y="11413"/>
                </a:lnTo>
                <a:lnTo>
                  <a:pt x="5638" y="6300"/>
                </a:lnTo>
                <a:lnTo>
                  <a:pt x="5684" y="1"/>
                </a:lnTo>
                <a:lnTo>
                  <a:pt x="536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8"/>
          <p:cNvSpPr/>
          <p:nvPr/>
        </p:nvSpPr>
        <p:spPr>
          <a:xfrm>
            <a:off x="8668447" y="106023"/>
            <a:ext cx="151431" cy="144274"/>
          </a:xfrm>
          <a:custGeom>
            <a:avLst/>
            <a:gdLst/>
            <a:ahLst/>
            <a:cxnLst/>
            <a:rect l="l" t="t" r="r" b="b"/>
            <a:pathLst>
              <a:path w="7236" h="6894" extrusionOk="0">
                <a:moveTo>
                  <a:pt x="1324" y="936"/>
                </a:moveTo>
                <a:cubicBezTo>
                  <a:pt x="23" y="2191"/>
                  <a:pt x="0" y="4291"/>
                  <a:pt x="1278" y="5570"/>
                </a:cubicBezTo>
                <a:lnTo>
                  <a:pt x="1278" y="5570"/>
                </a:lnTo>
                <a:cubicBezTo>
                  <a:pt x="2534" y="6871"/>
                  <a:pt x="4611" y="6893"/>
                  <a:pt x="5912" y="5638"/>
                </a:cubicBezTo>
                <a:lnTo>
                  <a:pt x="5912" y="5638"/>
                </a:lnTo>
                <a:cubicBezTo>
                  <a:pt x="7213" y="4360"/>
                  <a:pt x="7236" y="2283"/>
                  <a:pt x="5958" y="982"/>
                </a:cubicBezTo>
                <a:lnTo>
                  <a:pt x="5958" y="982"/>
                </a:lnTo>
                <a:cubicBezTo>
                  <a:pt x="5318" y="320"/>
                  <a:pt x="4474" y="0"/>
                  <a:pt x="3607" y="0"/>
                </a:cubicBezTo>
                <a:lnTo>
                  <a:pt x="3607" y="0"/>
                </a:lnTo>
                <a:cubicBezTo>
                  <a:pt x="2785" y="0"/>
                  <a:pt x="1963" y="297"/>
                  <a:pt x="1324" y="936"/>
                </a:cubicBezTo>
                <a:close/>
                <a:moveTo>
                  <a:pt x="1507" y="5341"/>
                </a:moveTo>
                <a:cubicBezTo>
                  <a:pt x="365" y="4177"/>
                  <a:pt x="388" y="2306"/>
                  <a:pt x="1552" y="1164"/>
                </a:cubicBezTo>
                <a:lnTo>
                  <a:pt x="1552" y="1164"/>
                </a:lnTo>
                <a:cubicBezTo>
                  <a:pt x="2716" y="23"/>
                  <a:pt x="4588" y="46"/>
                  <a:pt x="5729" y="1210"/>
                </a:cubicBezTo>
                <a:lnTo>
                  <a:pt x="5729" y="1210"/>
                </a:lnTo>
                <a:cubicBezTo>
                  <a:pt x="6871" y="2374"/>
                  <a:pt x="6848" y="4246"/>
                  <a:pt x="5684" y="5387"/>
                </a:cubicBezTo>
                <a:lnTo>
                  <a:pt x="5684" y="5387"/>
                </a:lnTo>
                <a:cubicBezTo>
                  <a:pt x="5113" y="5958"/>
                  <a:pt x="4360" y="6231"/>
                  <a:pt x="3607" y="6231"/>
                </a:cubicBezTo>
                <a:lnTo>
                  <a:pt x="3607" y="6231"/>
                </a:lnTo>
                <a:cubicBezTo>
                  <a:pt x="2853" y="6231"/>
                  <a:pt x="2077" y="5935"/>
                  <a:pt x="1507" y="534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8"/>
          <p:cNvSpPr/>
          <p:nvPr/>
        </p:nvSpPr>
        <p:spPr>
          <a:xfrm>
            <a:off x="8539958" y="148044"/>
            <a:ext cx="96978" cy="353507"/>
          </a:xfrm>
          <a:custGeom>
            <a:avLst/>
            <a:gdLst/>
            <a:ahLst/>
            <a:cxnLst/>
            <a:rect l="l" t="t" r="r" b="b"/>
            <a:pathLst>
              <a:path w="4634" h="16892" extrusionOk="0">
                <a:moveTo>
                  <a:pt x="3447" y="4931"/>
                </a:moveTo>
                <a:lnTo>
                  <a:pt x="46" y="8241"/>
                </a:lnTo>
                <a:lnTo>
                  <a:pt x="0" y="12418"/>
                </a:lnTo>
                <a:lnTo>
                  <a:pt x="4383" y="16891"/>
                </a:lnTo>
                <a:lnTo>
                  <a:pt x="4634" y="16663"/>
                </a:lnTo>
                <a:lnTo>
                  <a:pt x="342" y="12281"/>
                </a:lnTo>
                <a:lnTo>
                  <a:pt x="388" y="8400"/>
                </a:lnTo>
                <a:lnTo>
                  <a:pt x="3789" y="5068"/>
                </a:lnTo>
                <a:lnTo>
                  <a:pt x="3835" y="1"/>
                </a:lnTo>
                <a:lnTo>
                  <a:pt x="349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8"/>
          <p:cNvSpPr/>
          <p:nvPr/>
        </p:nvSpPr>
        <p:spPr>
          <a:xfrm>
            <a:off x="8494568" y="140406"/>
            <a:ext cx="141888" cy="404131"/>
          </a:xfrm>
          <a:custGeom>
            <a:avLst/>
            <a:gdLst/>
            <a:ahLst/>
            <a:cxnLst/>
            <a:rect l="l" t="t" r="r" b="b"/>
            <a:pathLst>
              <a:path w="6780" h="19311" extrusionOk="0">
                <a:moveTo>
                  <a:pt x="2694" y="2557"/>
                </a:moveTo>
                <a:lnTo>
                  <a:pt x="92" y="5113"/>
                </a:lnTo>
                <a:lnTo>
                  <a:pt x="1" y="12554"/>
                </a:lnTo>
                <a:lnTo>
                  <a:pt x="1" y="12646"/>
                </a:lnTo>
                <a:lnTo>
                  <a:pt x="6529" y="19311"/>
                </a:lnTo>
                <a:lnTo>
                  <a:pt x="6780" y="19060"/>
                </a:lnTo>
                <a:lnTo>
                  <a:pt x="343" y="12509"/>
                </a:lnTo>
                <a:lnTo>
                  <a:pt x="412" y="5250"/>
                </a:lnTo>
                <a:lnTo>
                  <a:pt x="3036" y="2694"/>
                </a:lnTo>
                <a:lnTo>
                  <a:pt x="3059" y="1"/>
                </a:lnTo>
                <a:lnTo>
                  <a:pt x="2717"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8"/>
          <p:cNvSpPr/>
          <p:nvPr/>
        </p:nvSpPr>
        <p:spPr>
          <a:xfrm>
            <a:off x="8426263" y="326697"/>
            <a:ext cx="209714" cy="259396"/>
          </a:xfrm>
          <a:custGeom>
            <a:avLst/>
            <a:gdLst/>
            <a:ahLst/>
            <a:cxnLst/>
            <a:rect l="l" t="t" r="r" b="b"/>
            <a:pathLst>
              <a:path w="10021" h="12395" extrusionOk="0">
                <a:moveTo>
                  <a:pt x="1" y="2397"/>
                </a:moveTo>
                <a:lnTo>
                  <a:pt x="9770" y="12395"/>
                </a:lnTo>
                <a:lnTo>
                  <a:pt x="10021" y="12143"/>
                </a:lnTo>
                <a:lnTo>
                  <a:pt x="320" y="2260"/>
                </a:lnTo>
                <a:lnTo>
                  <a:pt x="343" y="23"/>
                </a:lnTo>
                <a:lnTo>
                  <a:pt x="23"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8"/>
          <p:cNvSpPr/>
          <p:nvPr/>
        </p:nvSpPr>
        <p:spPr>
          <a:xfrm>
            <a:off x="8215615" y="288003"/>
            <a:ext cx="65461" cy="108446"/>
          </a:xfrm>
          <a:custGeom>
            <a:avLst/>
            <a:gdLst/>
            <a:ahLst/>
            <a:cxnLst/>
            <a:rect l="l" t="t" r="r" b="b"/>
            <a:pathLst>
              <a:path w="3128" h="5182" extrusionOk="0">
                <a:moveTo>
                  <a:pt x="1" y="229"/>
                </a:moveTo>
                <a:lnTo>
                  <a:pt x="1005" y="1256"/>
                </a:lnTo>
                <a:lnTo>
                  <a:pt x="982" y="3242"/>
                </a:lnTo>
                <a:lnTo>
                  <a:pt x="2900" y="5182"/>
                </a:lnTo>
                <a:lnTo>
                  <a:pt x="3128" y="4954"/>
                </a:lnTo>
                <a:lnTo>
                  <a:pt x="1325" y="3105"/>
                </a:lnTo>
                <a:lnTo>
                  <a:pt x="1347" y="1119"/>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8"/>
          <p:cNvSpPr/>
          <p:nvPr/>
        </p:nvSpPr>
        <p:spPr>
          <a:xfrm>
            <a:off x="8083317" y="245961"/>
            <a:ext cx="8141" cy="120396"/>
          </a:xfrm>
          <a:custGeom>
            <a:avLst/>
            <a:gdLst/>
            <a:ahLst/>
            <a:cxnLst/>
            <a:rect l="l" t="t" r="r" b="b"/>
            <a:pathLst>
              <a:path w="389" h="5753" extrusionOk="0">
                <a:moveTo>
                  <a:pt x="0" y="5753"/>
                </a:moveTo>
                <a:lnTo>
                  <a:pt x="342" y="5753"/>
                </a:lnTo>
                <a:lnTo>
                  <a:pt x="388" y="24"/>
                </a:lnTo>
                <a:lnTo>
                  <a:pt x="6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8"/>
          <p:cNvSpPr/>
          <p:nvPr/>
        </p:nvSpPr>
        <p:spPr>
          <a:xfrm>
            <a:off x="8017879" y="464270"/>
            <a:ext cx="124686" cy="127553"/>
          </a:xfrm>
          <a:custGeom>
            <a:avLst/>
            <a:gdLst/>
            <a:ahLst/>
            <a:cxnLst/>
            <a:rect l="l" t="t" r="r" b="b"/>
            <a:pathLst>
              <a:path w="5958" h="6095" extrusionOk="0">
                <a:moveTo>
                  <a:pt x="0" y="251"/>
                </a:moveTo>
                <a:lnTo>
                  <a:pt x="5729" y="6094"/>
                </a:lnTo>
                <a:lnTo>
                  <a:pt x="5957" y="5843"/>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8"/>
          <p:cNvSpPr/>
          <p:nvPr/>
        </p:nvSpPr>
        <p:spPr>
          <a:xfrm>
            <a:off x="8170728" y="841622"/>
            <a:ext cx="159070" cy="68328"/>
          </a:xfrm>
          <a:custGeom>
            <a:avLst/>
            <a:gdLst/>
            <a:ahLst/>
            <a:cxnLst/>
            <a:rect l="l" t="t" r="r" b="b"/>
            <a:pathLst>
              <a:path w="7601" h="3265" extrusionOk="0">
                <a:moveTo>
                  <a:pt x="0" y="228"/>
                </a:moveTo>
                <a:lnTo>
                  <a:pt x="2922" y="3218"/>
                </a:lnTo>
                <a:lnTo>
                  <a:pt x="7578" y="3264"/>
                </a:lnTo>
                <a:lnTo>
                  <a:pt x="7601" y="2945"/>
                </a:lnTo>
                <a:lnTo>
                  <a:pt x="3059" y="2876"/>
                </a:lnTo>
                <a:lnTo>
                  <a:pt x="228"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8"/>
          <p:cNvSpPr/>
          <p:nvPr/>
        </p:nvSpPr>
        <p:spPr>
          <a:xfrm>
            <a:off x="7973452" y="837793"/>
            <a:ext cx="410828" cy="123263"/>
          </a:xfrm>
          <a:custGeom>
            <a:avLst/>
            <a:gdLst/>
            <a:ahLst/>
            <a:cxnLst/>
            <a:rect l="l" t="t" r="r" b="b"/>
            <a:pathLst>
              <a:path w="19631" h="5890" extrusionOk="0">
                <a:moveTo>
                  <a:pt x="0" y="229"/>
                </a:moveTo>
                <a:lnTo>
                  <a:pt x="5410" y="5752"/>
                </a:lnTo>
                <a:lnTo>
                  <a:pt x="19630" y="5889"/>
                </a:lnTo>
                <a:lnTo>
                  <a:pt x="19630" y="5570"/>
                </a:lnTo>
                <a:lnTo>
                  <a:pt x="5547" y="5410"/>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8"/>
          <p:cNvSpPr/>
          <p:nvPr/>
        </p:nvSpPr>
        <p:spPr>
          <a:xfrm>
            <a:off x="7686380" y="571248"/>
            <a:ext cx="129458" cy="308137"/>
          </a:xfrm>
          <a:custGeom>
            <a:avLst/>
            <a:gdLst/>
            <a:ahLst/>
            <a:cxnLst/>
            <a:rect l="l" t="t" r="r" b="b"/>
            <a:pathLst>
              <a:path w="6186" h="14724" extrusionOk="0">
                <a:moveTo>
                  <a:pt x="0" y="229"/>
                </a:moveTo>
                <a:lnTo>
                  <a:pt x="5844" y="6209"/>
                </a:lnTo>
                <a:lnTo>
                  <a:pt x="5775" y="14700"/>
                </a:lnTo>
                <a:lnTo>
                  <a:pt x="6095" y="14723"/>
                </a:lnTo>
                <a:lnTo>
                  <a:pt x="6186" y="6141"/>
                </a:lnTo>
                <a:lnTo>
                  <a:pt x="6186" y="6072"/>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8"/>
          <p:cNvSpPr/>
          <p:nvPr/>
        </p:nvSpPr>
        <p:spPr>
          <a:xfrm>
            <a:off x="7498647" y="544022"/>
            <a:ext cx="242215" cy="87916"/>
          </a:xfrm>
          <a:custGeom>
            <a:avLst/>
            <a:gdLst/>
            <a:ahLst/>
            <a:cxnLst/>
            <a:rect l="l" t="t" r="r" b="b"/>
            <a:pathLst>
              <a:path w="11574" h="4201" extrusionOk="0">
                <a:moveTo>
                  <a:pt x="1" y="1485"/>
                </a:moveTo>
                <a:lnTo>
                  <a:pt x="2557" y="4109"/>
                </a:lnTo>
                <a:lnTo>
                  <a:pt x="11573" y="4201"/>
                </a:lnTo>
                <a:lnTo>
                  <a:pt x="11573" y="3858"/>
                </a:lnTo>
                <a:lnTo>
                  <a:pt x="2694" y="3767"/>
                </a:lnTo>
                <a:lnTo>
                  <a:pt x="343" y="1370"/>
                </a:lnTo>
                <a:lnTo>
                  <a:pt x="343" y="1"/>
                </a:lnTo>
                <a:lnTo>
                  <a:pt x="2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8"/>
          <p:cNvSpPr/>
          <p:nvPr/>
        </p:nvSpPr>
        <p:spPr>
          <a:xfrm>
            <a:off x="7430824" y="572210"/>
            <a:ext cx="331533" cy="253202"/>
          </a:xfrm>
          <a:custGeom>
            <a:avLst/>
            <a:gdLst/>
            <a:ahLst/>
            <a:cxnLst/>
            <a:rect l="l" t="t" r="r" b="b"/>
            <a:pathLst>
              <a:path w="15842" h="12099" extrusionOk="0">
                <a:moveTo>
                  <a:pt x="1" y="229"/>
                </a:moveTo>
                <a:lnTo>
                  <a:pt x="6072" y="6415"/>
                </a:lnTo>
                <a:lnTo>
                  <a:pt x="13742" y="6506"/>
                </a:lnTo>
                <a:lnTo>
                  <a:pt x="15499" y="8309"/>
                </a:lnTo>
                <a:lnTo>
                  <a:pt x="15453" y="12098"/>
                </a:lnTo>
                <a:lnTo>
                  <a:pt x="15796" y="12098"/>
                </a:lnTo>
                <a:lnTo>
                  <a:pt x="15841" y="8172"/>
                </a:lnTo>
                <a:lnTo>
                  <a:pt x="13879" y="6163"/>
                </a:lnTo>
                <a:lnTo>
                  <a:pt x="6209" y="6095"/>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8"/>
          <p:cNvSpPr/>
          <p:nvPr/>
        </p:nvSpPr>
        <p:spPr>
          <a:xfrm>
            <a:off x="4347620" y="4647325"/>
            <a:ext cx="93630" cy="89339"/>
          </a:xfrm>
          <a:custGeom>
            <a:avLst/>
            <a:gdLst/>
            <a:ahLst/>
            <a:cxnLst/>
            <a:rect l="l" t="t" r="r" b="b"/>
            <a:pathLst>
              <a:path w="4474" h="4269" extrusionOk="0">
                <a:moveTo>
                  <a:pt x="822" y="571"/>
                </a:moveTo>
                <a:cubicBezTo>
                  <a:pt x="23" y="1347"/>
                  <a:pt x="0" y="2648"/>
                  <a:pt x="799" y="3447"/>
                </a:cubicBezTo>
                <a:lnTo>
                  <a:pt x="799" y="3447"/>
                </a:lnTo>
                <a:cubicBezTo>
                  <a:pt x="1575" y="4246"/>
                  <a:pt x="2876" y="4269"/>
                  <a:pt x="3675" y="3470"/>
                </a:cubicBezTo>
                <a:lnTo>
                  <a:pt x="3675" y="3470"/>
                </a:lnTo>
                <a:cubicBezTo>
                  <a:pt x="4474" y="2694"/>
                  <a:pt x="4474" y="1415"/>
                  <a:pt x="3698" y="594"/>
                </a:cubicBezTo>
                <a:lnTo>
                  <a:pt x="3698" y="594"/>
                </a:lnTo>
                <a:cubicBezTo>
                  <a:pt x="3310" y="206"/>
                  <a:pt x="2785" y="0"/>
                  <a:pt x="2237" y="0"/>
                </a:cubicBezTo>
                <a:lnTo>
                  <a:pt x="2237" y="0"/>
                </a:lnTo>
                <a:cubicBezTo>
                  <a:pt x="1735" y="0"/>
                  <a:pt x="1210" y="183"/>
                  <a:pt x="822" y="571"/>
                </a:cubicBezTo>
                <a:close/>
                <a:moveTo>
                  <a:pt x="1027" y="3219"/>
                </a:moveTo>
                <a:cubicBezTo>
                  <a:pt x="365" y="2557"/>
                  <a:pt x="388" y="1461"/>
                  <a:pt x="1050" y="822"/>
                </a:cubicBezTo>
                <a:lnTo>
                  <a:pt x="1050" y="822"/>
                </a:lnTo>
                <a:cubicBezTo>
                  <a:pt x="1735" y="160"/>
                  <a:pt x="2808" y="160"/>
                  <a:pt x="3470" y="845"/>
                </a:cubicBezTo>
                <a:lnTo>
                  <a:pt x="3470" y="845"/>
                </a:lnTo>
                <a:cubicBezTo>
                  <a:pt x="4109" y="1507"/>
                  <a:pt x="4109" y="2580"/>
                  <a:pt x="3447" y="3242"/>
                </a:cubicBezTo>
                <a:lnTo>
                  <a:pt x="3447" y="3242"/>
                </a:lnTo>
                <a:cubicBezTo>
                  <a:pt x="3104" y="3561"/>
                  <a:pt x="2671" y="3721"/>
                  <a:pt x="2237" y="3721"/>
                </a:cubicBezTo>
                <a:lnTo>
                  <a:pt x="2237" y="3721"/>
                </a:lnTo>
                <a:cubicBezTo>
                  <a:pt x="1803" y="3721"/>
                  <a:pt x="1370" y="3561"/>
                  <a:pt x="1027" y="321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8"/>
          <p:cNvSpPr/>
          <p:nvPr/>
        </p:nvSpPr>
        <p:spPr>
          <a:xfrm>
            <a:off x="7326211" y="662007"/>
            <a:ext cx="138080" cy="131864"/>
          </a:xfrm>
          <a:custGeom>
            <a:avLst/>
            <a:gdLst/>
            <a:ahLst/>
            <a:cxnLst/>
            <a:rect l="l" t="t" r="r" b="b"/>
            <a:pathLst>
              <a:path w="6598" h="6301" extrusionOk="0">
                <a:moveTo>
                  <a:pt x="1188" y="845"/>
                </a:moveTo>
                <a:cubicBezTo>
                  <a:pt x="24" y="2009"/>
                  <a:pt x="1" y="3904"/>
                  <a:pt x="1142" y="5091"/>
                </a:cubicBezTo>
                <a:lnTo>
                  <a:pt x="1142" y="5091"/>
                </a:lnTo>
                <a:cubicBezTo>
                  <a:pt x="2306" y="6278"/>
                  <a:pt x="4224" y="6301"/>
                  <a:pt x="5411" y="5136"/>
                </a:cubicBezTo>
                <a:lnTo>
                  <a:pt x="5411" y="5136"/>
                </a:lnTo>
                <a:cubicBezTo>
                  <a:pt x="6575" y="3972"/>
                  <a:pt x="6598" y="2078"/>
                  <a:pt x="5433" y="891"/>
                </a:cubicBezTo>
                <a:lnTo>
                  <a:pt x="5433" y="891"/>
                </a:lnTo>
                <a:cubicBezTo>
                  <a:pt x="4863" y="298"/>
                  <a:pt x="4087" y="1"/>
                  <a:pt x="3288" y="1"/>
                </a:cubicBezTo>
                <a:lnTo>
                  <a:pt x="3288" y="1"/>
                </a:lnTo>
                <a:cubicBezTo>
                  <a:pt x="2535" y="1"/>
                  <a:pt x="1781" y="275"/>
                  <a:pt x="1188" y="845"/>
                </a:cubicBezTo>
                <a:close/>
                <a:moveTo>
                  <a:pt x="1393" y="4863"/>
                </a:moveTo>
                <a:cubicBezTo>
                  <a:pt x="366" y="3813"/>
                  <a:pt x="389" y="2124"/>
                  <a:pt x="1439" y="1096"/>
                </a:cubicBezTo>
                <a:lnTo>
                  <a:pt x="1439" y="1096"/>
                </a:lnTo>
                <a:cubicBezTo>
                  <a:pt x="2489" y="46"/>
                  <a:pt x="4178" y="69"/>
                  <a:pt x="5205" y="1119"/>
                </a:cubicBezTo>
                <a:lnTo>
                  <a:pt x="5205" y="1119"/>
                </a:lnTo>
                <a:cubicBezTo>
                  <a:pt x="6232" y="2169"/>
                  <a:pt x="6209" y="3881"/>
                  <a:pt x="5160" y="4908"/>
                </a:cubicBezTo>
                <a:lnTo>
                  <a:pt x="5160" y="4908"/>
                </a:lnTo>
                <a:cubicBezTo>
                  <a:pt x="4657" y="5410"/>
                  <a:pt x="3973" y="5661"/>
                  <a:pt x="3288" y="5661"/>
                </a:cubicBezTo>
                <a:lnTo>
                  <a:pt x="3288" y="5661"/>
                </a:lnTo>
                <a:cubicBezTo>
                  <a:pt x="2603" y="5661"/>
                  <a:pt x="1918" y="5388"/>
                  <a:pt x="1393" y="486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8"/>
          <p:cNvSpPr/>
          <p:nvPr/>
        </p:nvSpPr>
        <p:spPr>
          <a:xfrm>
            <a:off x="7583211" y="350093"/>
            <a:ext cx="132806" cy="126611"/>
          </a:xfrm>
          <a:custGeom>
            <a:avLst/>
            <a:gdLst/>
            <a:ahLst/>
            <a:cxnLst/>
            <a:rect l="l" t="t" r="r" b="b"/>
            <a:pathLst>
              <a:path w="6346" h="6050" extrusionOk="0">
                <a:moveTo>
                  <a:pt x="1164" y="823"/>
                </a:moveTo>
                <a:cubicBezTo>
                  <a:pt x="23" y="1941"/>
                  <a:pt x="0" y="3767"/>
                  <a:pt x="1118" y="4885"/>
                </a:cubicBezTo>
                <a:lnTo>
                  <a:pt x="1118" y="4885"/>
                </a:lnTo>
                <a:cubicBezTo>
                  <a:pt x="2237" y="6027"/>
                  <a:pt x="4063" y="6050"/>
                  <a:pt x="5181" y="4931"/>
                </a:cubicBezTo>
                <a:lnTo>
                  <a:pt x="5181" y="4931"/>
                </a:lnTo>
                <a:cubicBezTo>
                  <a:pt x="6323" y="3813"/>
                  <a:pt x="6345" y="2010"/>
                  <a:pt x="5227" y="868"/>
                </a:cubicBezTo>
                <a:lnTo>
                  <a:pt x="5227" y="868"/>
                </a:lnTo>
                <a:cubicBezTo>
                  <a:pt x="4656" y="298"/>
                  <a:pt x="3926" y="1"/>
                  <a:pt x="3173" y="1"/>
                </a:cubicBezTo>
                <a:lnTo>
                  <a:pt x="3173" y="1"/>
                </a:lnTo>
                <a:cubicBezTo>
                  <a:pt x="2442" y="1"/>
                  <a:pt x="1712" y="275"/>
                  <a:pt x="1164" y="823"/>
                </a:cubicBezTo>
                <a:moveTo>
                  <a:pt x="1347" y="4657"/>
                </a:moveTo>
                <a:cubicBezTo>
                  <a:pt x="388" y="3653"/>
                  <a:pt x="388" y="2032"/>
                  <a:pt x="1392" y="1074"/>
                </a:cubicBezTo>
                <a:lnTo>
                  <a:pt x="1392" y="1074"/>
                </a:lnTo>
                <a:cubicBezTo>
                  <a:pt x="2397" y="92"/>
                  <a:pt x="4017" y="92"/>
                  <a:pt x="4999" y="1096"/>
                </a:cubicBezTo>
                <a:lnTo>
                  <a:pt x="4999" y="1096"/>
                </a:lnTo>
                <a:cubicBezTo>
                  <a:pt x="5957" y="2101"/>
                  <a:pt x="5957" y="3721"/>
                  <a:pt x="4953" y="4703"/>
                </a:cubicBezTo>
                <a:lnTo>
                  <a:pt x="4953" y="4703"/>
                </a:lnTo>
                <a:cubicBezTo>
                  <a:pt x="4451" y="5182"/>
                  <a:pt x="3812" y="5410"/>
                  <a:pt x="3173" y="5410"/>
                </a:cubicBezTo>
                <a:lnTo>
                  <a:pt x="3173" y="5410"/>
                </a:lnTo>
                <a:cubicBezTo>
                  <a:pt x="2511" y="5410"/>
                  <a:pt x="1849" y="5159"/>
                  <a:pt x="1347" y="4657"/>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8"/>
          <p:cNvSpPr/>
          <p:nvPr/>
        </p:nvSpPr>
        <p:spPr>
          <a:xfrm>
            <a:off x="7790992" y="299471"/>
            <a:ext cx="132325" cy="126611"/>
          </a:xfrm>
          <a:custGeom>
            <a:avLst/>
            <a:gdLst/>
            <a:ahLst/>
            <a:cxnLst/>
            <a:rect l="l" t="t" r="r" b="b"/>
            <a:pathLst>
              <a:path w="6323" h="6050" extrusionOk="0">
                <a:moveTo>
                  <a:pt x="1141" y="822"/>
                </a:moveTo>
                <a:cubicBezTo>
                  <a:pt x="23" y="1941"/>
                  <a:pt x="0" y="3767"/>
                  <a:pt x="1096" y="4885"/>
                </a:cubicBezTo>
                <a:lnTo>
                  <a:pt x="1096" y="4885"/>
                </a:lnTo>
                <a:cubicBezTo>
                  <a:pt x="2214" y="6026"/>
                  <a:pt x="4040" y="6049"/>
                  <a:pt x="5159" y="4931"/>
                </a:cubicBezTo>
                <a:lnTo>
                  <a:pt x="5159" y="4931"/>
                </a:lnTo>
                <a:cubicBezTo>
                  <a:pt x="6300" y="3812"/>
                  <a:pt x="6323" y="2009"/>
                  <a:pt x="5204" y="868"/>
                </a:cubicBezTo>
                <a:lnTo>
                  <a:pt x="5204" y="868"/>
                </a:lnTo>
                <a:cubicBezTo>
                  <a:pt x="4656" y="297"/>
                  <a:pt x="3903" y="0"/>
                  <a:pt x="3150" y="0"/>
                </a:cubicBezTo>
                <a:lnTo>
                  <a:pt x="3150" y="0"/>
                </a:lnTo>
                <a:cubicBezTo>
                  <a:pt x="2419" y="0"/>
                  <a:pt x="1712" y="274"/>
                  <a:pt x="1141" y="822"/>
                </a:cubicBezTo>
                <a:moveTo>
                  <a:pt x="1347" y="4657"/>
                </a:moveTo>
                <a:cubicBezTo>
                  <a:pt x="365" y="3652"/>
                  <a:pt x="388" y="2055"/>
                  <a:pt x="1370" y="1073"/>
                </a:cubicBezTo>
                <a:lnTo>
                  <a:pt x="1370" y="1073"/>
                </a:lnTo>
                <a:cubicBezTo>
                  <a:pt x="2374" y="92"/>
                  <a:pt x="3994" y="92"/>
                  <a:pt x="4976" y="1096"/>
                </a:cubicBezTo>
                <a:lnTo>
                  <a:pt x="4976" y="1096"/>
                </a:lnTo>
                <a:cubicBezTo>
                  <a:pt x="5957" y="2100"/>
                  <a:pt x="5935" y="3721"/>
                  <a:pt x="4930" y="4702"/>
                </a:cubicBezTo>
                <a:lnTo>
                  <a:pt x="4930" y="4702"/>
                </a:lnTo>
                <a:cubicBezTo>
                  <a:pt x="4451" y="5182"/>
                  <a:pt x="3789" y="5410"/>
                  <a:pt x="3150" y="5410"/>
                </a:cubicBezTo>
                <a:lnTo>
                  <a:pt x="3150" y="5410"/>
                </a:lnTo>
                <a:cubicBezTo>
                  <a:pt x="2488" y="5410"/>
                  <a:pt x="1849" y="5159"/>
                  <a:pt x="1347" y="4657"/>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8"/>
          <p:cNvSpPr/>
          <p:nvPr/>
        </p:nvSpPr>
        <p:spPr>
          <a:xfrm>
            <a:off x="7622847" y="508677"/>
            <a:ext cx="85049" cy="81241"/>
          </a:xfrm>
          <a:custGeom>
            <a:avLst/>
            <a:gdLst/>
            <a:ahLst/>
            <a:cxnLst/>
            <a:rect l="l" t="t" r="r" b="b"/>
            <a:pathLst>
              <a:path w="4064" h="3882" extrusionOk="0">
                <a:moveTo>
                  <a:pt x="754" y="526"/>
                </a:moveTo>
                <a:cubicBezTo>
                  <a:pt x="23" y="1233"/>
                  <a:pt x="1" y="2420"/>
                  <a:pt x="708" y="3151"/>
                </a:cubicBezTo>
                <a:lnTo>
                  <a:pt x="708" y="3151"/>
                </a:lnTo>
                <a:cubicBezTo>
                  <a:pt x="1439" y="3858"/>
                  <a:pt x="2603" y="3881"/>
                  <a:pt x="3333" y="3174"/>
                </a:cubicBezTo>
                <a:lnTo>
                  <a:pt x="3333" y="3174"/>
                </a:lnTo>
                <a:cubicBezTo>
                  <a:pt x="4063" y="2466"/>
                  <a:pt x="4063" y="1279"/>
                  <a:pt x="3356" y="549"/>
                </a:cubicBezTo>
                <a:lnTo>
                  <a:pt x="3356" y="549"/>
                </a:lnTo>
                <a:cubicBezTo>
                  <a:pt x="2991" y="183"/>
                  <a:pt x="2511" y="1"/>
                  <a:pt x="2032" y="1"/>
                </a:cubicBezTo>
                <a:lnTo>
                  <a:pt x="2032" y="1"/>
                </a:lnTo>
                <a:cubicBezTo>
                  <a:pt x="1575" y="1"/>
                  <a:pt x="1096" y="183"/>
                  <a:pt x="754" y="526"/>
                </a:cubicBezTo>
                <a:moveTo>
                  <a:pt x="959" y="2900"/>
                </a:moveTo>
                <a:cubicBezTo>
                  <a:pt x="366" y="2306"/>
                  <a:pt x="389" y="1348"/>
                  <a:pt x="982" y="777"/>
                </a:cubicBezTo>
                <a:lnTo>
                  <a:pt x="982" y="777"/>
                </a:lnTo>
                <a:cubicBezTo>
                  <a:pt x="1575" y="183"/>
                  <a:pt x="2534" y="183"/>
                  <a:pt x="3128" y="800"/>
                </a:cubicBezTo>
                <a:lnTo>
                  <a:pt x="3128" y="800"/>
                </a:lnTo>
                <a:cubicBezTo>
                  <a:pt x="3698" y="1393"/>
                  <a:pt x="3698" y="2352"/>
                  <a:pt x="3105" y="2922"/>
                </a:cubicBezTo>
                <a:lnTo>
                  <a:pt x="3105" y="2922"/>
                </a:lnTo>
                <a:cubicBezTo>
                  <a:pt x="2808" y="3219"/>
                  <a:pt x="2420" y="3356"/>
                  <a:pt x="2032" y="3356"/>
                </a:cubicBezTo>
                <a:lnTo>
                  <a:pt x="2032" y="3356"/>
                </a:lnTo>
                <a:cubicBezTo>
                  <a:pt x="1644" y="3356"/>
                  <a:pt x="1256" y="3219"/>
                  <a:pt x="959" y="290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8"/>
          <p:cNvSpPr/>
          <p:nvPr/>
        </p:nvSpPr>
        <p:spPr>
          <a:xfrm>
            <a:off x="7910881" y="778570"/>
            <a:ext cx="85049" cy="81220"/>
          </a:xfrm>
          <a:custGeom>
            <a:avLst/>
            <a:gdLst/>
            <a:ahLst/>
            <a:cxnLst/>
            <a:rect l="l" t="t" r="r" b="b"/>
            <a:pathLst>
              <a:path w="4064" h="3881" extrusionOk="0">
                <a:moveTo>
                  <a:pt x="731" y="525"/>
                </a:moveTo>
                <a:cubicBezTo>
                  <a:pt x="0" y="1233"/>
                  <a:pt x="0" y="2397"/>
                  <a:pt x="708" y="3127"/>
                </a:cubicBezTo>
                <a:lnTo>
                  <a:pt x="708" y="3127"/>
                </a:lnTo>
                <a:cubicBezTo>
                  <a:pt x="1415" y="3858"/>
                  <a:pt x="2579" y="3880"/>
                  <a:pt x="3310" y="3150"/>
                </a:cubicBezTo>
                <a:lnTo>
                  <a:pt x="3310" y="3150"/>
                </a:lnTo>
                <a:cubicBezTo>
                  <a:pt x="4040" y="2442"/>
                  <a:pt x="4063" y="1278"/>
                  <a:pt x="3333" y="548"/>
                </a:cubicBezTo>
                <a:lnTo>
                  <a:pt x="3333" y="548"/>
                </a:lnTo>
                <a:cubicBezTo>
                  <a:pt x="2990" y="183"/>
                  <a:pt x="2511" y="0"/>
                  <a:pt x="2032" y="0"/>
                </a:cubicBezTo>
                <a:lnTo>
                  <a:pt x="2032" y="0"/>
                </a:lnTo>
                <a:cubicBezTo>
                  <a:pt x="1552" y="0"/>
                  <a:pt x="1096" y="160"/>
                  <a:pt x="731" y="525"/>
                </a:cubicBezTo>
                <a:moveTo>
                  <a:pt x="936" y="2899"/>
                </a:moveTo>
                <a:cubicBezTo>
                  <a:pt x="365" y="2305"/>
                  <a:pt x="365" y="1347"/>
                  <a:pt x="959" y="753"/>
                </a:cubicBezTo>
                <a:lnTo>
                  <a:pt x="959" y="753"/>
                </a:lnTo>
                <a:cubicBezTo>
                  <a:pt x="1552" y="183"/>
                  <a:pt x="2511" y="183"/>
                  <a:pt x="3104" y="776"/>
                </a:cubicBezTo>
                <a:lnTo>
                  <a:pt x="3104" y="776"/>
                </a:lnTo>
                <a:cubicBezTo>
                  <a:pt x="3698" y="1370"/>
                  <a:pt x="3675" y="2328"/>
                  <a:pt x="3082" y="2922"/>
                </a:cubicBezTo>
                <a:lnTo>
                  <a:pt x="3082" y="2922"/>
                </a:lnTo>
                <a:cubicBezTo>
                  <a:pt x="2785" y="3219"/>
                  <a:pt x="2397" y="3355"/>
                  <a:pt x="2032" y="3355"/>
                </a:cubicBezTo>
                <a:lnTo>
                  <a:pt x="2032" y="3355"/>
                </a:lnTo>
                <a:cubicBezTo>
                  <a:pt x="1621" y="3355"/>
                  <a:pt x="1233" y="3196"/>
                  <a:pt x="936" y="289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8"/>
          <p:cNvSpPr/>
          <p:nvPr/>
        </p:nvSpPr>
        <p:spPr>
          <a:xfrm>
            <a:off x="7554061" y="188642"/>
            <a:ext cx="85049" cy="81241"/>
          </a:xfrm>
          <a:custGeom>
            <a:avLst/>
            <a:gdLst/>
            <a:ahLst/>
            <a:cxnLst/>
            <a:rect l="l" t="t" r="r" b="b"/>
            <a:pathLst>
              <a:path w="4064" h="3882" extrusionOk="0">
                <a:moveTo>
                  <a:pt x="731" y="526"/>
                </a:moveTo>
                <a:cubicBezTo>
                  <a:pt x="1" y="1234"/>
                  <a:pt x="1" y="2398"/>
                  <a:pt x="708" y="3128"/>
                </a:cubicBezTo>
                <a:lnTo>
                  <a:pt x="708" y="3128"/>
                </a:lnTo>
                <a:cubicBezTo>
                  <a:pt x="1416" y="3858"/>
                  <a:pt x="2603" y="3881"/>
                  <a:pt x="3333" y="3151"/>
                </a:cubicBezTo>
                <a:lnTo>
                  <a:pt x="3333" y="3151"/>
                </a:lnTo>
                <a:cubicBezTo>
                  <a:pt x="4064" y="2443"/>
                  <a:pt x="4064" y="1279"/>
                  <a:pt x="3356" y="549"/>
                </a:cubicBezTo>
                <a:lnTo>
                  <a:pt x="3356" y="549"/>
                </a:lnTo>
                <a:cubicBezTo>
                  <a:pt x="2991" y="184"/>
                  <a:pt x="2511" y="1"/>
                  <a:pt x="2032" y="1"/>
                </a:cubicBezTo>
                <a:lnTo>
                  <a:pt x="2032" y="1"/>
                </a:lnTo>
                <a:cubicBezTo>
                  <a:pt x="1576" y="1"/>
                  <a:pt x="1096" y="161"/>
                  <a:pt x="731" y="526"/>
                </a:cubicBezTo>
                <a:moveTo>
                  <a:pt x="959" y="2900"/>
                </a:moveTo>
                <a:cubicBezTo>
                  <a:pt x="366" y="2306"/>
                  <a:pt x="366" y="1348"/>
                  <a:pt x="982" y="754"/>
                </a:cubicBezTo>
                <a:lnTo>
                  <a:pt x="982" y="754"/>
                </a:lnTo>
                <a:cubicBezTo>
                  <a:pt x="1576" y="161"/>
                  <a:pt x="2534" y="184"/>
                  <a:pt x="3105" y="777"/>
                </a:cubicBezTo>
                <a:lnTo>
                  <a:pt x="3105" y="777"/>
                </a:lnTo>
                <a:cubicBezTo>
                  <a:pt x="3698" y="1370"/>
                  <a:pt x="3698" y="2329"/>
                  <a:pt x="3082" y="2923"/>
                </a:cubicBezTo>
                <a:lnTo>
                  <a:pt x="3082" y="2923"/>
                </a:lnTo>
                <a:cubicBezTo>
                  <a:pt x="2808" y="3196"/>
                  <a:pt x="2420" y="3356"/>
                  <a:pt x="2032" y="3356"/>
                </a:cubicBezTo>
                <a:lnTo>
                  <a:pt x="2032" y="3356"/>
                </a:lnTo>
                <a:cubicBezTo>
                  <a:pt x="1644" y="3356"/>
                  <a:pt x="1256" y="3196"/>
                  <a:pt x="959" y="290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8"/>
          <p:cNvSpPr/>
          <p:nvPr/>
        </p:nvSpPr>
        <p:spPr>
          <a:xfrm>
            <a:off x="8105290" y="780956"/>
            <a:ext cx="81220" cy="77871"/>
          </a:xfrm>
          <a:custGeom>
            <a:avLst/>
            <a:gdLst/>
            <a:ahLst/>
            <a:cxnLst/>
            <a:rect l="l" t="t" r="r" b="b"/>
            <a:pathLst>
              <a:path w="3881" h="3721" extrusionOk="0">
                <a:moveTo>
                  <a:pt x="1963" y="0"/>
                </a:moveTo>
                <a:cubicBezTo>
                  <a:pt x="1461" y="23"/>
                  <a:pt x="1004" y="229"/>
                  <a:pt x="662" y="594"/>
                </a:cubicBezTo>
                <a:lnTo>
                  <a:pt x="662" y="594"/>
                </a:lnTo>
                <a:cubicBezTo>
                  <a:pt x="0" y="1324"/>
                  <a:pt x="23" y="2443"/>
                  <a:pt x="708" y="3150"/>
                </a:cubicBezTo>
                <a:lnTo>
                  <a:pt x="708" y="3150"/>
                </a:lnTo>
                <a:cubicBezTo>
                  <a:pt x="730" y="3173"/>
                  <a:pt x="753" y="3196"/>
                  <a:pt x="776" y="3219"/>
                </a:cubicBezTo>
                <a:lnTo>
                  <a:pt x="776" y="3219"/>
                </a:lnTo>
                <a:cubicBezTo>
                  <a:pt x="1119" y="3538"/>
                  <a:pt x="1598" y="3721"/>
                  <a:pt x="2100" y="3698"/>
                </a:cubicBezTo>
                <a:lnTo>
                  <a:pt x="2100" y="3698"/>
                </a:lnTo>
                <a:cubicBezTo>
                  <a:pt x="2579" y="3675"/>
                  <a:pt x="3036" y="3470"/>
                  <a:pt x="3378" y="3105"/>
                </a:cubicBezTo>
                <a:lnTo>
                  <a:pt x="3378" y="3105"/>
                </a:lnTo>
                <a:cubicBezTo>
                  <a:pt x="3721" y="2739"/>
                  <a:pt x="3880" y="2283"/>
                  <a:pt x="3880" y="1781"/>
                </a:cubicBezTo>
                <a:lnTo>
                  <a:pt x="3880" y="1781"/>
                </a:lnTo>
                <a:cubicBezTo>
                  <a:pt x="3858" y="1301"/>
                  <a:pt x="3652" y="845"/>
                  <a:pt x="3287" y="502"/>
                </a:cubicBezTo>
                <a:lnTo>
                  <a:pt x="3287" y="502"/>
                </a:lnTo>
                <a:cubicBezTo>
                  <a:pt x="2945" y="183"/>
                  <a:pt x="2488" y="0"/>
                  <a:pt x="2032" y="0"/>
                </a:cubicBezTo>
                <a:lnTo>
                  <a:pt x="2032" y="0"/>
                </a:lnTo>
                <a:cubicBezTo>
                  <a:pt x="2009" y="0"/>
                  <a:pt x="1986" y="0"/>
                  <a:pt x="1963" y="0"/>
                </a:cubicBezTo>
                <a:moveTo>
                  <a:pt x="982" y="2968"/>
                </a:moveTo>
                <a:cubicBezTo>
                  <a:pt x="388" y="2397"/>
                  <a:pt x="342" y="1438"/>
                  <a:pt x="913" y="822"/>
                </a:cubicBezTo>
                <a:lnTo>
                  <a:pt x="913" y="822"/>
                </a:lnTo>
                <a:cubicBezTo>
                  <a:pt x="1187" y="525"/>
                  <a:pt x="1575" y="365"/>
                  <a:pt x="1963" y="343"/>
                </a:cubicBezTo>
                <a:lnTo>
                  <a:pt x="1963" y="343"/>
                </a:lnTo>
                <a:cubicBezTo>
                  <a:pt x="2374" y="320"/>
                  <a:pt x="2762" y="480"/>
                  <a:pt x="3059" y="753"/>
                </a:cubicBezTo>
                <a:lnTo>
                  <a:pt x="3059" y="753"/>
                </a:lnTo>
                <a:cubicBezTo>
                  <a:pt x="3081" y="753"/>
                  <a:pt x="3081" y="776"/>
                  <a:pt x="3104" y="799"/>
                </a:cubicBezTo>
                <a:lnTo>
                  <a:pt x="3104" y="799"/>
                </a:lnTo>
                <a:cubicBezTo>
                  <a:pt x="3675" y="1370"/>
                  <a:pt x="3675" y="2283"/>
                  <a:pt x="3127" y="2876"/>
                </a:cubicBezTo>
                <a:lnTo>
                  <a:pt x="3127" y="2876"/>
                </a:lnTo>
                <a:cubicBezTo>
                  <a:pt x="2830" y="3196"/>
                  <a:pt x="2420" y="3378"/>
                  <a:pt x="2032" y="3378"/>
                </a:cubicBezTo>
                <a:lnTo>
                  <a:pt x="2032" y="3378"/>
                </a:lnTo>
                <a:cubicBezTo>
                  <a:pt x="1643" y="3378"/>
                  <a:pt x="1278" y="3241"/>
                  <a:pt x="982" y="2968"/>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8"/>
          <p:cNvSpPr/>
          <p:nvPr/>
        </p:nvSpPr>
        <p:spPr>
          <a:xfrm>
            <a:off x="7946708" y="231647"/>
            <a:ext cx="103194" cy="102712"/>
          </a:xfrm>
          <a:custGeom>
            <a:avLst/>
            <a:gdLst/>
            <a:ahLst/>
            <a:cxnLst/>
            <a:rect l="l" t="t" r="r" b="b"/>
            <a:pathLst>
              <a:path w="4931" h="4908" extrusionOk="0">
                <a:moveTo>
                  <a:pt x="662" y="776"/>
                </a:moveTo>
                <a:cubicBezTo>
                  <a:pt x="228" y="1256"/>
                  <a:pt x="0" y="1872"/>
                  <a:pt x="23" y="2534"/>
                </a:cubicBezTo>
                <a:lnTo>
                  <a:pt x="23" y="2534"/>
                </a:lnTo>
                <a:cubicBezTo>
                  <a:pt x="46" y="3150"/>
                  <a:pt x="274" y="3721"/>
                  <a:pt x="708" y="4154"/>
                </a:cubicBezTo>
                <a:lnTo>
                  <a:pt x="708" y="4154"/>
                </a:lnTo>
                <a:cubicBezTo>
                  <a:pt x="730" y="4177"/>
                  <a:pt x="776" y="4200"/>
                  <a:pt x="799" y="4223"/>
                </a:cubicBezTo>
                <a:lnTo>
                  <a:pt x="799" y="4223"/>
                </a:lnTo>
                <a:cubicBezTo>
                  <a:pt x="1278" y="4679"/>
                  <a:pt x="1895" y="4908"/>
                  <a:pt x="2556" y="4885"/>
                </a:cubicBezTo>
                <a:lnTo>
                  <a:pt x="2556" y="4885"/>
                </a:lnTo>
                <a:cubicBezTo>
                  <a:pt x="3196" y="4862"/>
                  <a:pt x="3812" y="4588"/>
                  <a:pt x="4246" y="4109"/>
                </a:cubicBezTo>
                <a:lnTo>
                  <a:pt x="4246" y="4109"/>
                </a:lnTo>
                <a:cubicBezTo>
                  <a:pt x="4702" y="3629"/>
                  <a:pt x="4930" y="3013"/>
                  <a:pt x="4908" y="2351"/>
                </a:cubicBezTo>
                <a:lnTo>
                  <a:pt x="4908" y="2351"/>
                </a:lnTo>
                <a:cubicBezTo>
                  <a:pt x="4885" y="1689"/>
                  <a:pt x="4611" y="1096"/>
                  <a:pt x="4131" y="662"/>
                </a:cubicBezTo>
                <a:lnTo>
                  <a:pt x="4131" y="662"/>
                </a:lnTo>
                <a:cubicBezTo>
                  <a:pt x="3652" y="206"/>
                  <a:pt x="3059" y="0"/>
                  <a:pt x="2465" y="0"/>
                </a:cubicBezTo>
                <a:lnTo>
                  <a:pt x="2465" y="0"/>
                </a:lnTo>
                <a:cubicBezTo>
                  <a:pt x="1803" y="0"/>
                  <a:pt x="1141" y="251"/>
                  <a:pt x="662" y="776"/>
                </a:cubicBezTo>
                <a:moveTo>
                  <a:pt x="1027" y="3995"/>
                </a:moveTo>
                <a:cubicBezTo>
                  <a:pt x="616" y="3607"/>
                  <a:pt x="365" y="3082"/>
                  <a:pt x="342" y="2511"/>
                </a:cubicBezTo>
                <a:lnTo>
                  <a:pt x="342" y="2511"/>
                </a:lnTo>
                <a:cubicBezTo>
                  <a:pt x="320" y="1963"/>
                  <a:pt x="525" y="1415"/>
                  <a:pt x="913" y="1005"/>
                </a:cubicBezTo>
                <a:lnTo>
                  <a:pt x="913" y="1005"/>
                </a:lnTo>
                <a:cubicBezTo>
                  <a:pt x="1712" y="160"/>
                  <a:pt x="3036" y="114"/>
                  <a:pt x="3903" y="890"/>
                </a:cubicBezTo>
                <a:lnTo>
                  <a:pt x="3903" y="890"/>
                </a:lnTo>
                <a:cubicBezTo>
                  <a:pt x="3926" y="913"/>
                  <a:pt x="3949" y="936"/>
                  <a:pt x="3972" y="959"/>
                </a:cubicBezTo>
                <a:lnTo>
                  <a:pt x="3972" y="959"/>
                </a:lnTo>
                <a:cubicBezTo>
                  <a:pt x="4337" y="1347"/>
                  <a:pt x="4542" y="1826"/>
                  <a:pt x="4565" y="2374"/>
                </a:cubicBezTo>
                <a:lnTo>
                  <a:pt x="4565" y="2374"/>
                </a:lnTo>
                <a:cubicBezTo>
                  <a:pt x="4588" y="2922"/>
                  <a:pt x="4383" y="3470"/>
                  <a:pt x="3994" y="3881"/>
                </a:cubicBezTo>
                <a:lnTo>
                  <a:pt x="3994" y="3881"/>
                </a:lnTo>
                <a:cubicBezTo>
                  <a:pt x="3629" y="4291"/>
                  <a:pt x="3104" y="4520"/>
                  <a:pt x="2534" y="4542"/>
                </a:cubicBezTo>
                <a:lnTo>
                  <a:pt x="2534" y="4542"/>
                </a:lnTo>
                <a:cubicBezTo>
                  <a:pt x="2511" y="4542"/>
                  <a:pt x="2488" y="4542"/>
                  <a:pt x="2465" y="4542"/>
                </a:cubicBezTo>
                <a:lnTo>
                  <a:pt x="2465" y="4542"/>
                </a:lnTo>
                <a:cubicBezTo>
                  <a:pt x="1917" y="4542"/>
                  <a:pt x="1415" y="4360"/>
                  <a:pt x="1027" y="399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8"/>
          <p:cNvSpPr/>
          <p:nvPr/>
        </p:nvSpPr>
        <p:spPr>
          <a:xfrm>
            <a:off x="7958636" y="400255"/>
            <a:ext cx="77892" cy="77892"/>
          </a:xfrm>
          <a:custGeom>
            <a:avLst/>
            <a:gdLst/>
            <a:ahLst/>
            <a:cxnLst/>
            <a:rect l="l" t="t" r="r" b="b"/>
            <a:pathLst>
              <a:path w="3722" h="3722" extrusionOk="0">
                <a:moveTo>
                  <a:pt x="1781" y="1"/>
                </a:moveTo>
                <a:cubicBezTo>
                  <a:pt x="1302" y="23"/>
                  <a:pt x="845" y="229"/>
                  <a:pt x="503" y="594"/>
                </a:cubicBezTo>
                <a:lnTo>
                  <a:pt x="503" y="594"/>
                </a:lnTo>
                <a:cubicBezTo>
                  <a:pt x="160" y="959"/>
                  <a:pt x="1" y="1416"/>
                  <a:pt x="1" y="1918"/>
                </a:cubicBezTo>
                <a:lnTo>
                  <a:pt x="1" y="1918"/>
                </a:lnTo>
                <a:cubicBezTo>
                  <a:pt x="24" y="2374"/>
                  <a:pt x="206" y="2808"/>
                  <a:pt x="526" y="3128"/>
                </a:cubicBezTo>
                <a:lnTo>
                  <a:pt x="526" y="3128"/>
                </a:lnTo>
                <a:cubicBezTo>
                  <a:pt x="549" y="3150"/>
                  <a:pt x="571" y="3173"/>
                  <a:pt x="594" y="3196"/>
                </a:cubicBezTo>
                <a:lnTo>
                  <a:pt x="594" y="3196"/>
                </a:lnTo>
                <a:cubicBezTo>
                  <a:pt x="959" y="3538"/>
                  <a:pt x="1439" y="3721"/>
                  <a:pt x="1918" y="3698"/>
                </a:cubicBezTo>
                <a:lnTo>
                  <a:pt x="1918" y="3698"/>
                </a:lnTo>
                <a:cubicBezTo>
                  <a:pt x="2420" y="3675"/>
                  <a:pt x="2877" y="3470"/>
                  <a:pt x="3219" y="3105"/>
                </a:cubicBezTo>
                <a:lnTo>
                  <a:pt x="3219" y="3105"/>
                </a:lnTo>
                <a:cubicBezTo>
                  <a:pt x="3539" y="2740"/>
                  <a:pt x="3721" y="2260"/>
                  <a:pt x="3698" y="1781"/>
                </a:cubicBezTo>
                <a:lnTo>
                  <a:pt x="3698" y="1781"/>
                </a:lnTo>
                <a:cubicBezTo>
                  <a:pt x="3676" y="1279"/>
                  <a:pt x="3470" y="822"/>
                  <a:pt x="3105" y="503"/>
                </a:cubicBezTo>
                <a:lnTo>
                  <a:pt x="3105" y="503"/>
                </a:lnTo>
                <a:cubicBezTo>
                  <a:pt x="2763" y="183"/>
                  <a:pt x="2329" y="1"/>
                  <a:pt x="1850" y="1"/>
                </a:cubicBezTo>
                <a:lnTo>
                  <a:pt x="1850" y="1"/>
                </a:lnTo>
                <a:cubicBezTo>
                  <a:pt x="1827" y="1"/>
                  <a:pt x="1804" y="1"/>
                  <a:pt x="1781" y="1"/>
                </a:cubicBezTo>
                <a:moveTo>
                  <a:pt x="822" y="2945"/>
                </a:moveTo>
                <a:cubicBezTo>
                  <a:pt x="526" y="2694"/>
                  <a:pt x="366" y="2306"/>
                  <a:pt x="343" y="1895"/>
                </a:cubicBezTo>
                <a:lnTo>
                  <a:pt x="343" y="1895"/>
                </a:lnTo>
                <a:cubicBezTo>
                  <a:pt x="320" y="1507"/>
                  <a:pt x="480" y="1119"/>
                  <a:pt x="754" y="822"/>
                </a:cubicBezTo>
                <a:lnTo>
                  <a:pt x="754" y="822"/>
                </a:lnTo>
                <a:cubicBezTo>
                  <a:pt x="1325" y="206"/>
                  <a:pt x="2283" y="160"/>
                  <a:pt x="2877" y="731"/>
                </a:cubicBezTo>
                <a:lnTo>
                  <a:pt x="2877" y="731"/>
                </a:lnTo>
                <a:cubicBezTo>
                  <a:pt x="2900" y="754"/>
                  <a:pt x="2922" y="777"/>
                  <a:pt x="2945" y="777"/>
                </a:cubicBezTo>
                <a:lnTo>
                  <a:pt x="2945" y="777"/>
                </a:lnTo>
                <a:cubicBezTo>
                  <a:pt x="3493" y="1370"/>
                  <a:pt x="3516" y="2283"/>
                  <a:pt x="2968" y="2877"/>
                </a:cubicBezTo>
                <a:lnTo>
                  <a:pt x="2968" y="2877"/>
                </a:lnTo>
                <a:cubicBezTo>
                  <a:pt x="2671" y="3196"/>
                  <a:pt x="2260" y="3356"/>
                  <a:pt x="1850" y="3356"/>
                </a:cubicBezTo>
                <a:lnTo>
                  <a:pt x="1850" y="3356"/>
                </a:lnTo>
                <a:cubicBezTo>
                  <a:pt x="1484" y="3356"/>
                  <a:pt x="1119" y="3219"/>
                  <a:pt x="822" y="294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8"/>
          <p:cNvSpPr/>
          <p:nvPr/>
        </p:nvSpPr>
        <p:spPr>
          <a:xfrm>
            <a:off x="7460916" y="467137"/>
            <a:ext cx="85049" cy="81220"/>
          </a:xfrm>
          <a:custGeom>
            <a:avLst/>
            <a:gdLst/>
            <a:ahLst/>
            <a:cxnLst/>
            <a:rect l="l" t="t" r="r" b="b"/>
            <a:pathLst>
              <a:path w="4064" h="3881" extrusionOk="0">
                <a:moveTo>
                  <a:pt x="731" y="525"/>
                </a:moveTo>
                <a:cubicBezTo>
                  <a:pt x="1" y="1233"/>
                  <a:pt x="1" y="2397"/>
                  <a:pt x="708" y="3127"/>
                </a:cubicBezTo>
                <a:lnTo>
                  <a:pt x="708" y="3127"/>
                </a:lnTo>
                <a:cubicBezTo>
                  <a:pt x="1416" y="3858"/>
                  <a:pt x="2603" y="3880"/>
                  <a:pt x="3310" y="3173"/>
                </a:cubicBezTo>
                <a:lnTo>
                  <a:pt x="3310" y="3173"/>
                </a:lnTo>
                <a:cubicBezTo>
                  <a:pt x="4041" y="2442"/>
                  <a:pt x="4064" y="1278"/>
                  <a:pt x="3356" y="548"/>
                </a:cubicBezTo>
                <a:lnTo>
                  <a:pt x="3356" y="548"/>
                </a:lnTo>
                <a:cubicBezTo>
                  <a:pt x="2991" y="183"/>
                  <a:pt x="2512" y="0"/>
                  <a:pt x="2032" y="0"/>
                </a:cubicBezTo>
                <a:lnTo>
                  <a:pt x="2032" y="0"/>
                </a:lnTo>
                <a:cubicBezTo>
                  <a:pt x="1553" y="0"/>
                  <a:pt x="1096" y="160"/>
                  <a:pt x="731" y="525"/>
                </a:cubicBezTo>
                <a:close/>
                <a:moveTo>
                  <a:pt x="937" y="2899"/>
                </a:moveTo>
                <a:cubicBezTo>
                  <a:pt x="366" y="2305"/>
                  <a:pt x="366" y="1347"/>
                  <a:pt x="959" y="753"/>
                </a:cubicBezTo>
                <a:lnTo>
                  <a:pt x="959" y="753"/>
                </a:lnTo>
                <a:cubicBezTo>
                  <a:pt x="1576" y="183"/>
                  <a:pt x="2534" y="183"/>
                  <a:pt x="3105" y="776"/>
                </a:cubicBezTo>
                <a:lnTo>
                  <a:pt x="3105" y="776"/>
                </a:lnTo>
                <a:cubicBezTo>
                  <a:pt x="3698" y="1370"/>
                  <a:pt x="3676" y="2351"/>
                  <a:pt x="3082" y="2922"/>
                </a:cubicBezTo>
                <a:lnTo>
                  <a:pt x="3082" y="2922"/>
                </a:lnTo>
                <a:cubicBezTo>
                  <a:pt x="2785" y="3218"/>
                  <a:pt x="2420" y="3355"/>
                  <a:pt x="2032" y="3355"/>
                </a:cubicBezTo>
                <a:lnTo>
                  <a:pt x="2032" y="3355"/>
                </a:lnTo>
                <a:cubicBezTo>
                  <a:pt x="1644" y="3355"/>
                  <a:pt x="1233" y="3196"/>
                  <a:pt x="937" y="289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8"/>
          <p:cNvSpPr/>
          <p:nvPr/>
        </p:nvSpPr>
        <p:spPr>
          <a:xfrm>
            <a:off x="7356304" y="537828"/>
            <a:ext cx="85049" cy="81220"/>
          </a:xfrm>
          <a:custGeom>
            <a:avLst/>
            <a:gdLst/>
            <a:ahLst/>
            <a:cxnLst/>
            <a:rect l="l" t="t" r="r" b="b"/>
            <a:pathLst>
              <a:path w="4064" h="3881" extrusionOk="0">
                <a:moveTo>
                  <a:pt x="754" y="525"/>
                </a:moveTo>
                <a:cubicBezTo>
                  <a:pt x="24" y="1256"/>
                  <a:pt x="1" y="2420"/>
                  <a:pt x="709" y="3150"/>
                </a:cubicBezTo>
                <a:lnTo>
                  <a:pt x="709" y="3150"/>
                </a:lnTo>
                <a:cubicBezTo>
                  <a:pt x="1439" y="3880"/>
                  <a:pt x="2603" y="3880"/>
                  <a:pt x="3333" y="3173"/>
                </a:cubicBezTo>
                <a:lnTo>
                  <a:pt x="3333" y="3173"/>
                </a:lnTo>
                <a:cubicBezTo>
                  <a:pt x="4064" y="2465"/>
                  <a:pt x="4064" y="1278"/>
                  <a:pt x="3356" y="548"/>
                </a:cubicBezTo>
                <a:lnTo>
                  <a:pt x="3356" y="548"/>
                </a:lnTo>
                <a:cubicBezTo>
                  <a:pt x="2991" y="183"/>
                  <a:pt x="2512" y="0"/>
                  <a:pt x="2032" y="0"/>
                </a:cubicBezTo>
                <a:lnTo>
                  <a:pt x="2032" y="0"/>
                </a:lnTo>
                <a:cubicBezTo>
                  <a:pt x="1576" y="0"/>
                  <a:pt x="1097" y="183"/>
                  <a:pt x="754" y="525"/>
                </a:cubicBezTo>
                <a:moveTo>
                  <a:pt x="960" y="2922"/>
                </a:moveTo>
                <a:cubicBezTo>
                  <a:pt x="366" y="2306"/>
                  <a:pt x="389" y="1347"/>
                  <a:pt x="982" y="776"/>
                </a:cubicBezTo>
                <a:lnTo>
                  <a:pt x="982" y="776"/>
                </a:lnTo>
                <a:cubicBezTo>
                  <a:pt x="1576" y="183"/>
                  <a:pt x="2535" y="206"/>
                  <a:pt x="3128" y="799"/>
                </a:cubicBezTo>
                <a:lnTo>
                  <a:pt x="3128" y="799"/>
                </a:lnTo>
                <a:cubicBezTo>
                  <a:pt x="3699" y="1393"/>
                  <a:pt x="3699" y="2351"/>
                  <a:pt x="3105" y="2945"/>
                </a:cubicBezTo>
                <a:lnTo>
                  <a:pt x="3105" y="2945"/>
                </a:lnTo>
                <a:cubicBezTo>
                  <a:pt x="2809" y="3219"/>
                  <a:pt x="2420" y="3356"/>
                  <a:pt x="2032" y="3356"/>
                </a:cubicBezTo>
                <a:lnTo>
                  <a:pt x="2032" y="3356"/>
                </a:lnTo>
                <a:cubicBezTo>
                  <a:pt x="1644" y="3356"/>
                  <a:pt x="1256" y="3219"/>
                  <a:pt x="960" y="2922"/>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8"/>
          <p:cNvSpPr/>
          <p:nvPr/>
        </p:nvSpPr>
        <p:spPr>
          <a:xfrm>
            <a:off x="7449448" y="705012"/>
            <a:ext cx="450485" cy="265591"/>
          </a:xfrm>
          <a:custGeom>
            <a:avLst/>
            <a:gdLst/>
            <a:ahLst/>
            <a:cxnLst/>
            <a:rect l="l" t="t" r="r" b="b"/>
            <a:pathLst>
              <a:path w="21526" h="12691" extrusionOk="0">
                <a:moveTo>
                  <a:pt x="1" y="228"/>
                </a:moveTo>
                <a:lnTo>
                  <a:pt x="3813" y="4109"/>
                </a:lnTo>
                <a:lnTo>
                  <a:pt x="12966" y="4200"/>
                </a:lnTo>
                <a:lnTo>
                  <a:pt x="21274" y="12691"/>
                </a:lnTo>
                <a:lnTo>
                  <a:pt x="21525" y="12463"/>
                </a:lnTo>
                <a:lnTo>
                  <a:pt x="13103" y="3858"/>
                </a:lnTo>
                <a:lnTo>
                  <a:pt x="3950" y="3766"/>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8"/>
          <p:cNvSpPr/>
          <p:nvPr/>
        </p:nvSpPr>
        <p:spPr>
          <a:xfrm>
            <a:off x="8028866" y="314748"/>
            <a:ext cx="118471" cy="374037"/>
          </a:xfrm>
          <a:custGeom>
            <a:avLst/>
            <a:gdLst/>
            <a:ahLst/>
            <a:cxnLst/>
            <a:rect l="l" t="t" r="r" b="b"/>
            <a:pathLst>
              <a:path w="5661" h="17873" extrusionOk="0">
                <a:moveTo>
                  <a:pt x="0" y="229"/>
                </a:moveTo>
                <a:lnTo>
                  <a:pt x="5318" y="5661"/>
                </a:lnTo>
                <a:lnTo>
                  <a:pt x="5204" y="17850"/>
                </a:lnTo>
                <a:lnTo>
                  <a:pt x="5524" y="17873"/>
                </a:lnTo>
                <a:lnTo>
                  <a:pt x="5661" y="5593"/>
                </a:lnTo>
                <a:lnTo>
                  <a:pt x="5661" y="5525"/>
                </a:lnTo>
                <a:lnTo>
                  <a:pt x="22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8"/>
          <p:cNvSpPr/>
          <p:nvPr/>
        </p:nvSpPr>
        <p:spPr>
          <a:xfrm>
            <a:off x="8053224" y="176714"/>
            <a:ext cx="74062" cy="71195"/>
          </a:xfrm>
          <a:custGeom>
            <a:avLst/>
            <a:gdLst/>
            <a:ahLst/>
            <a:cxnLst/>
            <a:rect l="l" t="t" r="r" b="b"/>
            <a:pathLst>
              <a:path w="3539" h="3402" extrusionOk="0">
                <a:moveTo>
                  <a:pt x="639" y="457"/>
                </a:moveTo>
                <a:cubicBezTo>
                  <a:pt x="0" y="1096"/>
                  <a:pt x="0" y="2123"/>
                  <a:pt x="616" y="2739"/>
                </a:cubicBezTo>
                <a:lnTo>
                  <a:pt x="616" y="2739"/>
                </a:lnTo>
                <a:cubicBezTo>
                  <a:pt x="1233" y="3378"/>
                  <a:pt x="2260" y="3401"/>
                  <a:pt x="2899" y="2762"/>
                </a:cubicBezTo>
                <a:lnTo>
                  <a:pt x="2899" y="2762"/>
                </a:lnTo>
                <a:cubicBezTo>
                  <a:pt x="3538" y="2146"/>
                  <a:pt x="3538" y="1119"/>
                  <a:pt x="2922" y="502"/>
                </a:cubicBezTo>
                <a:lnTo>
                  <a:pt x="2922" y="502"/>
                </a:lnTo>
                <a:cubicBezTo>
                  <a:pt x="2602" y="160"/>
                  <a:pt x="2191" y="0"/>
                  <a:pt x="1780" y="0"/>
                </a:cubicBezTo>
                <a:lnTo>
                  <a:pt x="1780" y="0"/>
                </a:lnTo>
                <a:cubicBezTo>
                  <a:pt x="1370" y="0"/>
                  <a:pt x="959" y="160"/>
                  <a:pt x="639" y="457"/>
                </a:cubicBezTo>
                <a:moveTo>
                  <a:pt x="867" y="2511"/>
                </a:moveTo>
                <a:cubicBezTo>
                  <a:pt x="365" y="2009"/>
                  <a:pt x="365" y="1210"/>
                  <a:pt x="867" y="708"/>
                </a:cubicBezTo>
                <a:lnTo>
                  <a:pt x="867" y="708"/>
                </a:lnTo>
                <a:cubicBezTo>
                  <a:pt x="1370" y="206"/>
                  <a:pt x="2191" y="229"/>
                  <a:pt x="2693" y="731"/>
                </a:cubicBezTo>
                <a:lnTo>
                  <a:pt x="2693" y="731"/>
                </a:lnTo>
                <a:cubicBezTo>
                  <a:pt x="3173" y="1233"/>
                  <a:pt x="3173" y="2032"/>
                  <a:pt x="2671" y="2534"/>
                </a:cubicBezTo>
                <a:lnTo>
                  <a:pt x="2671" y="2534"/>
                </a:lnTo>
                <a:cubicBezTo>
                  <a:pt x="2420" y="2785"/>
                  <a:pt x="2100" y="2899"/>
                  <a:pt x="1780" y="2899"/>
                </a:cubicBezTo>
                <a:lnTo>
                  <a:pt x="1780" y="2899"/>
                </a:lnTo>
                <a:cubicBezTo>
                  <a:pt x="1438" y="2899"/>
                  <a:pt x="1096" y="2762"/>
                  <a:pt x="867" y="251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8"/>
          <p:cNvSpPr/>
          <p:nvPr/>
        </p:nvSpPr>
        <p:spPr>
          <a:xfrm>
            <a:off x="8141095" y="217794"/>
            <a:ext cx="101289" cy="96497"/>
          </a:xfrm>
          <a:custGeom>
            <a:avLst/>
            <a:gdLst/>
            <a:ahLst/>
            <a:cxnLst/>
            <a:rect l="l" t="t" r="r" b="b"/>
            <a:pathLst>
              <a:path w="4840" h="4611" extrusionOk="0">
                <a:moveTo>
                  <a:pt x="891" y="617"/>
                </a:moveTo>
                <a:cubicBezTo>
                  <a:pt x="24" y="1461"/>
                  <a:pt x="1" y="2853"/>
                  <a:pt x="846" y="3721"/>
                </a:cubicBezTo>
                <a:lnTo>
                  <a:pt x="846" y="3721"/>
                </a:lnTo>
                <a:cubicBezTo>
                  <a:pt x="1690" y="4588"/>
                  <a:pt x="3082" y="4611"/>
                  <a:pt x="3950" y="3766"/>
                </a:cubicBezTo>
                <a:lnTo>
                  <a:pt x="3950" y="3766"/>
                </a:lnTo>
                <a:cubicBezTo>
                  <a:pt x="4817" y="2922"/>
                  <a:pt x="4840" y="1507"/>
                  <a:pt x="3995" y="662"/>
                </a:cubicBezTo>
                <a:lnTo>
                  <a:pt x="3995" y="662"/>
                </a:lnTo>
                <a:cubicBezTo>
                  <a:pt x="3562" y="206"/>
                  <a:pt x="2991" y="0"/>
                  <a:pt x="2420" y="0"/>
                </a:cubicBezTo>
                <a:lnTo>
                  <a:pt x="2420" y="0"/>
                </a:lnTo>
                <a:cubicBezTo>
                  <a:pt x="1873" y="0"/>
                  <a:pt x="1302" y="206"/>
                  <a:pt x="891" y="617"/>
                </a:cubicBezTo>
                <a:close/>
                <a:moveTo>
                  <a:pt x="1097" y="3493"/>
                </a:moveTo>
                <a:cubicBezTo>
                  <a:pt x="366" y="2762"/>
                  <a:pt x="389" y="1575"/>
                  <a:pt x="1119" y="868"/>
                </a:cubicBezTo>
                <a:lnTo>
                  <a:pt x="1119" y="868"/>
                </a:lnTo>
                <a:cubicBezTo>
                  <a:pt x="1850" y="137"/>
                  <a:pt x="3037" y="160"/>
                  <a:pt x="3744" y="890"/>
                </a:cubicBezTo>
                <a:lnTo>
                  <a:pt x="3744" y="890"/>
                </a:lnTo>
                <a:cubicBezTo>
                  <a:pt x="4475" y="1621"/>
                  <a:pt x="4452" y="2808"/>
                  <a:pt x="3721" y="3515"/>
                </a:cubicBezTo>
                <a:lnTo>
                  <a:pt x="3721" y="3515"/>
                </a:lnTo>
                <a:cubicBezTo>
                  <a:pt x="3356" y="3881"/>
                  <a:pt x="2900" y="4040"/>
                  <a:pt x="2420" y="4040"/>
                </a:cubicBezTo>
                <a:lnTo>
                  <a:pt x="2420" y="4040"/>
                </a:lnTo>
                <a:cubicBezTo>
                  <a:pt x="1941" y="4040"/>
                  <a:pt x="1462" y="3858"/>
                  <a:pt x="1097" y="349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8"/>
          <p:cNvSpPr/>
          <p:nvPr/>
        </p:nvSpPr>
        <p:spPr>
          <a:xfrm>
            <a:off x="8251442" y="373991"/>
            <a:ext cx="135673" cy="128976"/>
          </a:xfrm>
          <a:custGeom>
            <a:avLst/>
            <a:gdLst/>
            <a:ahLst/>
            <a:cxnLst/>
            <a:rect l="l" t="t" r="r" b="b"/>
            <a:pathLst>
              <a:path w="6483" h="6163" extrusionOk="0">
                <a:moveTo>
                  <a:pt x="1188" y="845"/>
                </a:moveTo>
                <a:cubicBezTo>
                  <a:pt x="23" y="1963"/>
                  <a:pt x="1" y="3835"/>
                  <a:pt x="1142" y="4999"/>
                </a:cubicBezTo>
                <a:lnTo>
                  <a:pt x="1142" y="4999"/>
                </a:lnTo>
                <a:cubicBezTo>
                  <a:pt x="2283" y="6163"/>
                  <a:pt x="4132" y="6163"/>
                  <a:pt x="5296" y="5045"/>
                </a:cubicBezTo>
                <a:lnTo>
                  <a:pt x="5296" y="5045"/>
                </a:lnTo>
                <a:cubicBezTo>
                  <a:pt x="6460" y="3903"/>
                  <a:pt x="6483" y="2032"/>
                  <a:pt x="5342" y="890"/>
                </a:cubicBezTo>
                <a:lnTo>
                  <a:pt x="5342" y="890"/>
                </a:lnTo>
                <a:cubicBezTo>
                  <a:pt x="4771" y="297"/>
                  <a:pt x="3995" y="0"/>
                  <a:pt x="3242" y="0"/>
                </a:cubicBezTo>
                <a:lnTo>
                  <a:pt x="3242" y="0"/>
                </a:lnTo>
                <a:cubicBezTo>
                  <a:pt x="2511" y="0"/>
                  <a:pt x="1758" y="274"/>
                  <a:pt x="1188" y="845"/>
                </a:cubicBezTo>
                <a:close/>
                <a:moveTo>
                  <a:pt x="1393" y="4771"/>
                </a:moveTo>
                <a:cubicBezTo>
                  <a:pt x="389" y="3743"/>
                  <a:pt x="389" y="2077"/>
                  <a:pt x="1416" y="1073"/>
                </a:cubicBezTo>
                <a:lnTo>
                  <a:pt x="1416" y="1073"/>
                </a:lnTo>
                <a:cubicBezTo>
                  <a:pt x="2443" y="69"/>
                  <a:pt x="4109" y="91"/>
                  <a:pt x="5113" y="1119"/>
                </a:cubicBezTo>
                <a:lnTo>
                  <a:pt x="5113" y="1119"/>
                </a:lnTo>
                <a:cubicBezTo>
                  <a:pt x="6118" y="2146"/>
                  <a:pt x="6095" y="3789"/>
                  <a:pt x="5068" y="4793"/>
                </a:cubicBezTo>
                <a:lnTo>
                  <a:pt x="5068" y="4793"/>
                </a:lnTo>
                <a:cubicBezTo>
                  <a:pt x="4566" y="5296"/>
                  <a:pt x="3904" y="5547"/>
                  <a:pt x="3242" y="5547"/>
                </a:cubicBezTo>
                <a:lnTo>
                  <a:pt x="3242" y="5547"/>
                </a:lnTo>
                <a:cubicBezTo>
                  <a:pt x="2557" y="5547"/>
                  <a:pt x="1895" y="5273"/>
                  <a:pt x="1393" y="477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8"/>
          <p:cNvSpPr/>
          <p:nvPr/>
        </p:nvSpPr>
        <p:spPr>
          <a:xfrm>
            <a:off x="8247633" y="112218"/>
            <a:ext cx="140444" cy="133769"/>
          </a:xfrm>
          <a:custGeom>
            <a:avLst/>
            <a:gdLst/>
            <a:ahLst/>
            <a:cxnLst/>
            <a:rect l="l" t="t" r="r" b="b"/>
            <a:pathLst>
              <a:path w="6711" h="6392" extrusionOk="0">
                <a:moveTo>
                  <a:pt x="1210" y="868"/>
                </a:moveTo>
                <a:cubicBezTo>
                  <a:pt x="23" y="2032"/>
                  <a:pt x="0" y="3972"/>
                  <a:pt x="1164" y="5182"/>
                </a:cubicBezTo>
                <a:lnTo>
                  <a:pt x="1164" y="5182"/>
                </a:lnTo>
                <a:cubicBezTo>
                  <a:pt x="2351" y="6369"/>
                  <a:pt x="4291" y="6392"/>
                  <a:pt x="5478" y="5228"/>
                </a:cubicBezTo>
                <a:lnTo>
                  <a:pt x="5478" y="5228"/>
                </a:lnTo>
                <a:cubicBezTo>
                  <a:pt x="6688" y="4041"/>
                  <a:pt x="6711" y="2101"/>
                  <a:pt x="5524" y="914"/>
                </a:cubicBezTo>
                <a:lnTo>
                  <a:pt x="5524" y="914"/>
                </a:lnTo>
                <a:cubicBezTo>
                  <a:pt x="4930" y="298"/>
                  <a:pt x="4131" y="1"/>
                  <a:pt x="3355" y="1"/>
                </a:cubicBezTo>
                <a:lnTo>
                  <a:pt x="3355" y="1"/>
                </a:lnTo>
                <a:cubicBezTo>
                  <a:pt x="2579" y="1"/>
                  <a:pt x="1803" y="275"/>
                  <a:pt x="1210" y="868"/>
                </a:cubicBezTo>
                <a:moveTo>
                  <a:pt x="1415" y="4931"/>
                </a:moveTo>
                <a:cubicBezTo>
                  <a:pt x="365" y="3881"/>
                  <a:pt x="388" y="2146"/>
                  <a:pt x="1461" y="1097"/>
                </a:cubicBezTo>
                <a:lnTo>
                  <a:pt x="1461" y="1097"/>
                </a:lnTo>
                <a:cubicBezTo>
                  <a:pt x="2511" y="47"/>
                  <a:pt x="4246" y="69"/>
                  <a:pt x="5295" y="1142"/>
                </a:cubicBezTo>
                <a:lnTo>
                  <a:pt x="5295" y="1142"/>
                </a:lnTo>
                <a:cubicBezTo>
                  <a:pt x="6345" y="2215"/>
                  <a:pt x="6323" y="3927"/>
                  <a:pt x="5250" y="4977"/>
                </a:cubicBezTo>
                <a:lnTo>
                  <a:pt x="5250" y="4977"/>
                </a:lnTo>
                <a:cubicBezTo>
                  <a:pt x="4725" y="5502"/>
                  <a:pt x="4040" y="5753"/>
                  <a:pt x="3355" y="5753"/>
                </a:cubicBezTo>
                <a:lnTo>
                  <a:pt x="3355" y="5753"/>
                </a:lnTo>
                <a:cubicBezTo>
                  <a:pt x="2648" y="5753"/>
                  <a:pt x="1940" y="5479"/>
                  <a:pt x="1415" y="493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8"/>
          <p:cNvSpPr/>
          <p:nvPr/>
        </p:nvSpPr>
        <p:spPr>
          <a:xfrm>
            <a:off x="8385184" y="249309"/>
            <a:ext cx="85049" cy="81241"/>
          </a:xfrm>
          <a:custGeom>
            <a:avLst/>
            <a:gdLst/>
            <a:ahLst/>
            <a:cxnLst/>
            <a:rect l="l" t="t" r="r" b="b"/>
            <a:pathLst>
              <a:path w="4064" h="3882" extrusionOk="0">
                <a:moveTo>
                  <a:pt x="731" y="526"/>
                </a:moveTo>
                <a:cubicBezTo>
                  <a:pt x="1" y="1233"/>
                  <a:pt x="1" y="2420"/>
                  <a:pt x="708" y="3151"/>
                </a:cubicBezTo>
                <a:lnTo>
                  <a:pt x="708" y="3151"/>
                </a:lnTo>
                <a:cubicBezTo>
                  <a:pt x="1416" y="3858"/>
                  <a:pt x="2603" y="3881"/>
                  <a:pt x="3310" y="3173"/>
                </a:cubicBezTo>
                <a:lnTo>
                  <a:pt x="3310" y="3173"/>
                </a:lnTo>
                <a:cubicBezTo>
                  <a:pt x="4041" y="2466"/>
                  <a:pt x="4064" y="1279"/>
                  <a:pt x="3356" y="549"/>
                </a:cubicBezTo>
                <a:lnTo>
                  <a:pt x="3356" y="549"/>
                </a:lnTo>
                <a:cubicBezTo>
                  <a:pt x="2991" y="183"/>
                  <a:pt x="2511" y="1"/>
                  <a:pt x="2032" y="1"/>
                </a:cubicBezTo>
                <a:lnTo>
                  <a:pt x="2032" y="1"/>
                </a:lnTo>
                <a:cubicBezTo>
                  <a:pt x="1553" y="1"/>
                  <a:pt x="1096" y="183"/>
                  <a:pt x="731" y="526"/>
                </a:cubicBezTo>
                <a:close/>
                <a:moveTo>
                  <a:pt x="937" y="2900"/>
                </a:moveTo>
                <a:cubicBezTo>
                  <a:pt x="366" y="2306"/>
                  <a:pt x="366" y="1347"/>
                  <a:pt x="959" y="777"/>
                </a:cubicBezTo>
                <a:lnTo>
                  <a:pt x="959" y="777"/>
                </a:lnTo>
                <a:cubicBezTo>
                  <a:pt x="1576" y="183"/>
                  <a:pt x="2534" y="206"/>
                  <a:pt x="3105" y="800"/>
                </a:cubicBezTo>
                <a:lnTo>
                  <a:pt x="3105" y="800"/>
                </a:lnTo>
                <a:cubicBezTo>
                  <a:pt x="3698" y="1393"/>
                  <a:pt x="3676" y="2352"/>
                  <a:pt x="3082" y="2922"/>
                </a:cubicBezTo>
                <a:lnTo>
                  <a:pt x="3082" y="2922"/>
                </a:lnTo>
                <a:cubicBezTo>
                  <a:pt x="2785" y="3219"/>
                  <a:pt x="2420" y="3356"/>
                  <a:pt x="2032" y="3356"/>
                </a:cubicBezTo>
                <a:lnTo>
                  <a:pt x="2032" y="3356"/>
                </a:lnTo>
                <a:cubicBezTo>
                  <a:pt x="1644" y="3356"/>
                  <a:pt x="1233" y="3219"/>
                  <a:pt x="937" y="290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8"/>
          <p:cNvSpPr/>
          <p:nvPr/>
        </p:nvSpPr>
        <p:spPr>
          <a:xfrm>
            <a:off x="8475462" y="74487"/>
            <a:ext cx="94613" cy="90302"/>
          </a:xfrm>
          <a:custGeom>
            <a:avLst/>
            <a:gdLst/>
            <a:ahLst/>
            <a:cxnLst/>
            <a:rect l="l" t="t" r="r" b="b"/>
            <a:pathLst>
              <a:path w="4521" h="4315" extrusionOk="0">
                <a:moveTo>
                  <a:pt x="822" y="594"/>
                </a:moveTo>
                <a:cubicBezTo>
                  <a:pt x="24" y="1393"/>
                  <a:pt x="1" y="2694"/>
                  <a:pt x="800" y="3493"/>
                </a:cubicBezTo>
                <a:lnTo>
                  <a:pt x="800" y="3493"/>
                </a:lnTo>
                <a:cubicBezTo>
                  <a:pt x="1576" y="4292"/>
                  <a:pt x="2877" y="4315"/>
                  <a:pt x="3698" y="3516"/>
                </a:cubicBezTo>
                <a:lnTo>
                  <a:pt x="3698" y="3516"/>
                </a:lnTo>
                <a:cubicBezTo>
                  <a:pt x="4497" y="2740"/>
                  <a:pt x="4520" y="1439"/>
                  <a:pt x="3721" y="617"/>
                </a:cubicBezTo>
                <a:lnTo>
                  <a:pt x="3721" y="617"/>
                </a:lnTo>
                <a:cubicBezTo>
                  <a:pt x="3333" y="206"/>
                  <a:pt x="2785" y="1"/>
                  <a:pt x="2260" y="1"/>
                </a:cubicBezTo>
                <a:lnTo>
                  <a:pt x="2260" y="1"/>
                </a:lnTo>
                <a:cubicBezTo>
                  <a:pt x="1735" y="1"/>
                  <a:pt x="1233" y="206"/>
                  <a:pt x="822" y="594"/>
                </a:cubicBezTo>
                <a:moveTo>
                  <a:pt x="1028" y="3265"/>
                </a:moveTo>
                <a:cubicBezTo>
                  <a:pt x="366" y="2580"/>
                  <a:pt x="389" y="1484"/>
                  <a:pt x="1051" y="822"/>
                </a:cubicBezTo>
                <a:lnTo>
                  <a:pt x="1051" y="822"/>
                </a:lnTo>
                <a:cubicBezTo>
                  <a:pt x="1735" y="160"/>
                  <a:pt x="2831" y="183"/>
                  <a:pt x="3493" y="868"/>
                </a:cubicBezTo>
                <a:lnTo>
                  <a:pt x="3493" y="868"/>
                </a:lnTo>
                <a:cubicBezTo>
                  <a:pt x="4155" y="1530"/>
                  <a:pt x="4132" y="2626"/>
                  <a:pt x="3470" y="3288"/>
                </a:cubicBezTo>
                <a:lnTo>
                  <a:pt x="3470" y="3288"/>
                </a:lnTo>
                <a:cubicBezTo>
                  <a:pt x="3128" y="3607"/>
                  <a:pt x="2694" y="3767"/>
                  <a:pt x="2260" y="3767"/>
                </a:cubicBezTo>
                <a:lnTo>
                  <a:pt x="2260" y="3767"/>
                </a:lnTo>
                <a:cubicBezTo>
                  <a:pt x="1804" y="3767"/>
                  <a:pt x="1370" y="3607"/>
                  <a:pt x="1028" y="326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8"/>
          <p:cNvSpPr/>
          <p:nvPr/>
        </p:nvSpPr>
        <p:spPr>
          <a:xfrm>
            <a:off x="8587231" y="74487"/>
            <a:ext cx="85049" cy="81220"/>
          </a:xfrm>
          <a:custGeom>
            <a:avLst/>
            <a:gdLst/>
            <a:ahLst/>
            <a:cxnLst/>
            <a:rect l="l" t="t" r="r" b="b"/>
            <a:pathLst>
              <a:path w="4064" h="3881" extrusionOk="0">
                <a:moveTo>
                  <a:pt x="731" y="526"/>
                </a:moveTo>
                <a:cubicBezTo>
                  <a:pt x="1" y="1233"/>
                  <a:pt x="1" y="2420"/>
                  <a:pt x="708" y="3151"/>
                </a:cubicBezTo>
                <a:lnTo>
                  <a:pt x="708" y="3151"/>
                </a:lnTo>
                <a:cubicBezTo>
                  <a:pt x="1416" y="3858"/>
                  <a:pt x="2603" y="3881"/>
                  <a:pt x="3333" y="3173"/>
                </a:cubicBezTo>
                <a:lnTo>
                  <a:pt x="3333" y="3173"/>
                </a:lnTo>
                <a:cubicBezTo>
                  <a:pt x="4064" y="2443"/>
                  <a:pt x="4064" y="1279"/>
                  <a:pt x="3356" y="549"/>
                </a:cubicBezTo>
                <a:lnTo>
                  <a:pt x="3356" y="549"/>
                </a:lnTo>
                <a:cubicBezTo>
                  <a:pt x="2991" y="183"/>
                  <a:pt x="2512" y="1"/>
                  <a:pt x="2032" y="1"/>
                </a:cubicBezTo>
                <a:lnTo>
                  <a:pt x="2032" y="1"/>
                </a:lnTo>
                <a:cubicBezTo>
                  <a:pt x="1576" y="1"/>
                  <a:pt x="1096" y="160"/>
                  <a:pt x="731" y="526"/>
                </a:cubicBezTo>
                <a:close/>
                <a:moveTo>
                  <a:pt x="959" y="2900"/>
                </a:moveTo>
                <a:cubicBezTo>
                  <a:pt x="389" y="2306"/>
                  <a:pt x="389" y="1347"/>
                  <a:pt x="982" y="777"/>
                </a:cubicBezTo>
                <a:lnTo>
                  <a:pt x="982" y="777"/>
                </a:lnTo>
                <a:cubicBezTo>
                  <a:pt x="1576" y="206"/>
                  <a:pt x="2534" y="206"/>
                  <a:pt x="3105" y="800"/>
                </a:cubicBezTo>
                <a:lnTo>
                  <a:pt x="3105" y="800"/>
                </a:lnTo>
                <a:cubicBezTo>
                  <a:pt x="3676" y="1393"/>
                  <a:pt x="3676" y="2329"/>
                  <a:pt x="3082" y="2922"/>
                </a:cubicBezTo>
                <a:lnTo>
                  <a:pt x="3082" y="2922"/>
                </a:lnTo>
                <a:cubicBezTo>
                  <a:pt x="2785" y="3196"/>
                  <a:pt x="2420" y="3333"/>
                  <a:pt x="2032" y="3333"/>
                </a:cubicBezTo>
                <a:lnTo>
                  <a:pt x="2032" y="3333"/>
                </a:lnTo>
                <a:cubicBezTo>
                  <a:pt x="1644" y="3333"/>
                  <a:pt x="1256" y="3196"/>
                  <a:pt x="959" y="290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8"/>
          <p:cNvSpPr/>
          <p:nvPr/>
        </p:nvSpPr>
        <p:spPr>
          <a:xfrm>
            <a:off x="8756318" y="488629"/>
            <a:ext cx="138080" cy="131843"/>
          </a:xfrm>
          <a:custGeom>
            <a:avLst/>
            <a:gdLst/>
            <a:ahLst/>
            <a:cxnLst/>
            <a:rect l="l" t="t" r="r" b="b"/>
            <a:pathLst>
              <a:path w="6598" h="6300" extrusionOk="0">
                <a:moveTo>
                  <a:pt x="1188" y="868"/>
                </a:moveTo>
                <a:cubicBezTo>
                  <a:pt x="24" y="2032"/>
                  <a:pt x="1" y="3926"/>
                  <a:pt x="1142" y="5113"/>
                </a:cubicBezTo>
                <a:lnTo>
                  <a:pt x="1142" y="5113"/>
                </a:lnTo>
                <a:cubicBezTo>
                  <a:pt x="2306" y="6300"/>
                  <a:pt x="4201" y="6300"/>
                  <a:pt x="5388" y="5159"/>
                </a:cubicBezTo>
                <a:lnTo>
                  <a:pt x="5388" y="5159"/>
                </a:lnTo>
                <a:cubicBezTo>
                  <a:pt x="6575" y="3995"/>
                  <a:pt x="6597" y="2100"/>
                  <a:pt x="5433" y="913"/>
                </a:cubicBezTo>
                <a:lnTo>
                  <a:pt x="5433" y="913"/>
                </a:lnTo>
                <a:cubicBezTo>
                  <a:pt x="4840" y="320"/>
                  <a:pt x="4064" y="0"/>
                  <a:pt x="3288" y="0"/>
                </a:cubicBezTo>
                <a:lnTo>
                  <a:pt x="3288" y="0"/>
                </a:lnTo>
                <a:cubicBezTo>
                  <a:pt x="2535" y="0"/>
                  <a:pt x="1781" y="297"/>
                  <a:pt x="1188" y="868"/>
                </a:cubicBezTo>
                <a:close/>
                <a:moveTo>
                  <a:pt x="1393" y="4885"/>
                </a:moveTo>
                <a:cubicBezTo>
                  <a:pt x="366" y="3835"/>
                  <a:pt x="389" y="2123"/>
                  <a:pt x="1439" y="1096"/>
                </a:cubicBezTo>
                <a:lnTo>
                  <a:pt x="1439" y="1096"/>
                </a:lnTo>
                <a:cubicBezTo>
                  <a:pt x="2489" y="69"/>
                  <a:pt x="4178" y="92"/>
                  <a:pt x="5205" y="1141"/>
                </a:cubicBezTo>
                <a:lnTo>
                  <a:pt x="5205" y="1141"/>
                </a:lnTo>
                <a:cubicBezTo>
                  <a:pt x="6232" y="2191"/>
                  <a:pt x="6209" y="3880"/>
                  <a:pt x="5159" y="4908"/>
                </a:cubicBezTo>
                <a:lnTo>
                  <a:pt x="5159" y="4908"/>
                </a:lnTo>
                <a:cubicBezTo>
                  <a:pt x="4634" y="5410"/>
                  <a:pt x="3973" y="5684"/>
                  <a:pt x="3288" y="5684"/>
                </a:cubicBezTo>
                <a:lnTo>
                  <a:pt x="3288" y="5684"/>
                </a:lnTo>
                <a:cubicBezTo>
                  <a:pt x="2603" y="5684"/>
                  <a:pt x="1918" y="5410"/>
                  <a:pt x="1393" y="488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8"/>
          <p:cNvSpPr/>
          <p:nvPr/>
        </p:nvSpPr>
        <p:spPr>
          <a:xfrm>
            <a:off x="8858064" y="123686"/>
            <a:ext cx="83626" cy="80278"/>
          </a:xfrm>
          <a:custGeom>
            <a:avLst/>
            <a:gdLst/>
            <a:ahLst/>
            <a:cxnLst/>
            <a:rect l="l" t="t" r="r" b="b"/>
            <a:pathLst>
              <a:path w="3996" h="3836" extrusionOk="0">
                <a:moveTo>
                  <a:pt x="731" y="526"/>
                </a:moveTo>
                <a:cubicBezTo>
                  <a:pt x="1" y="1233"/>
                  <a:pt x="1" y="2375"/>
                  <a:pt x="708" y="3105"/>
                </a:cubicBezTo>
                <a:lnTo>
                  <a:pt x="708" y="3105"/>
                </a:lnTo>
                <a:cubicBezTo>
                  <a:pt x="1393" y="3813"/>
                  <a:pt x="2557" y="3835"/>
                  <a:pt x="3265" y="3128"/>
                </a:cubicBezTo>
                <a:lnTo>
                  <a:pt x="3265" y="3128"/>
                </a:lnTo>
                <a:cubicBezTo>
                  <a:pt x="3995" y="2420"/>
                  <a:pt x="3995" y="1279"/>
                  <a:pt x="3310" y="549"/>
                </a:cubicBezTo>
                <a:lnTo>
                  <a:pt x="3310" y="549"/>
                </a:lnTo>
                <a:cubicBezTo>
                  <a:pt x="2945" y="183"/>
                  <a:pt x="2466" y="1"/>
                  <a:pt x="2009" y="1"/>
                </a:cubicBezTo>
                <a:lnTo>
                  <a:pt x="2009" y="1"/>
                </a:lnTo>
                <a:cubicBezTo>
                  <a:pt x="1530" y="1"/>
                  <a:pt x="1074" y="183"/>
                  <a:pt x="731" y="526"/>
                </a:cubicBezTo>
                <a:close/>
                <a:moveTo>
                  <a:pt x="937" y="2877"/>
                </a:moveTo>
                <a:cubicBezTo>
                  <a:pt x="366" y="2283"/>
                  <a:pt x="366" y="1347"/>
                  <a:pt x="959" y="754"/>
                </a:cubicBezTo>
                <a:lnTo>
                  <a:pt x="959" y="754"/>
                </a:lnTo>
                <a:cubicBezTo>
                  <a:pt x="1553" y="183"/>
                  <a:pt x="2489" y="206"/>
                  <a:pt x="3059" y="777"/>
                </a:cubicBezTo>
                <a:lnTo>
                  <a:pt x="3059" y="777"/>
                </a:lnTo>
                <a:cubicBezTo>
                  <a:pt x="3630" y="1370"/>
                  <a:pt x="3630" y="2306"/>
                  <a:pt x="3037" y="2900"/>
                </a:cubicBezTo>
                <a:lnTo>
                  <a:pt x="3037" y="2900"/>
                </a:lnTo>
                <a:cubicBezTo>
                  <a:pt x="2763" y="3173"/>
                  <a:pt x="2375" y="3310"/>
                  <a:pt x="2009" y="3310"/>
                </a:cubicBezTo>
                <a:lnTo>
                  <a:pt x="2009" y="3310"/>
                </a:lnTo>
                <a:cubicBezTo>
                  <a:pt x="1621" y="3310"/>
                  <a:pt x="1233" y="3173"/>
                  <a:pt x="937" y="2877"/>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8"/>
          <p:cNvSpPr/>
          <p:nvPr/>
        </p:nvSpPr>
        <p:spPr>
          <a:xfrm>
            <a:off x="8721455" y="610423"/>
            <a:ext cx="104638" cy="279947"/>
          </a:xfrm>
          <a:custGeom>
            <a:avLst/>
            <a:gdLst/>
            <a:ahLst/>
            <a:cxnLst/>
            <a:rect l="l" t="t" r="r" b="b"/>
            <a:pathLst>
              <a:path w="5000" h="13377" extrusionOk="0">
                <a:moveTo>
                  <a:pt x="4566" y="8766"/>
                </a:moveTo>
                <a:cubicBezTo>
                  <a:pt x="24" y="13080"/>
                  <a:pt x="1" y="13216"/>
                  <a:pt x="1" y="13308"/>
                </a:cubicBezTo>
                <a:lnTo>
                  <a:pt x="1" y="13308"/>
                </a:lnTo>
                <a:lnTo>
                  <a:pt x="229" y="13308"/>
                </a:lnTo>
                <a:lnTo>
                  <a:pt x="320" y="13376"/>
                </a:lnTo>
                <a:cubicBezTo>
                  <a:pt x="480" y="13125"/>
                  <a:pt x="3173" y="10546"/>
                  <a:pt x="4863" y="8971"/>
                </a:cubicBezTo>
                <a:lnTo>
                  <a:pt x="4863" y="8971"/>
                </a:lnTo>
                <a:lnTo>
                  <a:pt x="4908" y="8902"/>
                </a:lnTo>
                <a:lnTo>
                  <a:pt x="4999" y="23"/>
                </a:lnTo>
                <a:lnTo>
                  <a:pt x="4657"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8"/>
          <p:cNvSpPr/>
          <p:nvPr/>
        </p:nvSpPr>
        <p:spPr>
          <a:xfrm>
            <a:off x="8823681" y="196302"/>
            <a:ext cx="78353" cy="296166"/>
          </a:xfrm>
          <a:custGeom>
            <a:avLst/>
            <a:gdLst/>
            <a:ahLst/>
            <a:cxnLst/>
            <a:rect l="l" t="t" r="r" b="b"/>
            <a:pathLst>
              <a:path w="3744" h="14152" extrusionOk="0">
                <a:moveTo>
                  <a:pt x="3378" y="1781"/>
                </a:moveTo>
                <a:lnTo>
                  <a:pt x="92" y="4999"/>
                </a:lnTo>
                <a:lnTo>
                  <a:pt x="0" y="14152"/>
                </a:lnTo>
                <a:lnTo>
                  <a:pt x="320" y="14152"/>
                </a:lnTo>
                <a:lnTo>
                  <a:pt x="411" y="5159"/>
                </a:lnTo>
                <a:lnTo>
                  <a:pt x="3721" y="1917"/>
                </a:lnTo>
                <a:lnTo>
                  <a:pt x="3744" y="0"/>
                </a:lnTo>
                <a:lnTo>
                  <a:pt x="340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8"/>
          <p:cNvSpPr/>
          <p:nvPr/>
        </p:nvSpPr>
        <p:spPr>
          <a:xfrm>
            <a:off x="8345068" y="727446"/>
            <a:ext cx="185355" cy="353507"/>
          </a:xfrm>
          <a:custGeom>
            <a:avLst/>
            <a:gdLst/>
            <a:ahLst/>
            <a:cxnLst/>
            <a:rect l="l" t="t" r="r" b="b"/>
            <a:pathLst>
              <a:path w="8857" h="16892" extrusionOk="0">
                <a:moveTo>
                  <a:pt x="0" y="229"/>
                </a:moveTo>
                <a:lnTo>
                  <a:pt x="8514" y="8926"/>
                </a:lnTo>
                <a:lnTo>
                  <a:pt x="8446" y="16869"/>
                </a:lnTo>
                <a:lnTo>
                  <a:pt x="8765" y="16892"/>
                </a:lnTo>
                <a:lnTo>
                  <a:pt x="8857" y="8857"/>
                </a:lnTo>
                <a:lnTo>
                  <a:pt x="8857" y="8789"/>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8"/>
          <p:cNvSpPr/>
          <p:nvPr/>
        </p:nvSpPr>
        <p:spPr>
          <a:xfrm>
            <a:off x="8357477" y="474294"/>
            <a:ext cx="142370" cy="407479"/>
          </a:xfrm>
          <a:custGeom>
            <a:avLst/>
            <a:gdLst/>
            <a:ahLst/>
            <a:cxnLst/>
            <a:rect l="l" t="t" r="r" b="b"/>
            <a:pathLst>
              <a:path w="6803" h="19471" extrusionOk="0">
                <a:moveTo>
                  <a:pt x="1" y="252"/>
                </a:moveTo>
                <a:lnTo>
                  <a:pt x="6460" y="6848"/>
                </a:lnTo>
                <a:lnTo>
                  <a:pt x="6323" y="19470"/>
                </a:lnTo>
                <a:lnTo>
                  <a:pt x="6666" y="19470"/>
                </a:lnTo>
                <a:lnTo>
                  <a:pt x="6803" y="6780"/>
                </a:lnTo>
                <a:lnTo>
                  <a:pt x="6803" y="6711"/>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8"/>
          <p:cNvSpPr/>
          <p:nvPr/>
        </p:nvSpPr>
        <p:spPr>
          <a:xfrm>
            <a:off x="8247152" y="583197"/>
            <a:ext cx="160033" cy="152394"/>
          </a:xfrm>
          <a:custGeom>
            <a:avLst/>
            <a:gdLst/>
            <a:ahLst/>
            <a:cxnLst/>
            <a:rect l="l" t="t" r="r" b="b"/>
            <a:pathLst>
              <a:path w="7647" h="7282" extrusionOk="0">
                <a:moveTo>
                  <a:pt x="1393" y="982"/>
                </a:moveTo>
                <a:cubicBezTo>
                  <a:pt x="23" y="2329"/>
                  <a:pt x="0" y="4520"/>
                  <a:pt x="1324" y="5890"/>
                </a:cubicBezTo>
                <a:lnTo>
                  <a:pt x="1324" y="5890"/>
                </a:lnTo>
                <a:cubicBezTo>
                  <a:pt x="2671" y="7259"/>
                  <a:pt x="4885" y="7282"/>
                  <a:pt x="6254" y="5958"/>
                </a:cubicBezTo>
                <a:lnTo>
                  <a:pt x="6254" y="5958"/>
                </a:lnTo>
                <a:cubicBezTo>
                  <a:pt x="7624" y="4611"/>
                  <a:pt x="7647" y="2397"/>
                  <a:pt x="6300" y="1028"/>
                </a:cubicBezTo>
                <a:lnTo>
                  <a:pt x="6300" y="1028"/>
                </a:lnTo>
                <a:cubicBezTo>
                  <a:pt x="5615" y="343"/>
                  <a:pt x="4725" y="1"/>
                  <a:pt x="3812" y="1"/>
                </a:cubicBezTo>
                <a:lnTo>
                  <a:pt x="3812" y="1"/>
                </a:lnTo>
                <a:cubicBezTo>
                  <a:pt x="2945" y="1"/>
                  <a:pt x="2054" y="320"/>
                  <a:pt x="1393" y="982"/>
                </a:cubicBezTo>
                <a:moveTo>
                  <a:pt x="1575" y="5661"/>
                </a:moveTo>
                <a:cubicBezTo>
                  <a:pt x="365" y="4429"/>
                  <a:pt x="388" y="2443"/>
                  <a:pt x="1621" y="1233"/>
                </a:cubicBezTo>
                <a:lnTo>
                  <a:pt x="1621" y="1233"/>
                </a:lnTo>
                <a:cubicBezTo>
                  <a:pt x="2853" y="23"/>
                  <a:pt x="4839" y="23"/>
                  <a:pt x="6049" y="1279"/>
                </a:cubicBezTo>
                <a:lnTo>
                  <a:pt x="6049" y="1279"/>
                </a:lnTo>
                <a:cubicBezTo>
                  <a:pt x="7259" y="2511"/>
                  <a:pt x="7259" y="4497"/>
                  <a:pt x="6003" y="5707"/>
                </a:cubicBezTo>
                <a:lnTo>
                  <a:pt x="6003" y="5707"/>
                </a:lnTo>
                <a:cubicBezTo>
                  <a:pt x="5410" y="6300"/>
                  <a:pt x="4611" y="6597"/>
                  <a:pt x="3812" y="6597"/>
                </a:cubicBezTo>
                <a:lnTo>
                  <a:pt x="3812" y="6597"/>
                </a:lnTo>
                <a:cubicBezTo>
                  <a:pt x="2990" y="6597"/>
                  <a:pt x="2191" y="6300"/>
                  <a:pt x="1575" y="566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8"/>
          <p:cNvSpPr/>
          <p:nvPr/>
        </p:nvSpPr>
        <p:spPr>
          <a:xfrm>
            <a:off x="8323576" y="237381"/>
            <a:ext cx="8622" cy="142370"/>
          </a:xfrm>
          <a:custGeom>
            <a:avLst/>
            <a:gdLst/>
            <a:ahLst/>
            <a:cxnLst/>
            <a:rect l="l" t="t" r="r" b="b"/>
            <a:pathLst>
              <a:path w="412" h="6803" extrusionOk="0">
                <a:moveTo>
                  <a:pt x="0" y="6779"/>
                </a:moveTo>
                <a:lnTo>
                  <a:pt x="343" y="6802"/>
                </a:lnTo>
                <a:lnTo>
                  <a:pt x="411" y="0"/>
                </a:lnTo>
                <a:lnTo>
                  <a:pt x="6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8"/>
          <p:cNvSpPr/>
          <p:nvPr/>
        </p:nvSpPr>
        <p:spPr>
          <a:xfrm>
            <a:off x="4431201" y="3922231"/>
            <a:ext cx="164344" cy="744726"/>
          </a:xfrm>
          <a:custGeom>
            <a:avLst/>
            <a:gdLst/>
            <a:ahLst/>
            <a:cxnLst/>
            <a:rect l="l" t="t" r="r" b="b"/>
            <a:pathLst>
              <a:path w="7853" h="35586" extrusionOk="0">
                <a:moveTo>
                  <a:pt x="4520" y="3014"/>
                </a:moveTo>
                <a:lnTo>
                  <a:pt x="4383" y="16207"/>
                </a:lnTo>
                <a:lnTo>
                  <a:pt x="1781" y="18763"/>
                </a:lnTo>
                <a:lnTo>
                  <a:pt x="1644" y="33759"/>
                </a:lnTo>
                <a:lnTo>
                  <a:pt x="1" y="35357"/>
                </a:lnTo>
                <a:lnTo>
                  <a:pt x="229" y="35585"/>
                </a:lnTo>
                <a:lnTo>
                  <a:pt x="1964" y="33896"/>
                </a:lnTo>
                <a:lnTo>
                  <a:pt x="2123" y="18900"/>
                </a:lnTo>
                <a:lnTo>
                  <a:pt x="4725" y="16343"/>
                </a:lnTo>
                <a:lnTo>
                  <a:pt x="4862" y="3150"/>
                </a:lnTo>
                <a:lnTo>
                  <a:pt x="7852" y="229"/>
                </a:lnTo>
                <a:lnTo>
                  <a:pt x="760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8"/>
          <p:cNvSpPr/>
          <p:nvPr/>
        </p:nvSpPr>
        <p:spPr>
          <a:xfrm>
            <a:off x="4467509" y="4514063"/>
            <a:ext cx="129458" cy="216872"/>
          </a:xfrm>
          <a:custGeom>
            <a:avLst/>
            <a:gdLst/>
            <a:ahLst/>
            <a:cxnLst/>
            <a:rect l="l" t="t" r="r" b="b"/>
            <a:pathLst>
              <a:path w="6186" h="10363" extrusionOk="0">
                <a:moveTo>
                  <a:pt x="0" y="228"/>
                </a:moveTo>
                <a:lnTo>
                  <a:pt x="2625" y="2922"/>
                </a:lnTo>
                <a:lnTo>
                  <a:pt x="2602" y="6939"/>
                </a:lnTo>
                <a:lnTo>
                  <a:pt x="5935" y="10363"/>
                </a:lnTo>
                <a:lnTo>
                  <a:pt x="6186" y="10134"/>
                </a:lnTo>
                <a:lnTo>
                  <a:pt x="2922" y="6802"/>
                </a:lnTo>
                <a:lnTo>
                  <a:pt x="2968" y="2785"/>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8"/>
          <p:cNvSpPr/>
          <p:nvPr/>
        </p:nvSpPr>
        <p:spPr>
          <a:xfrm>
            <a:off x="4577374" y="4715149"/>
            <a:ext cx="72618" cy="69291"/>
          </a:xfrm>
          <a:custGeom>
            <a:avLst/>
            <a:gdLst/>
            <a:ahLst/>
            <a:cxnLst/>
            <a:rect l="l" t="t" r="r" b="b"/>
            <a:pathLst>
              <a:path w="3470" h="3311" extrusionOk="0">
                <a:moveTo>
                  <a:pt x="639" y="457"/>
                </a:moveTo>
                <a:cubicBezTo>
                  <a:pt x="23" y="1073"/>
                  <a:pt x="0" y="2055"/>
                  <a:pt x="616" y="2671"/>
                </a:cubicBezTo>
                <a:lnTo>
                  <a:pt x="616" y="2671"/>
                </a:lnTo>
                <a:cubicBezTo>
                  <a:pt x="1233" y="3310"/>
                  <a:pt x="2214" y="3310"/>
                  <a:pt x="2830" y="2694"/>
                </a:cubicBezTo>
                <a:lnTo>
                  <a:pt x="2830" y="2694"/>
                </a:lnTo>
                <a:cubicBezTo>
                  <a:pt x="3470" y="2100"/>
                  <a:pt x="3470" y="1096"/>
                  <a:pt x="2853" y="480"/>
                </a:cubicBezTo>
                <a:lnTo>
                  <a:pt x="2853" y="480"/>
                </a:lnTo>
                <a:cubicBezTo>
                  <a:pt x="2557" y="160"/>
                  <a:pt x="2146" y="1"/>
                  <a:pt x="1735" y="1"/>
                </a:cubicBezTo>
                <a:lnTo>
                  <a:pt x="1735" y="1"/>
                </a:lnTo>
                <a:cubicBezTo>
                  <a:pt x="1347" y="1"/>
                  <a:pt x="936" y="160"/>
                  <a:pt x="639" y="457"/>
                </a:cubicBezTo>
                <a:moveTo>
                  <a:pt x="845" y="2443"/>
                </a:moveTo>
                <a:cubicBezTo>
                  <a:pt x="388" y="1963"/>
                  <a:pt x="388" y="1165"/>
                  <a:pt x="867" y="708"/>
                </a:cubicBezTo>
                <a:lnTo>
                  <a:pt x="867" y="708"/>
                </a:lnTo>
                <a:cubicBezTo>
                  <a:pt x="1370" y="229"/>
                  <a:pt x="2146" y="229"/>
                  <a:pt x="2625" y="708"/>
                </a:cubicBezTo>
                <a:lnTo>
                  <a:pt x="2625" y="708"/>
                </a:lnTo>
                <a:cubicBezTo>
                  <a:pt x="3104" y="1210"/>
                  <a:pt x="3104" y="1986"/>
                  <a:pt x="2602" y="2466"/>
                </a:cubicBezTo>
                <a:lnTo>
                  <a:pt x="2602" y="2466"/>
                </a:lnTo>
                <a:cubicBezTo>
                  <a:pt x="2374" y="2694"/>
                  <a:pt x="2054" y="2808"/>
                  <a:pt x="1735" y="2808"/>
                </a:cubicBezTo>
                <a:lnTo>
                  <a:pt x="1735" y="2808"/>
                </a:lnTo>
                <a:cubicBezTo>
                  <a:pt x="1415" y="2808"/>
                  <a:pt x="1096" y="2694"/>
                  <a:pt x="845" y="244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8"/>
          <p:cNvSpPr/>
          <p:nvPr/>
        </p:nvSpPr>
        <p:spPr>
          <a:xfrm>
            <a:off x="4539162" y="4366926"/>
            <a:ext cx="72137" cy="69291"/>
          </a:xfrm>
          <a:custGeom>
            <a:avLst/>
            <a:gdLst/>
            <a:ahLst/>
            <a:cxnLst/>
            <a:rect l="l" t="t" r="r" b="b"/>
            <a:pathLst>
              <a:path w="3447" h="3311" extrusionOk="0">
                <a:moveTo>
                  <a:pt x="616" y="457"/>
                </a:moveTo>
                <a:cubicBezTo>
                  <a:pt x="0" y="1074"/>
                  <a:pt x="0" y="2055"/>
                  <a:pt x="594" y="2671"/>
                </a:cubicBezTo>
                <a:lnTo>
                  <a:pt x="594" y="2671"/>
                </a:lnTo>
                <a:cubicBezTo>
                  <a:pt x="1210" y="3288"/>
                  <a:pt x="2191" y="3311"/>
                  <a:pt x="2830" y="2694"/>
                </a:cubicBezTo>
                <a:lnTo>
                  <a:pt x="2830" y="2694"/>
                </a:lnTo>
                <a:cubicBezTo>
                  <a:pt x="3447" y="2101"/>
                  <a:pt x="3447" y="1096"/>
                  <a:pt x="2853" y="480"/>
                </a:cubicBezTo>
                <a:lnTo>
                  <a:pt x="2853" y="480"/>
                </a:lnTo>
                <a:cubicBezTo>
                  <a:pt x="2534" y="161"/>
                  <a:pt x="2123" y="1"/>
                  <a:pt x="1712" y="1"/>
                </a:cubicBezTo>
                <a:lnTo>
                  <a:pt x="1712" y="1"/>
                </a:lnTo>
                <a:cubicBezTo>
                  <a:pt x="1324" y="1"/>
                  <a:pt x="936" y="161"/>
                  <a:pt x="616" y="457"/>
                </a:cubicBezTo>
                <a:moveTo>
                  <a:pt x="845" y="2443"/>
                </a:moveTo>
                <a:cubicBezTo>
                  <a:pt x="365" y="1964"/>
                  <a:pt x="365" y="1165"/>
                  <a:pt x="845" y="686"/>
                </a:cubicBezTo>
                <a:lnTo>
                  <a:pt x="845" y="686"/>
                </a:lnTo>
                <a:cubicBezTo>
                  <a:pt x="1347" y="206"/>
                  <a:pt x="2123" y="229"/>
                  <a:pt x="2602" y="708"/>
                </a:cubicBezTo>
                <a:lnTo>
                  <a:pt x="2602" y="708"/>
                </a:lnTo>
                <a:cubicBezTo>
                  <a:pt x="3082" y="1211"/>
                  <a:pt x="3082" y="1987"/>
                  <a:pt x="2579" y="2466"/>
                </a:cubicBezTo>
                <a:lnTo>
                  <a:pt x="2579" y="2466"/>
                </a:lnTo>
                <a:cubicBezTo>
                  <a:pt x="2351" y="2694"/>
                  <a:pt x="2032" y="2808"/>
                  <a:pt x="1712" y="2808"/>
                </a:cubicBezTo>
                <a:lnTo>
                  <a:pt x="1712" y="2808"/>
                </a:lnTo>
                <a:cubicBezTo>
                  <a:pt x="1392" y="2808"/>
                  <a:pt x="1073" y="2694"/>
                  <a:pt x="845" y="244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8"/>
          <p:cNvSpPr/>
          <p:nvPr/>
        </p:nvSpPr>
        <p:spPr>
          <a:xfrm>
            <a:off x="4643293" y="4564204"/>
            <a:ext cx="72618" cy="68810"/>
          </a:xfrm>
          <a:custGeom>
            <a:avLst/>
            <a:gdLst/>
            <a:ahLst/>
            <a:cxnLst/>
            <a:rect l="l" t="t" r="r" b="b"/>
            <a:pathLst>
              <a:path w="3470" h="3288" extrusionOk="0">
                <a:moveTo>
                  <a:pt x="639" y="434"/>
                </a:moveTo>
                <a:cubicBezTo>
                  <a:pt x="23" y="1051"/>
                  <a:pt x="0" y="2032"/>
                  <a:pt x="616" y="2671"/>
                </a:cubicBezTo>
                <a:lnTo>
                  <a:pt x="616" y="2671"/>
                </a:lnTo>
                <a:cubicBezTo>
                  <a:pt x="1210" y="3288"/>
                  <a:pt x="2214" y="3288"/>
                  <a:pt x="2830" y="2694"/>
                </a:cubicBezTo>
                <a:lnTo>
                  <a:pt x="2830" y="2694"/>
                </a:lnTo>
                <a:cubicBezTo>
                  <a:pt x="3447" y="2078"/>
                  <a:pt x="3469" y="1074"/>
                  <a:pt x="2853" y="457"/>
                </a:cubicBezTo>
                <a:lnTo>
                  <a:pt x="2853" y="457"/>
                </a:lnTo>
                <a:cubicBezTo>
                  <a:pt x="2556" y="160"/>
                  <a:pt x="2146" y="1"/>
                  <a:pt x="1735" y="1"/>
                </a:cubicBezTo>
                <a:lnTo>
                  <a:pt x="1735" y="1"/>
                </a:lnTo>
                <a:cubicBezTo>
                  <a:pt x="1347" y="1"/>
                  <a:pt x="936" y="138"/>
                  <a:pt x="639" y="434"/>
                </a:cubicBezTo>
                <a:moveTo>
                  <a:pt x="845" y="2420"/>
                </a:moveTo>
                <a:cubicBezTo>
                  <a:pt x="365" y="1941"/>
                  <a:pt x="388" y="1165"/>
                  <a:pt x="867" y="685"/>
                </a:cubicBezTo>
                <a:lnTo>
                  <a:pt x="867" y="685"/>
                </a:lnTo>
                <a:cubicBezTo>
                  <a:pt x="1347" y="206"/>
                  <a:pt x="2146" y="206"/>
                  <a:pt x="2625" y="685"/>
                </a:cubicBezTo>
                <a:lnTo>
                  <a:pt x="2625" y="685"/>
                </a:lnTo>
                <a:cubicBezTo>
                  <a:pt x="3104" y="1188"/>
                  <a:pt x="3081" y="1964"/>
                  <a:pt x="2602" y="2443"/>
                </a:cubicBezTo>
                <a:lnTo>
                  <a:pt x="2602" y="2443"/>
                </a:lnTo>
                <a:cubicBezTo>
                  <a:pt x="2351" y="2671"/>
                  <a:pt x="2054" y="2808"/>
                  <a:pt x="1735" y="2808"/>
                </a:cubicBezTo>
                <a:lnTo>
                  <a:pt x="1735" y="2808"/>
                </a:lnTo>
                <a:cubicBezTo>
                  <a:pt x="1415" y="2808"/>
                  <a:pt x="1096" y="2671"/>
                  <a:pt x="845" y="242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8"/>
          <p:cNvSpPr/>
          <p:nvPr/>
        </p:nvSpPr>
        <p:spPr>
          <a:xfrm>
            <a:off x="4527213" y="4120471"/>
            <a:ext cx="116106" cy="261301"/>
          </a:xfrm>
          <a:custGeom>
            <a:avLst/>
            <a:gdLst/>
            <a:ahLst/>
            <a:cxnLst/>
            <a:rect l="l" t="t" r="r" b="b"/>
            <a:pathLst>
              <a:path w="5548" h="12486" extrusionOk="0">
                <a:moveTo>
                  <a:pt x="0" y="228"/>
                </a:moveTo>
                <a:lnTo>
                  <a:pt x="5205" y="5547"/>
                </a:lnTo>
                <a:lnTo>
                  <a:pt x="5159" y="10317"/>
                </a:lnTo>
                <a:lnTo>
                  <a:pt x="3173" y="12257"/>
                </a:lnTo>
                <a:lnTo>
                  <a:pt x="3401" y="12485"/>
                </a:lnTo>
                <a:lnTo>
                  <a:pt x="5479" y="10454"/>
                </a:lnTo>
                <a:lnTo>
                  <a:pt x="5547" y="5410"/>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8"/>
          <p:cNvSpPr/>
          <p:nvPr/>
        </p:nvSpPr>
        <p:spPr>
          <a:xfrm>
            <a:off x="4525769" y="4085586"/>
            <a:ext cx="164825" cy="482002"/>
          </a:xfrm>
          <a:custGeom>
            <a:avLst/>
            <a:gdLst/>
            <a:ahLst/>
            <a:cxnLst/>
            <a:rect l="l" t="t" r="r" b="b"/>
            <a:pathLst>
              <a:path w="7876" h="23032" extrusionOk="0">
                <a:moveTo>
                  <a:pt x="1" y="252"/>
                </a:moveTo>
                <a:lnTo>
                  <a:pt x="7533" y="7921"/>
                </a:lnTo>
                <a:lnTo>
                  <a:pt x="7374" y="23031"/>
                </a:lnTo>
                <a:lnTo>
                  <a:pt x="7716" y="23031"/>
                </a:lnTo>
                <a:lnTo>
                  <a:pt x="7876" y="7876"/>
                </a:lnTo>
                <a:lnTo>
                  <a:pt x="7876" y="7807"/>
                </a:lnTo>
                <a:lnTo>
                  <a:pt x="25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8"/>
          <p:cNvSpPr/>
          <p:nvPr/>
        </p:nvSpPr>
        <p:spPr>
          <a:xfrm>
            <a:off x="7387165" y="2174808"/>
            <a:ext cx="138540" cy="689791"/>
          </a:xfrm>
          <a:custGeom>
            <a:avLst/>
            <a:gdLst/>
            <a:ahLst/>
            <a:cxnLst/>
            <a:rect l="l" t="t" r="r" b="b"/>
            <a:pathLst>
              <a:path w="6620" h="32961" extrusionOk="0">
                <a:moveTo>
                  <a:pt x="0" y="252"/>
                </a:moveTo>
                <a:lnTo>
                  <a:pt x="4428" y="4771"/>
                </a:lnTo>
                <a:lnTo>
                  <a:pt x="4405" y="7761"/>
                </a:lnTo>
                <a:lnTo>
                  <a:pt x="1666" y="10455"/>
                </a:lnTo>
                <a:lnTo>
                  <a:pt x="1575" y="18512"/>
                </a:lnTo>
                <a:lnTo>
                  <a:pt x="1575" y="18580"/>
                </a:lnTo>
                <a:lnTo>
                  <a:pt x="6277" y="23374"/>
                </a:lnTo>
                <a:lnTo>
                  <a:pt x="6209" y="30792"/>
                </a:lnTo>
                <a:lnTo>
                  <a:pt x="4337" y="32618"/>
                </a:lnTo>
                <a:lnTo>
                  <a:pt x="2009" y="32595"/>
                </a:lnTo>
                <a:lnTo>
                  <a:pt x="2009" y="32937"/>
                </a:lnTo>
                <a:lnTo>
                  <a:pt x="4474" y="32960"/>
                </a:lnTo>
                <a:lnTo>
                  <a:pt x="6528" y="30952"/>
                </a:lnTo>
                <a:lnTo>
                  <a:pt x="6619" y="23305"/>
                </a:lnTo>
                <a:lnTo>
                  <a:pt x="6619" y="23237"/>
                </a:lnTo>
                <a:lnTo>
                  <a:pt x="1917" y="18443"/>
                </a:lnTo>
                <a:lnTo>
                  <a:pt x="1986" y="10592"/>
                </a:lnTo>
                <a:lnTo>
                  <a:pt x="4725" y="7921"/>
                </a:lnTo>
                <a:lnTo>
                  <a:pt x="4771" y="4634"/>
                </a:lnTo>
                <a:lnTo>
                  <a:pt x="22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8"/>
          <p:cNvSpPr/>
          <p:nvPr/>
        </p:nvSpPr>
        <p:spPr>
          <a:xfrm>
            <a:off x="4801875" y="4175864"/>
            <a:ext cx="93148" cy="168173"/>
          </a:xfrm>
          <a:custGeom>
            <a:avLst/>
            <a:gdLst/>
            <a:ahLst/>
            <a:cxnLst/>
            <a:rect l="l" t="t" r="r" b="b"/>
            <a:pathLst>
              <a:path w="4451" h="8036" extrusionOk="0">
                <a:moveTo>
                  <a:pt x="23" y="4109"/>
                </a:moveTo>
                <a:lnTo>
                  <a:pt x="0" y="8035"/>
                </a:lnTo>
                <a:lnTo>
                  <a:pt x="320" y="8035"/>
                </a:lnTo>
                <a:lnTo>
                  <a:pt x="365" y="4246"/>
                </a:lnTo>
                <a:lnTo>
                  <a:pt x="4451" y="229"/>
                </a:lnTo>
                <a:lnTo>
                  <a:pt x="4223"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8"/>
          <p:cNvSpPr/>
          <p:nvPr/>
        </p:nvSpPr>
        <p:spPr>
          <a:xfrm>
            <a:off x="7518982" y="2716959"/>
            <a:ext cx="173908" cy="302863"/>
          </a:xfrm>
          <a:custGeom>
            <a:avLst/>
            <a:gdLst/>
            <a:ahLst/>
            <a:cxnLst/>
            <a:rect l="l" t="t" r="r" b="b"/>
            <a:pathLst>
              <a:path w="8310" h="14472" extrusionOk="0">
                <a:moveTo>
                  <a:pt x="1" y="229"/>
                </a:moveTo>
                <a:lnTo>
                  <a:pt x="7967" y="8354"/>
                </a:lnTo>
                <a:lnTo>
                  <a:pt x="7898" y="14449"/>
                </a:lnTo>
                <a:lnTo>
                  <a:pt x="8241" y="14471"/>
                </a:lnTo>
                <a:lnTo>
                  <a:pt x="8309" y="8286"/>
                </a:lnTo>
                <a:lnTo>
                  <a:pt x="8309" y="8217"/>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8"/>
          <p:cNvSpPr/>
          <p:nvPr/>
        </p:nvSpPr>
        <p:spPr>
          <a:xfrm>
            <a:off x="7455951" y="2360136"/>
            <a:ext cx="110832" cy="165788"/>
          </a:xfrm>
          <a:custGeom>
            <a:avLst/>
            <a:gdLst/>
            <a:ahLst/>
            <a:cxnLst/>
            <a:rect l="l" t="t" r="r" b="b"/>
            <a:pathLst>
              <a:path w="5296" h="7922" extrusionOk="0">
                <a:moveTo>
                  <a:pt x="0" y="229"/>
                </a:moveTo>
                <a:lnTo>
                  <a:pt x="4953" y="5273"/>
                </a:lnTo>
                <a:lnTo>
                  <a:pt x="4930" y="7921"/>
                </a:lnTo>
                <a:lnTo>
                  <a:pt x="5250" y="7921"/>
                </a:lnTo>
                <a:lnTo>
                  <a:pt x="5295" y="5136"/>
                </a:lnTo>
                <a:lnTo>
                  <a:pt x="25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8"/>
          <p:cNvSpPr/>
          <p:nvPr/>
        </p:nvSpPr>
        <p:spPr>
          <a:xfrm>
            <a:off x="7522331" y="2523030"/>
            <a:ext cx="76929" cy="73581"/>
          </a:xfrm>
          <a:custGeom>
            <a:avLst/>
            <a:gdLst/>
            <a:ahLst/>
            <a:cxnLst/>
            <a:rect l="l" t="t" r="r" b="b"/>
            <a:pathLst>
              <a:path w="3676" h="3516" extrusionOk="0">
                <a:moveTo>
                  <a:pt x="663" y="480"/>
                </a:moveTo>
                <a:cubicBezTo>
                  <a:pt x="1" y="1141"/>
                  <a:pt x="1" y="2191"/>
                  <a:pt x="640" y="2853"/>
                </a:cubicBezTo>
                <a:lnTo>
                  <a:pt x="640" y="2853"/>
                </a:lnTo>
                <a:cubicBezTo>
                  <a:pt x="1302" y="3515"/>
                  <a:pt x="2352" y="3515"/>
                  <a:pt x="3014" y="2876"/>
                </a:cubicBezTo>
                <a:lnTo>
                  <a:pt x="3014" y="2876"/>
                </a:lnTo>
                <a:cubicBezTo>
                  <a:pt x="3676" y="2237"/>
                  <a:pt x="3676" y="1164"/>
                  <a:pt x="3036" y="502"/>
                </a:cubicBezTo>
                <a:lnTo>
                  <a:pt x="3036" y="502"/>
                </a:lnTo>
                <a:cubicBezTo>
                  <a:pt x="2717" y="183"/>
                  <a:pt x="2283" y="0"/>
                  <a:pt x="1850" y="0"/>
                </a:cubicBezTo>
                <a:lnTo>
                  <a:pt x="1850" y="0"/>
                </a:lnTo>
                <a:cubicBezTo>
                  <a:pt x="1416" y="0"/>
                  <a:pt x="1005" y="160"/>
                  <a:pt x="663" y="480"/>
                </a:cubicBezTo>
                <a:close/>
                <a:moveTo>
                  <a:pt x="891" y="2625"/>
                </a:moveTo>
                <a:cubicBezTo>
                  <a:pt x="366" y="2100"/>
                  <a:pt x="366" y="1233"/>
                  <a:pt x="914" y="731"/>
                </a:cubicBezTo>
                <a:lnTo>
                  <a:pt x="914" y="731"/>
                </a:lnTo>
                <a:cubicBezTo>
                  <a:pt x="1439" y="206"/>
                  <a:pt x="2283" y="206"/>
                  <a:pt x="2808" y="753"/>
                </a:cubicBezTo>
                <a:lnTo>
                  <a:pt x="2808" y="753"/>
                </a:lnTo>
                <a:cubicBezTo>
                  <a:pt x="3310" y="1278"/>
                  <a:pt x="3310" y="2123"/>
                  <a:pt x="2785" y="2648"/>
                </a:cubicBezTo>
                <a:lnTo>
                  <a:pt x="2785" y="2648"/>
                </a:lnTo>
                <a:cubicBezTo>
                  <a:pt x="2512" y="2899"/>
                  <a:pt x="2169" y="3013"/>
                  <a:pt x="1850" y="3013"/>
                </a:cubicBezTo>
                <a:lnTo>
                  <a:pt x="1850" y="3013"/>
                </a:lnTo>
                <a:cubicBezTo>
                  <a:pt x="1484" y="3013"/>
                  <a:pt x="1142" y="2899"/>
                  <a:pt x="891" y="262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8"/>
          <p:cNvSpPr/>
          <p:nvPr/>
        </p:nvSpPr>
        <p:spPr>
          <a:xfrm>
            <a:off x="7640315" y="3014539"/>
            <a:ext cx="86472" cy="83124"/>
          </a:xfrm>
          <a:custGeom>
            <a:avLst/>
            <a:gdLst/>
            <a:ahLst/>
            <a:cxnLst/>
            <a:rect l="l" t="t" r="r" b="b"/>
            <a:pathLst>
              <a:path w="4132" h="3972" extrusionOk="0">
                <a:moveTo>
                  <a:pt x="754" y="548"/>
                </a:moveTo>
                <a:cubicBezTo>
                  <a:pt x="1" y="1279"/>
                  <a:pt x="1" y="2466"/>
                  <a:pt x="731" y="3219"/>
                </a:cubicBezTo>
                <a:lnTo>
                  <a:pt x="731" y="3219"/>
                </a:lnTo>
                <a:cubicBezTo>
                  <a:pt x="1439" y="3949"/>
                  <a:pt x="2648" y="3972"/>
                  <a:pt x="3379" y="3242"/>
                </a:cubicBezTo>
                <a:lnTo>
                  <a:pt x="3379" y="3242"/>
                </a:lnTo>
                <a:cubicBezTo>
                  <a:pt x="4132" y="2511"/>
                  <a:pt x="4132" y="1324"/>
                  <a:pt x="3424" y="571"/>
                </a:cubicBezTo>
                <a:lnTo>
                  <a:pt x="3424" y="571"/>
                </a:lnTo>
                <a:cubicBezTo>
                  <a:pt x="3036" y="206"/>
                  <a:pt x="2557" y="0"/>
                  <a:pt x="2078" y="0"/>
                </a:cubicBezTo>
                <a:lnTo>
                  <a:pt x="2078" y="0"/>
                </a:lnTo>
                <a:cubicBezTo>
                  <a:pt x="1598" y="0"/>
                  <a:pt x="1119" y="183"/>
                  <a:pt x="754" y="548"/>
                </a:cubicBezTo>
                <a:moveTo>
                  <a:pt x="959" y="2968"/>
                </a:moveTo>
                <a:cubicBezTo>
                  <a:pt x="366" y="2374"/>
                  <a:pt x="366" y="1393"/>
                  <a:pt x="982" y="776"/>
                </a:cubicBezTo>
                <a:lnTo>
                  <a:pt x="982" y="776"/>
                </a:lnTo>
                <a:cubicBezTo>
                  <a:pt x="1598" y="183"/>
                  <a:pt x="2580" y="206"/>
                  <a:pt x="3173" y="799"/>
                </a:cubicBezTo>
                <a:lnTo>
                  <a:pt x="3173" y="799"/>
                </a:lnTo>
                <a:cubicBezTo>
                  <a:pt x="3767" y="1416"/>
                  <a:pt x="3767" y="2397"/>
                  <a:pt x="3150" y="2991"/>
                </a:cubicBezTo>
                <a:lnTo>
                  <a:pt x="3150" y="2991"/>
                </a:lnTo>
                <a:cubicBezTo>
                  <a:pt x="2854" y="3287"/>
                  <a:pt x="2466" y="3447"/>
                  <a:pt x="2078" y="3447"/>
                </a:cubicBezTo>
                <a:lnTo>
                  <a:pt x="2078" y="3447"/>
                </a:lnTo>
                <a:cubicBezTo>
                  <a:pt x="1667" y="3447"/>
                  <a:pt x="1256" y="3287"/>
                  <a:pt x="959" y="2968"/>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8"/>
          <p:cNvSpPr/>
          <p:nvPr/>
        </p:nvSpPr>
        <p:spPr>
          <a:xfrm>
            <a:off x="4790889" y="4575672"/>
            <a:ext cx="114662" cy="108928"/>
          </a:xfrm>
          <a:custGeom>
            <a:avLst/>
            <a:gdLst/>
            <a:ahLst/>
            <a:cxnLst/>
            <a:rect l="l" t="t" r="r" b="b"/>
            <a:pathLst>
              <a:path w="5479" h="5205" extrusionOk="0">
                <a:moveTo>
                  <a:pt x="1004" y="708"/>
                </a:moveTo>
                <a:cubicBezTo>
                  <a:pt x="23" y="1667"/>
                  <a:pt x="0" y="3242"/>
                  <a:pt x="959" y="4223"/>
                </a:cubicBezTo>
                <a:lnTo>
                  <a:pt x="959" y="4223"/>
                </a:lnTo>
                <a:cubicBezTo>
                  <a:pt x="1917" y="5205"/>
                  <a:pt x="3492" y="5205"/>
                  <a:pt x="4474" y="4246"/>
                </a:cubicBezTo>
                <a:lnTo>
                  <a:pt x="4474" y="4246"/>
                </a:lnTo>
                <a:cubicBezTo>
                  <a:pt x="5455" y="3287"/>
                  <a:pt x="5478" y="1712"/>
                  <a:pt x="4519" y="731"/>
                </a:cubicBezTo>
                <a:lnTo>
                  <a:pt x="4519" y="731"/>
                </a:lnTo>
                <a:cubicBezTo>
                  <a:pt x="4017" y="252"/>
                  <a:pt x="3378" y="1"/>
                  <a:pt x="2739" y="1"/>
                </a:cubicBezTo>
                <a:lnTo>
                  <a:pt x="2739" y="1"/>
                </a:lnTo>
                <a:cubicBezTo>
                  <a:pt x="2100" y="1"/>
                  <a:pt x="1484" y="229"/>
                  <a:pt x="1004" y="708"/>
                </a:cubicBezTo>
                <a:moveTo>
                  <a:pt x="1210" y="3972"/>
                </a:moveTo>
                <a:cubicBezTo>
                  <a:pt x="365" y="3128"/>
                  <a:pt x="388" y="1781"/>
                  <a:pt x="1233" y="936"/>
                </a:cubicBezTo>
                <a:lnTo>
                  <a:pt x="1233" y="936"/>
                </a:lnTo>
                <a:cubicBezTo>
                  <a:pt x="2077" y="115"/>
                  <a:pt x="3447" y="115"/>
                  <a:pt x="4268" y="982"/>
                </a:cubicBezTo>
                <a:lnTo>
                  <a:pt x="4268" y="982"/>
                </a:lnTo>
                <a:cubicBezTo>
                  <a:pt x="5113" y="1827"/>
                  <a:pt x="5090" y="3196"/>
                  <a:pt x="4246" y="4018"/>
                </a:cubicBezTo>
                <a:lnTo>
                  <a:pt x="4246" y="4018"/>
                </a:lnTo>
                <a:cubicBezTo>
                  <a:pt x="3835" y="4429"/>
                  <a:pt x="3287" y="4634"/>
                  <a:pt x="2739" y="4634"/>
                </a:cubicBezTo>
                <a:lnTo>
                  <a:pt x="2739" y="4634"/>
                </a:lnTo>
                <a:cubicBezTo>
                  <a:pt x="2168" y="4634"/>
                  <a:pt x="1621" y="4406"/>
                  <a:pt x="1210" y="3972"/>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8"/>
          <p:cNvSpPr/>
          <p:nvPr/>
        </p:nvSpPr>
        <p:spPr>
          <a:xfrm>
            <a:off x="4734994" y="4337315"/>
            <a:ext cx="127093" cy="121840"/>
          </a:xfrm>
          <a:custGeom>
            <a:avLst/>
            <a:gdLst/>
            <a:ahLst/>
            <a:cxnLst/>
            <a:rect l="l" t="t" r="r" b="b"/>
            <a:pathLst>
              <a:path w="6073" h="5822" extrusionOk="0">
                <a:moveTo>
                  <a:pt x="1096" y="800"/>
                </a:moveTo>
                <a:cubicBezTo>
                  <a:pt x="23" y="1872"/>
                  <a:pt x="0" y="3607"/>
                  <a:pt x="1073" y="4703"/>
                </a:cubicBezTo>
                <a:lnTo>
                  <a:pt x="1073" y="4703"/>
                </a:lnTo>
                <a:cubicBezTo>
                  <a:pt x="2123" y="5798"/>
                  <a:pt x="3881" y="5821"/>
                  <a:pt x="4976" y="4748"/>
                </a:cubicBezTo>
                <a:lnTo>
                  <a:pt x="4976" y="4748"/>
                </a:lnTo>
                <a:cubicBezTo>
                  <a:pt x="6072" y="3676"/>
                  <a:pt x="6072" y="1918"/>
                  <a:pt x="5022" y="845"/>
                </a:cubicBezTo>
                <a:lnTo>
                  <a:pt x="5022" y="845"/>
                </a:lnTo>
                <a:cubicBezTo>
                  <a:pt x="4474" y="297"/>
                  <a:pt x="3767" y="1"/>
                  <a:pt x="3036" y="1"/>
                </a:cubicBezTo>
                <a:lnTo>
                  <a:pt x="3036" y="1"/>
                </a:lnTo>
                <a:cubicBezTo>
                  <a:pt x="2351" y="1"/>
                  <a:pt x="1644" y="275"/>
                  <a:pt x="1096" y="800"/>
                </a:cubicBezTo>
                <a:close/>
                <a:moveTo>
                  <a:pt x="1302" y="4474"/>
                </a:moveTo>
                <a:cubicBezTo>
                  <a:pt x="366" y="3516"/>
                  <a:pt x="389" y="1964"/>
                  <a:pt x="1347" y="1028"/>
                </a:cubicBezTo>
                <a:lnTo>
                  <a:pt x="1347" y="1028"/>
                </a:lnTo>
                <a:cubicBezTo>
                  <a:pt x="2306" y="92"/>
                  <a:pt x="3835" y="115"/>
                  <a:pt x="4771" y="1074"/>
                </a:cubicBezTo>
                <a:lnTo>
                  <a:pt x="4771" y="1074"/>
                </a:lnTo>
                <a:cubicBezTo>
                  <a:pt x="5707" y="2032"/>
                  <a:pt x="5707" y="3561"/>
                  <a:pt x="4748" y="4520"/>
                </a:cubicBezTo>
                <a:lnTo>
                  <a:pt x="4748" y="4520"/>
                </a:lnTo>
                <a:cubicBezTo>
                  <a:pt x="4269" y="4977"/>
                  <a:pt x="3653" y="5205"/>
                  <a:pt x="3036" y="5205"/>
                </a:cubicBezTo>
                <a:lnTo>
                  <a:pt x="3036" y="5205"/>
                </a:lnTo>
                <a:cubicBezTo>
                  <a:pt x="2420" y="5205"/>
                  <a:pt x="1781" y="4954"/>
                  <a:pt x="1302" y="447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8"/>
          <p:cNvSpPr/>
          <p:nvPr/>
        </p:nvSpPr>
        <p:spPr>
          <a:xfrm>
            <a:off x="7792682" y="3142548"/>
            <a:ext cx="127093" cy="121840"/>
          </a:xfrm>
          <a:custGeom>
            <a:avLst/>
            <a:gdLst/>
            <a:ahLst/>
            <a:cxnLst/>
            <a:rect l="l" t="t" r="r" b="b"/>
            <a:pathLst>
              <a:path w="6073" h="5822" extrusionOk="0">
                <a:moveTo>
                  <a:pt x="1096" y="799"/>
                </a:moveTo>
                <a:cubicBezTo>
                  <a:pt x="24" y="1872"/>
                  <a:pt x="1" y="3607"/>
                  <a:pt x="1051" y="4703"/>
                </a:cubicBezTo>
                <a:lnTo>
                  <a:pt x="1051" y="4703"/>
                </a:lnTo>
                <a:cubicBezTo>
                  <a:pt x="2124" y="5798"/>
                  <a:pt x="3881" y="5821"/>
                  <a:pt x="4977" y="4748"/>
                </a:cubicBezTo>
                <a:lnTo>
                  <a:pt x="4977" y="4748"/>
                </a:lnTo>
                <a:cubicBezTo>
                  <a:pt x="6050" y="3675"/>
                  <a:pt x="6072" y="1918"/>
                  <a:pt x="5000" y="845"/>
                </a:cubicBezTo>
                <a:lnTo>
                  <a:pt x="5000" y="845"/>
                </a:lnTo>
                <a:cubicBezTo>
                  <a:pt x="4475" y="274"/>
                  <a:pt x="3744" y="1"/>
                  <a:pt x="3037" y="1"/>
                </a:cubicBezTo>
                <a:lnTo>
                  <a:pt x="3037" y="1"/>
                </a:lnTo>
                <a:cubicBezTo>
                  <a:pt x="2329" y="1"/>
                  <a:pt x="1644" y="274"/>
                  <a:pt x="1096" y="799"/>
                </a:cubicBezTo>
                <a:close/>
                <a:moveTo>
                  <a:pt x="1302" y="4474"/>
                </a:moveTo>
                <a:cubicBezTo>
                  <a:pt x="366" y="3516"/>
                  <a:pt x="389" y="1964"/>
                  <a:pt x="1325" y="1028"/>
                </a:cubicBezTo>
                <a:lnTo>
                  <a:pt x="1325" y="1028"/>
                </a:lnTo>
                <a:cubicBezTo>
                  <a:pt x="2283" y="92"/>
                  <a:pt x="3835" y="115"/>
                  <a:pt x="4771" y="1073"/>
                </a:cubicBezTo>
                <a:lnTo>
                  <a:pt x="4771" y="1073"/>
                </a:lnTo>
                <a:cubicBezTo>
                  <a:pt x="5707" y="2032"/>
                  <a:pt x="5684" y="3561"/>
                  <a:pt x="4726" y="4497"/>
                </a:cubicBezTo>
                <a:lnTo>
                  <a:pt x="4726" y="4497"/>
                </a:lnTo>
                <a:cubicBezTo>
                  <a:pt x="4269" y="4976"/>
                  <a:pt x="3653" y="5205"/>
                  <a:pt x="3037" y="5205"/>
                </a:cubicBezTo>
                <a:lnTo>
                  <a:pt x="3037" y="5205"/>
                </a:lnTo>
                <a:cubicBezTo>
                  <a:pt x="2398" y="5205"/>
                  <a:pt x="1781" y="4954"/>
                  <a:pt x="1302" y="447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8"/>
          <p:cNvSpPr/>
          <p:nvPr/>
        </p:nvSpPr>
        <p:spPr>
          <a:xfrm>
            <a:off x="7803208" y="2630489"/>
            <a:ext cx="127553" cy="121840"/>
          </a:xfrm>
          <a:custGeom>
            <a:avLst/>
            <a:gdLst/>
            <a:ahLst/>
            <a:cxnLst/>
            <a:rect l="l" t="t" r="r" b="b"/>
            <a:pathLst>
              <a:path w="6095" h="5822" extrusionOk="0">
                <a:moveTo>
                  <a:pt x="1118" y="800"/>
                </a:moveTo>
                <a:cubicBezTo>
                  <a:pt x="23" y="1873"/>
                  <a:pt x="0" y="3607"/>
                  <a:pt x="1073" y="4703"/>
                </a:cubicBezTo>
                <a:lnTo>
                  <a:pt x="1073" y="4703"/>
                </a:lnTo>
                <a:cubicBezTo>
                  <a:pt x="2146" y="5799"/>
                  <a:pt x="3903" y="5821"/>
                  <a:pt x="4976" y="4749"/>
                </a:cubicBezTo>
                <a:lnTo>
                  <a:pt x="4976" y="4749"/>
                </a:lnTo>
                <a:cubicBezTo>
                  <a:pt x="6072" y="3676"/>
                  <a:pt x="6094" y="1918"/>
                  <a:pt x="5022" y="845"/>
                </a:cubicBezTo>
                <a:lnTo>
                  <a:pt x="5022" y="845"/>
                </a:lnTo>
                <a:cubicBezTo>
                  <a:pt x="4474" y="275"/>
                  <a:pt x="3766" y="1"/>
                  <a:pt x="3059" y="1"/>
                </a:cubicBezTo>
                <a:lnTo>
                  <a:pt x="3059" y="1"/>
                </a:lnTo>
                <a:cubicBezTo>
                  <a:pt x="2351" y="1"/>
                  <a:pt x="1643" y="275"/>
                  <a:pt x="1118" y="800"/>
                </a:cubicBezTo>
                <a:close/>
                <a:moveTo>
                  <a:pt x="1301" y="4475"/>
                </a:moveTo>
                <a:cubicBezTo>
                  <a:pt x="365" y="3516"/>
                  <a:pt x="388" y="1964"/>
                  <a:pt x="1347" y="1028"/>
                </a:cubicBezTo>
                <a:lnTo>
                  <a:pt x="1347" y="1028"/>
                </a:lnTo>
                <a:cubicBezTo>
                  <a:pt x="2305" y="92"/>
                  <a:pt x="3857" y="115"/>
                  <a:pt x="4793" y="1074"/>
                </a:cubicBezTo>
                <a:lnTo>
                  <a:pt x="4793" y="1074"/>
                </a:lnTo>
                <a:cubicBezTo>
                  <a:pt x="5729" y="2032"/>
                  <a:pt x="5706" y="3562"/>
                  <a:pt x="4748" y="4497"/>
                </a:cubicBezTo>
                <a:lnTo>
                  <a:pt x="4748" y="4497"/>
                </a:lnTo>
                <a:cubicBezTo>
                  <a:pt x="4268" y="4977"/>
                  <a:pt x="3652" y="5205"/>
                  <a:pt x="3059" y="5205"/>
                </a:cubicBezTo>
                <a:lnTo>
                  <a:pt x="3059" y="5205"/>
                </a:lnTo>
                <a:cubicBezTo>
                  <a:pt x="2419" y="5205"/>
                  <a:pt x="1780" y="4954"/>
                  <a:pt x="1301" y="447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8"/>
          <p:cNvSpPr/>
          <p:nvPr/>
        </p:nvSpPr>
        <p:spPr>
          <a:xfrm>
            <a:off x="7518041" y="2793384"/>
            <a:ext cx="70714" cy="159551"/>
          </a:xfrm>
          <a:custGeom>
            <a:avLst/>
            <a:gdLst/>
            <a:ahLst/>
            <a:cxnLst/>
            <a:rect l="l" t="t" r="r" b="b"/>
            <a:pathLst>
              <a:path w="3379" h="7624" extrusionOk="0">
                <a:moveTo>
                  <a:pt x="0" y="229"/>
                </a:moveTo>
                <a:lnTo>
                  <a:pt x="3036" y="3310"/>
                </a:lnTo>
                <a:lnTo>
                  <a:pt x="2990" y="7624"/>
                </a:lnTo>
                <a:lnTo>
                  <a:pt x="3333" y="7624"/>
                </a:lnTo>
                <a:lnTo>
                  <a:pt x="3378" y="3173"/>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8"/>
          <p:cNvSpPr/>
          <p:nvPr/>
        </p:nvSpPr>
        <p:spPr>
          <a:xfrm>
            <a:off x="7516115" y="2936210"/>
            <a:ext cx="82182" cy="78353"/>
          </a:xfrm>
          <a:custGeom>
            <a:avLst/>
            <a:gdLst/>
            <a:ahLst/>
            <a:cxnLst/>
            <a:rect l="l" t="t" r="r" b="b"/>
            <a:pathLst>
              <a:path w="3927" h="3744" extrusionOk="0">
                <a:moveTo>
                  <a:pt x="731" y="502"/>
                </a:moveTo>
                <a:cubicBezTo>
                  <a:pt x="24" y="1187"/>
                  <a:pt x="1" y="2328"/>
                  <a:pt x="686" y="3036"/>
                </a:cubicBezTo>
                <a:lnTo>
                  <a:pt x="686" y="3036"/>
                </a:lnTo>
                <a:cubicBezTo>
                  <a:pt x="1393" y="3721"/>
                  <a:pt x="2512" y="3743"/>
                  <a:pt x="3219" y="3059"/>
                </a:cubicBezTo>
                <a:lnTo>
                  <a:pt x="3219" y="3059"/>
                </a:lnTo>
                <a:cubicBezTo>
                  <a:pt x="3927" y="2374"/>
                  <a:pt x="3927" y="1233"/>
                  <a:pt x="3242" y="525"/>
                </a:cubicBezTo>
                <a:lnTo>
                  <a:pt x="3242" y="525"/>
                </a:lnTo>
                <a:cubicBezTo>
                  <a:pt x="2900" y="183"/>
                  <a:pt x="2420" y="0"/>
                  <a:pt x="1964" y="0"/>
                </a:cubicBezTo>
                <a:lnTo>
                  <a:pt x="1964" y="0"/>
                </a:lnTo>
                <a:cubicBezTo>
                  <a:pt x="1507" y="0"/>
                  <a:pt x="1074" y="160"/>
                  <a:pt x="731" y="502"/>
                </a:cubicBezTo>
                <a:moveTo>
                  <a:pt x="937" y="2785"/>
                </a:moveTo>
                <a:cubicBezTo>
                  <a:pt x="366" y="2214"/>
                  <a:pt x="389" y="1301"/>
                  <a:pt x="960" y="753"/>
                </a:cubicBezTo>
                <a:lnTo>
                  <a:pt x="960" y="753"/>
                </a:lnTo>
                <a:cubicBezTo>
                  <a:pt x="1530" y="183"/>
                  <a:pt x="2443" y="205"/>
                  <a:pt x="2991" y="776"/>
                </a:cubicBezTo>
                <a:lnTo>
                  <a:pt x="2991" y="776"/>
                </a:lnTo>
                <a:cubicBezTo>
                  <a:pt x="3562" y="1347"/>
                  <a:pt x="3539" y="2260"/>
                  <a:pt x="2991" y="2808"/>
                </a:cubicBezTo>
                <a:lnTo>
                  <a:pt x="2991" y="2808"/>
                </a:lnTo>
                <a:cubicBezTo>
                  <a:pt x="2694" y="3081"/>
                  <a:pt x="2329" y="3218"/>
                  <a:pt x="1964" y="3218"/>
                </a:cubicBezTo>
                <a:lnTo>
                  <a:pt x="1964" y="3218"/>
                </a:lnTo>
                <a:cubicBezTo>
                  <a:pt x="1599" y="3218"/>
                  <a:pt x="1211" y="3081"/>
                  <a:pt x="937" y="278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8"/>
          <p:cNvSpPr/>
          <p:nvPr/>
        </p:nvSpPr>
        <p:spPr>
          <a:xfrm>
            <a:off x="7454989" y="2085011"/>
            <a:ext cx="1059036" cy="951071"/>
          </a:xfrm>
          <a:custGeom>
            <a:avLst/>
            <a:gdLst/>
            <a:ahLst/>
            <a:cxnLst/>
            <a:rect l="l" t="t" r="r" b="b"/>
            <a:pathLst>
              <a:path w="50605" h="45446" extrusionOk="0">
                <a:moveTo>
                  <a:pt x="0" y="229"/>
                </a:moveTo>
                <a:lnTo>
                  <a:pt x="30061" y="30906"/>
                </a:lnTo>
                <a:lnTo>
                  <a:pt x="36178" y="30974"/>
                </a:lnTo>
                <a:lnTo>
                  <a:pt x="50353" y="45446"/>
                </a:lnTo>
                <a:lnTo>
                  <a:pt x="50604" y="45217"/>
                </a:lnTo>
                <a:lnTo>
                  <a:pt x="36315" y="30632"/>
                </a:lnTo>
                <a:lnTo>
                  <a:pt x="30198" y="30563"/>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8"/>
          <p:cNvSpPr/>
          <p:nvPr/>
        </p:nvSpPr>
        <p:spPr>
          <a:xfrm>
            <a:off x="7641759" y="2280363"/>
            <a:ext cx="189645" cy="371672"/>
          </a:xfrm>
          <a:custGeom>
            <a:avLst/>
            <a:gdLst/>
            <a:ahLst/>
            <a:cxnLst/>
            <a:rect l="l" t="t" r="r" b="b"/>
            <a:pathLst>
              <a:path w="9062" h="17760" extrusionOk="0">
                <a:moveTo>
                  <a:pt x="0" y="8675"/>
                </a:moveTo>
                <a:lnTo>
                  <a:pt x="0" y="8743"/>
                </a:lnTo>
                <a:lnTo>
                  <a:pt x="8833" y="17759"/>
                </a:lnTo>
                <a:lnTo>
                  <a:pt x="9062" y="17531"/>
                </a:lnTo>
                <a:lnTo>
                  <a:pt x="320" y="8606"/>
                </a:lnTo>
                <a:lnTo>
                  <a:pt x="411" y="24"/>
                </a:lnTo>
                <a:lnTo>
                  <a:pt x="9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8"/>
          <p:cNvSpPr/>
          <p:nvPr/>
        </p:nvSpPr>
        <p:spPr>
          <a:xfrm>
            <a:off x="7815137" y="2988276"/>
            <a:ext cx="52570" cy="161456"/>
          </a:xfrm>
          <a:custGeom>
            <a:avLst/>
            <a:gdLst/>
            <a:ahLst/>
            <a:cxnLst/>
            <a:rect l="l" t="t" r="r" b="b"/>
            <a:pathLst>
              <a:path w="2512" h="7715" extrusionOk="0">
                <a:moveTo>
                  <a:pt x="1" y="5318"/>
                </a:moveTo>
                <a:lnTo>
                  <a:pt x="1" y="5387"/>
                </a:lnTo>
                <a:lnTo>
                  <a:pt x="2260" y="7715"/>
                </a:lnTo>
                <a:lnTo>
                  <a:pt x="2511" y="7487"/>
                </a:lnTo>
                <a:lnTo>
                  <a:pt x="320" y="5250"/>
                </a:lnTo>
                <a:lnTo>
                  <a:pt x="389" y="23"/>
                </a:lnTo>
                <a:lnTo>
                  <a:pt x="46"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8"/>
          <p:cNvSpPr/>
          <p:nvPr/>
        </p:nvSpPr>
        <p:spPr>
          <a:xfrm>
            <a:off x="7678046" y="2509177"/>
            <a:ext cx="118973" cy="388373"/>
          </a:xfrm>
          <a:custGeom>
            <a:avLst/>
            <a:gdLst/>
            <a:ahLst/>
            <a:cxnLst/>
            <a:rect l="l" t="t" r="r" b="b"/>
            <a:pathLst>
              <a:path w="5685" h="18558" extrusionOk="0">
                <a:moveTo>
                  <a:pt x="1" y="12942"/>
                </a:moveTo>
                <a:lnTo>
                  <a:pt x="1" y="13011"/>
                </a:lnTo>
                <a:lnTo>
                  <a:pt x="5456" y="18557"/>
                </a:lnTo>
                <a:lnTo>
                  <a:pt x="5684" y="18329"/>
                </a:lnTo>
                <a:lnTo>
                  <a:pt x="343" y="12874"/>
                </a:lnTo>
                <a:lnTo>
                  <a:pt x="480" y="0"/>
                </a:lnTo>
                <a:lnTo>
                  <a:pt x="138"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8"/>
          <p:cNvSpPr/>
          <p:nvPr/>
        </p:nvSpPr>
        <p:spPr>
          <a:xfrm>
            <a:off x="8027228" y="2686866"/>
            <a:ext cx="124686" cy="383580"/>
          </a:xfrm>
          <a:custGeom>
            <a:avLst/>
            <a:gdLst/>
            <a:ahLst/>
            <a:cxnLst/>
            <a:rect l="l" t="t" r="r" b="b"/>
            <a:pathLst>
              <a:path w="5958" h="18329" extrusionOk="0">
                <a:moveTo>
                  <a:pt x="0" y="12417"/>
                </a:moveTo>
                <a:lnTo>
                  <a:pt x="0" y="12486"/>
                </a:lnTo>
                <a:lnTo>
                  <a:pt x="5729" y="18329"/>
                </a:lnTo>
                <a:lnTo>
                  <a:pt x="5957" y="18101"/>
                </a:lnTo>
                <a:lnTo>
                  <a:pt x="342" y="12349"/>
                </a:lnTo>
                <a:lnTo>
                  <a:pt x="479" y="0"/>
                </a:lnTo>
                <a:lnTo>
                  <a:pt x="137"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8"/>
          <p:cNvSpPr/>
          <p:nvPr/>
        </p:nvSpPr>
        <p:spPr>
          <a:xfrm>
            <a:off x="8035808" y="2730813"/>
            <a:ext cx="316256" cy="332957"/>
          </a:xfrm>
          <a:custGeom>
            <a:avLst/>
            <a:gdLst/>
            <a:ahLst/>
            <a:cxnLst/>
            <a:rect l="l" t="t" r="r" b="b"/>
            <a:pathLst>
              <a:path w="15112" h="15910" extrusionOk="0">
                <a:moveTo>
                  <a:pt x="1" y="228"/>
                </a:moveTo>
                <a:lnTo>
                  <a:pt x="3904" y="4223"/>
                </a:lnTo>
                <a:lnTo>
                  <a:pt x="6734" y="4246"/>
                </a:lnTo>
                <a:lnTo>
                  <a:pt x="13125" y="10774"/>
                </a:lnTo>
                <a:lnTo>
                  <a:pt x="13103" y="14106"/>
                </a:lnTo>
                <a:lnTo>
                  <a:pt x="14883" y="15909"/>
                </a:lnTo>
                <a:lnTo>
                  <a:pt x="15111" y="15681"/>
                </a:lnTo>
                <a:lnTo>
                  <a:pt x="13445" y="13969"/>
                </a:lnTo>
                <a:lnTo>
                  <a:pt x="13468" y="10637"/>
                </a:lnTo>
                <a:lnTo>
                  <a:pt x="6871" y="3903"/>
                </a:lnTo>
                <a:lnTo>
                  <a:pt x="4064" y="3880"/>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8"/>
          <p:cNvSpPr/>
          <p:nvPr/>
        </p:nvSpPr>
        <p:spPr>
          <a:xfrm>
            <a:off x="7888212" y="2976326"/>
            <a:ext cx="76448" cy="150490"/>
          </a:xfrm>
          <a:custGeom>
            <a:avLst/>
            <a:gdLst/>
            <a:ahLst/>
            <a:cxnLst/>
            <a:rect l="l" t="t" r="r" b="b"/>
            <a:pathLst>
              <a:path w="3653" h="7191" extrusionOk="0">
                <a:moveTo>
                  <a:pt x="1" y="251"/>
                </a:moveTo>
                <a:lnTo>
                  <a:pt x="1827" y="2100"/>
                </a:lnTo>
                <a:lnTo>
                  <a:pt x="1781" y="5547"/>
                </a:lnTo>
                <a:lnTo>
                  <a:pt x="3402" y="7190"/>
                </a:lnTo>
                <a:lnTo>
                  <a:pt x="3653" y="6962"/>
                </a:lnTo>
                <a:lnTo>
                  <a:pt x="2124" y="5410"/>
                </a:lnTo>
                <a:lnTo>
                  <a:pt x="2169" y="1963"/>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8"/>
          <p:cNvSpPr/>
          <p:nvPr/>
        </p:nvSpPr>
        <p:spPr>
          <a:xfrm>
            <a:off x="7777406" y="2870771"/>
            <a:ext cx="140465" cy="134710"/>
          </a:xfrm>
          <a:custGeom>
            <a:avLst/>
            <a:gdLst/>
            <a:ahLst/>
            <a:cxnLst/>
            <a:rect l="l" t="t" r="r" b="b"/>
            <a:pathLst>
              <a:path w="6712" h="6437" extrusionOk="0">
                <a:moveTo>
                  <a:pt x="1210" y="890"/>
                </a:moveTo>
                <a:cubicBezTo>
                  <a:pt x="23" y="2054"/>
                  <a:pt x="0" y="3994"/>
                  <a:pt x="1165" y="5204"/>
                </a:cubicBezTo>
                <a:lnTo>
                  <a:pt x="1165" y="5204"/>
                </a:lnTo>
                <a:cubicBezTo>
                  <a:pt x="2351" y="6414"/>
                  <a:pt x="4292" y="6437"/>
                  <a:pt x="5501" y="5250"/>
                </a:cubicBezTo>
                <a:lnTo>
                  <a:pt x="5501" y="5250"/>
                </a:lnTo>
                <a:cubicBezTo>
                  <a:pt x="6711" y="4063"/>
                  <a:pt x="6711" y="2123"/>
                  <a:pt x="5547" y="936"/>
                </a:cubicBezTo>
                <a:lnTo>
                  <a:pt x="5547" y="936"/>
                </a:lnTo>
                <a:cubicBezTo>
                  <a:pt x="4954" y="320"/>
                  <a:pt x="4155" y="0"/>
                  <a:pt x="3356" y="0"/>
                </a:cubicBezTo>
                <a:lnTo>
                  <a:pt x="3356" y="0"/>
                </a:lnTo>
                <a:cubicBezTo>
                  <a:pt x="2580" y="0"/>
                  <a:pt x="1804" y="297"/>
                  <a:pt x="1210" y="890"/>
                </a:cubicBezTo>
                <a:moveTo>
                  <a:pt x="1416" y="4976"/>
                </a:moveTo>
                <a:cubicBezTo>
                  <a:pt x="366" y="3903"/>
                  <a:pt x="388" y="2168"/>
                  <a:pt x="1461" y="1118"/>
                </a:cubicBezTo>
                <a:lnTo>
                  <a:pt x="1461" y="1118"/>
                </a:lnTo>
                <a:cubicBezTo>
                  <a:pt x="2534" y="68"/>
                  <a:pt x="4246" y="91"/>
                  <a:pt x="5296" y="1164"/>
                </a:cubicBezTo>
                <a:lnTo>
                  <a:pt x="5296" y="1164"/>
                </a:lnTo>
                <a:cubicBezTo>
                  <a:pt x="6346" y="2237"/>
                  <a:pt x="6346" y="3949"/>
                  <a:pt x="5273" y="4999"/>
                </a:cubicBezTo>
                <a:lnTo>
                  <a:pt x="5273" y="4999"/>
                </a:lnTo>
                <a:cubicBezTo>
                  <a:pt x="4725" y="5524"/>
                  <a:pt x="4041" y="5775"/>
                  <a:pt x="3356" y="5775"/>
                </a:cubicBezTo>
                <a:lnTo>
                  <a:pt x="3356" y="5775"/>
                </a:lnTo>
                <a:cubicBezTo>
                  <a:pt x="2648" y="5775"/>
                  <a:pt x="1941" y="5524"/>
                  <a:pt x="1416" y="497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8"/>
          <p:cNvSpPr/>
          <p:nvPr/>
        </p:nvSpPr>
        <p:spPr>
          <a:xfrm>
            <a:off x="8058263" y="2980135"/>
            <a:ext cx="37753" cy="276117"/>
          </a:xfrm>
          <a:custGeom>
            <a:avLst/>
            <a:gdLst/>
            <a:ahLst/>
            <a:cxnLst/>
            <a:rect l="l" t="t" r="r" b="b"/>
            <a:pathLst>
              <a:path w="1804" h="13194" extrusionOk="0">
                <a:moveTo>
                  <a:pt x="1" y="8903"/>
                </a:moveTo>
                <a:lnTo>
                  <a:pt x="1" y="8971"/>
                </a:lnTo>
                <a:lnTo>
                  <a:pt x="1462" y="10478"/>
                </a:lnTo>
                <a:lnTo>
                  <a:pt x="1439" y="13194"/>
                </a:lnTo>
                <a:lnTo>
                  <a:pt x="1758" y="13194"/>
                </a:lnTo>
                <a:lnTo>
                  <a:pt x="1804" y="10341"/>
                </a:lnTo>
                <a:lnTo>
                  <a:pt x="343" y="8857"/>
                </a:lnTo>
                <a:lnTo>
                  <a:pt x="434" y="1"/>
                </a:lnTo>
                <a:lnTo>
                  <a:pt x="9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8"/>
          <p:cNvSpPr/>
          <p:nvPr/>
        </p:nvSpPr>
        <p:spPr>
          <a:xfrm>
            <a:off x="7946975" y="3112455"/>
            <a:ext cx="71677" cy="68328"/>
          </a:xfrm>
          <a:custGeom>
            <a:avLst/>
            <a:gdLst/>
            <a:ahLst/>
            <a:cxnLst/>
            <a:rect l="l" t="t" r="r" b="b"/>
            <a:pathLst>
              <a:path w="3425" h="3265" extrusionOk="0">
                <a:moveTo>
                  <a:pt x="617" y="434"/>
                </a:moveTo>
                <a:cubicBezTo>
                  <a:pt x="0" y="1028"/>
                  <a:pt x="0" y="2032"/>
                  <a:pt x="594" y="2648"/>
                </a:cubicBezTo>
                <a:lnTo>
                  <a:pt x="594" y="2648"/>
                </a:lnTo>
                <a:cubicBezTo>
                  <a:pt x="1187" y="3265"/>
                  <a:pt x="2192" y="3265"/>
                  <a:pt x="2808" y="2671"/>
                </a:cubicBezTo>
                <a:lnTo>
                  <a:pt x="2808" y="2671"/>
                </a:lnTo>
                <a:cubicBezTo>
                  <a:pt x="3424" y="2078"/>
                  <a:pt x="3424" y="1073"/>
                  <a:pt x="2831" y="457"/>
                </a:cubicBezTo>
                <a:lnTo>
                  <a:pt x="2831" y="457"/>
                </a:lnTo>
                <a:cubicBezTo>
                  <a:pt x="2534" y="138"/>
                  <a:pt x="2123" y="1"/>
                  <a:pt x="1712" y="1"/>
                </a:cubicBezTo>
                <a:lnTo>
                  <a:pt x="1712" y="1"/>
                </a:lnTo>
                <a:cubicBezTo>
                  <a:pt x="1324" y="1"/>
                  <a:pt x="913" y="138"/>
                  <a:pt x="617" y="434"/>
                </a:cubicBezTo>
                <a:close/>
                <a:moveTo>
                  <a:pt x="822" y="2420"/>
                </a:moveTo>
                <a:cubicBezTo>
                  <a:pt x="366" y="1918"/>
                  <a:pt x="366" y="1142"/>
                  <a:pt x="845" y="663"/>
                </a:cubicBezTo>
                <a:lnTo>
                  <a:pt x="845" y="663"/>
                </a:lnTo>
                <a:cubicBezTo>
                  <a:pt x="1347" y="206"/>
                  <a:pt x="2123" y="206"/>
                  <a:pt x="2603" y="685"/>
                </a:cubicBezTo>
                <a:lnTo>
                  <a:pt x="2603" y="685"/>
                </a:lnTo>
                <a:cubicBezTo>
                  <a:pt x="3059" y="1187"/>
                  <a:pt x="3059" y="1964"/>
                  <a:pt x="2580" y="2443"/>
                </a:cubicBezTo>
                <a:lnTo>
                  <a:pt x="2580" y="2443"/>
                </a:lnTo>
                <a:cubicBezTo>
                  <a:pt x="2329" y="2671"/>
                  <a:pt x="2032" y="2785"/>
                  <a:pt x="1712" y="2785"/>
                </a:cubicBezTo>
                <a:lnTo>
                  <a:pt x="1712" y="2785"/>
                </a:lnTo>
                <a:cubicBezTo>
                  <a:pt x="1393" y="2785"/>
                  <a:pt x="1073" y="2648"/>
                  <a:pt x="822" y="242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8"/>
          <p:cNvSpPr/>
          <p:nvPr/>
        </p:nvSpPr>
        <p:spPr>
          <a:xfrm>
            <a:off x="8037733" y="3248103"/>
            <a:ext cx="89821" cy="85531"/>
          </a:xfrm>
          <a:custGeom>
            <a:avLst/>
            <a:gdLst/>
            <a:ahLst/>
            <a:cxnLst/>
            <a:rect l="l" t="t" r="r" b="b"/>
            <a:pathLst>
              <a:path w="4292" h="4087" extrusionOk="0">
                <a:moveTo>
                  <a:pt x="776" y="549"/>
                </a:moveTo>
                <a:cubicBezTo>
                  <a:pt x="23" y="1302"/>
                  <a:pt x="0" y="2535"/>
                  <a:pt x="753" y="3288"/>
                </a:cubicBezTo>
                <a:lnTo>
                  <a:pt x="753" y="3288"/>
                </a:lnTo>
                <a:cubicBezTo>
                  <a:pt x="1507" y="4064"/>
                  <a:pt x="2739" y="4087"/>
                  <a:pt x="3515" y="3333"/>
                </a:cubicBezTo>
                <a:lnTo>
                  <a:pt x="3515" y="3333"/>
                </a:lnTo>
                <a:cubicBezTo>
                  <a:pt x="4269" y="2580"/>
                  <a:pt x="4291" y="1348"/>
                  <a:pt x="3538" y="572"/>
                </a:cubicBezTo>
                <a:lnTo>
                  <a:pt x="3538" y="572"/>
                </a:lnTo>
                <a:cubicBezTo>
                  <a:pt x="3150" y="184"/>
                  <a:pt x="2648" y="1"/>
                  <a:pt x="2146" y="1"/>
                </a:cubicBezTo>
                <a:lnTo>
                  <a:pt x="2146" y="1"/>
                </a:lnTo>
                <a:cubicBezTo>
                  <a:pt x="1644" y="1"/>
                  <a:pt x="1164" y="184"/>
                  <a:pt x="776" y="549"/>
                </a:cubicBezTo>
                <a:close/>
                <a:moveTo>
                  <a:pt x="1005" y="3060"/>
                </a:moveTo>
                <a:cubicBezTo>
                  <a:pt x="365" y="2420"/>
                  <a:pt x="388" y="1416"/>
                  <a:pt x="1027" y="777"/>
                </a:cubicBezTo>
                <a:lnTo>
                  <a:pt x="1027" y="777"/>
                </a:lnTo>
                <a:cubicBezTo>
                  <a:pt x="1644" y="161"/>
                  <a:pt x="2671" y="184"/>
                  <a:pt x="3287" y="823"/>
                </a:cubicBezTo>
                <a:lnTo>
                  <a:pt x="3287" y="823"/>
                </a:lnTo>
                <a:cubicBezTo>
                  <a:pt x="3926" y="1439"/>
                  <a:pt x="3903" y="2466"/>
                  <a:pt x="3264" y="3082"/>
                </a:cubicBezTo>
                <a:lnTo>
                  <a:pt x="3264" y="3082"/>
                </a:lnTo>
                <a:cubicBezTo>
                  <a:pt x="2968" y="3402"/>
                  <a:pt x="2557" y="3539"/>
                  <a:pt x="2146" y="3539"/>
                </a:cubicBezTo>
                <a:lnTo>
                  <a:pt x="2146" y="3539"/>
                </a:lnTo>
                <a:cubicBezTo>
                  <a:pt x="1735" y="3539"/>
                  <a:pt x="1301" y="3379"/>
                  <a:pt x="1005" y="306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8"/>
          <p:cNvSpPr/>
          <p:nvPr/>
        </p:nvSpPr>
        <p:spPr>
          <a:xfrm>
            <a:off x="8059706" y="3105298"/>
            <a:ext cx="354930" cy="88858"/>
          </a:xfrm>
          <a:custGeom>
            <a:avLst/>
            <a:gdLst/>
            <a:ahLst/>
            <a:cxnLst/>
            <a:rect l="l" t="t" r="r" b="b"/>
            <a:pathLst>
              <a:path w="16960" h="4246" extrusionOk="0">
                <a:moveTo>
                  <a:pt x="0" y="251"/>
                </a:moveTo>
                <a:lnTo>
                  <a:pt x="3812" y="4109"/>
                </a:lnTo>
                <a:lnTo>
                  <a:pt x="16937" y="4246"/>
                </a:lnTo>
                <a:lnTo>
                  <a:pt x="16959" y="3926"/>
                </a:lnTo>
                <a:lnTo>
                  <a:pt x="3949" y="3789"/>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8"/>
          <p:cNvSpPr/>
          <p:nvPr/>
        </p:nvSpPr>
        <p:spPr>
          <a:xfrm>
            <a:off x="8406482" y="3150186"/>
            <a:ext cx="85991" cy="82182"/>
          </a:xfrm>
          <a:custGeom>
            <a:avLst/>
            <a:gdLst/>
            <a:ahLst/>
            <a:cxnLst/>
            <a:rect l="l" t="t" r="r" b="b"/>
            <a:pathLst>
              <a:path w="4109" h="3927" extrusionOk="0">
                <a:moveTo>
                  <a:pt x="754" y="549"/>
                </a:moveTo>
                <a:cubicBezTo>
                  <a:pt x="0" y="1256"/>
                  <a:pt x="0" y="2443"/>
                  <a:pt x="708" y="3196"/>
                </a:cubicBezTo>
                <a:lnTo>
                  <a:pt x="708" y="3196"/>
                </a:lnTo>
                <a:cubicBezTo>
                  <a:pt x="1438" y="3927"/>
                  <a:pt x="2625" y="3927"/>
                  <a:pt x="3356" y="3219"/>
                </a:cubicBezTo>
                <a:lnTo>
                  <a:pt x="3356" y="3219"/>
                </a:lnTo>
                <a:cubicBezTo>
                  <a:pt x="4109" y="2489"/>
                  <a:pt x="4109" y="1302"/>
                  <a:pt x="3401" y="571"/>
                </a:cubicBezTo>
                <a:lnTo>
                  <a:pt x="3401" y="571"/>
                </a:lnTo>
                <a:cubicBezTo>
                  <a:pt x="3036" y="183"/>
                  <a:pt x="2534" y="1"/>
                  <a:pt x="2055" y="1"/>
                </a:cubicBezTo>
                <a:lnTo>
                  <a:pt x="2055" y="1"/>
                </a:lnTo>
                <a:cubicBezTo>
                  <a:pt x="1575" y="1"/>
                  <a:pt x="1119" y="183"/>
                  <a:pt x="754" y="549"/>
                </a:cubicBezTo>
                <a:moveTo>
                  <a:pt x="959" y="2945"/>
                </a:moveTo>
                <a:cubicBezTo>
                  <a:pt x="366" y="2352"/>
                  <a:pt x="366" y="1370"/>
                  <a:pt x="982" y="777"/>
                </a:cubicBezTo>
                <a:lnTo>
                  <a:pt x="982" y="777"/>
                </a:lnTo>
                <a:cubicBezTo>
                  <a:pt x="1575" y="183"/>
                  <a:pt x="2557" y="206"/>
                  <a:pt x="3150" y="800"/>
                </a:cubicBezTo>
                <a:lnTo>
                  <a:pt x="3150" y="800"/>
                </a:lnTo>
                <a:cubicBezTo>
                  <a:pt x="3744" y="1416"/>
                  <a:pt x="3744" y="2375"/>
                  <a:pt x="3127" y="2968"/>
                </a:cubicBezTo>
                <a:lnTo>
                  <a:pt x="3127" y="2968"/>
                </a:lnTo>
                <a:cubicBezTo>
                  <a:pt x="2831" y="3265"/>
                  <a:pt x="2443" y="3425"/>
                  <a:pt x="2055" y="3425"/>
                </a:cubicBezTo>
                <a:lnTo>
                  <a:pt x="2055" y="3425"/>
                </a:lnTo>
                <a:cubicBezTo>
                  <a:pt x="1667" y="3425"/>
                  <a:pt x="1256" y="3265"/>
                  <a:pt x="959" y="294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8"/>
          <p:cNvSpPr/>
          <p:nvPr/>
        </p:nvSpPr>
        <p:spPr>
          <a:xfrm>
            <a:off x="8132301" y="2895130"/>
            <a:ext cx="86012" cy="82182"/>
          </a:xfrm>
          <a:custGeom>
            <a:avLst/>
            <a:gdLst/>
            <a:ahLst/>
            <a:cxnLst/>
            <a:rect l="l" t="t" r="r" b="b"/>
            <a:pathLst>
              <a:path w="4110" h="3927" extrusionOk="0">
                <a:moveTo>
                  <a:pt x="754" y="525"/>
                </a:moveTo>
                <a:cubicBezTo>
                  <a:pt x="1" y="1255"/>
                  <a:pt x="1" y="2442"/>
                  <a:pt x="708" y="3173"/>
                </a:cubicBezTo>
                <a:lnTo>
                  <a:pt x="708" y="3173"/>
                </a:lnTo>
                <a:cubicBezTo>
                  <a:pt x="1439" y="3926"/>
                  <a:pt x="2626" y="3926"/>
                  <a:pt x="3356" y="3218"/>
                </a:cubicBezTo>
                <a:lnTo>
                  <a:pt x="3356" y="3218"/>
                </a:lnTo>
                <a:cubicBezTo>
                  <a:pt x="4109" y="2488"/>
                  <a:pt x="4109" y="1301"/>
                  <a:pt x="3402" y="571"/>
                </a:cubicBezTo>
                <a:lnTo>
                  <a:pt x="3402" y="571"/>
                </a:lnTo>
                <a:cubicBezTo>
                  <a:pt x="3014" y="183"/>
                  <a:pt x="2534" y="0"/>
                  <a:pt x="2055" y="0"/>
                </a:cubicBezTo>
                <a:lnTo>
                  <a:pt x="2055" y="0"/>
                </a:lnTo>
                <a:cubicBezTo>
                  <a:pt x="1576" y="0"/>
                  <a:pt x="1096" y="183"/>
                  <a:pt x="754" y="525"/>
                </a:cubicBezTo>
                <a:close/>
                <a:moveTo>
                  <a:pt x="959" y="2945"/>
                </a:moveTo>
                <a:cubicBezTo>
                  <a:pt x="366" y="2351"/>
                  <a:pt x="366" y="1370"/>
                  <a:pt x="982" y="776"/>
                </a:cubicBezTo>
                <a:lnTo>
                  <a:pt x="982" y="776"/>
                </a:lnTo>
                <a:cubicBezTo>
                  <a:pt x="1576" y="183"/>
                  <a:pt x="2557" y="183"/>
                  <a:pt x="3151" y="799"/>
                </a:cubicBezTo>
                <a:lnTo>
                  <a:pt x="3151" y="799"/>
                </a:lnTo>
                <a:cubicBezTo>
                  <a:pt x="3744" y="1392"/>
                  <a:pt x="3744" y="2374"/>
                  <a:pt x="3128" y="2967"/>
                </a:cubicBezTo>
                <a:lnTo>
                  <a:pt x="3128" y="2967"/>
                </a:lnTo>
                <a:cubicBezTo>
                  <a:pt x="2831" y="3264"/>
                  <a:pt x="2443" y="3401"/>
                  <a:pt x="2055" y="3401"/>
                </a:cubicBezTo>
                <a:lnTo>
                  <a:pt x="2055" y="3401"/>
                </a:lnTo>
                <a:cubicBezTo>
                  <a:pt x="1644" y="3401"/>
                  <a:pt x="1256" y="3264"/>
                  <a:pt x="959" y="294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8"/>
          <p:cNvSpPr/>
          <p:nvPr/>
        </p:nvSpPr>
        <p:spPr>
          <a:xfrm>
            <a:off x="8325287" y="3041765"/>
            <a:ext cx="86472" cy="82182"/>
          </a:xfrm>
          <a:custGeom>
            <a:avLst/>
            <a:gdLst/>
            <a:ahLst/>
            <a:cxnLst/>
            <a:rect l="l" t="t" r="r" b="b"/>
            <a:pathLst>
              <a:path w="4132" h="3927" extrusionOk="0">
                <a:moveTo>
                  <a:pt x="753" y="525"/>
                </a:moveTo>
                <a:cubicBezTo>
                  <a:pt x="23" y="1256"/>
                  <a:pt x="0" y="2443"/>
                  <a:pt x="730" y="3173"/>
                </a:cubicBezTo>
                <a:lnTo>
                  <a:pt x="730" y="3173"/>
                </a:lnTo>
                <a:cubicBezTo>
                  <a:pt x="1461" y="3904"/>
                  <a:pt x="2648" y="3926"/>
                  <a:pt x="3378" y="3196"/>
                </a:cubicBezTo>
                <a:lnTo>
                  <a:pt x="3378" y="3196"/>
                </a:lnTo>
                <a:cubicBezTo>
                  <a:pt x="4109" y="2466"/>
                  <a:pt x="4131" y="1279"/>
                  <a:pt x="3401" y="548"/>
                </a:cubicBezTo>
                <a:lnTo>
                  <a:pt x="3401" y="548"/>
                </a:lnTo>
                <a:cubicBezTo>
                  <a:pt x="3036" y="183"/>
                  <a:pt x="2556" y="0"/>
                  <a:pt x="2077" y="0"/>
                </a:cubicBezTo>
                <a:lnTo>
                  <a:pt x="2077" y="0"/>
                </a:lnTo>
                <a:cubicBezTo>
                  <a:pt x="1598" y="0"/>
                  <a:pt x="1118" y="160"/>
                  <a:pt x="753" y="525"/>
                </a:cubicBezTo>
                <a:close/>
                <a:moveTo>
                  <a:pt x="982" y="2945"/>
                </a:moveTo>
                <a:cubicBezTo>
                  <a:pt x="388" y="2329"/>
                  <a:pt x="388" y="1347"/>
                  <a:pt x="1004" y="754"/>
                </a:cubicBezTo>
                <a:lnTo>
                  <a:pt x="1004" y="754"/>
                </a:lnTo>
                <a:cubicBezTo>
                  <a:pt x="1598" y="160"/>
                  <a:pt x="2579" y="183"/>
                  <a:pt x="3173" y="777"/>
                </a:cubicBezTo>
                <a:lnTo>
                  <a:pt x="3173" y="777"/>
                </a:lnTo>
                <a:cubicBezTo>
                  <a:pt x="3766" y="1393"/>
                  <a:pt x="3743" y="2374"/>
                  <a:pt x="3150" y="2968"/>
                </a:cubicBezTo>
                <a:lnTo>
                  <a:pt x="3150" y="2968"/>
                </a:lnTo>
                <a:cubicBezTo>
                  <a:pt x="2853" y="3242"/>
                  <a:pt x="2465" y="3401"/>
                  <a:pt x="2077" y="3401"/>
                </a:cubicBezTo>
                <a:lnTo>
                  <a:pt x="2077" y="3401"/>
                </a:lnTo>
                <a:cubicBezTo>
                  <a:pt x="1666" y="3401"/>
                  <a:pt x="1278" y="3242"/>
                  <a:pt x="982" y="294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8"/>
          <p:cNvSpPr/>
          <p:nvPr/>
        </p:nvSpPr>
        <p:spPr>
          <a:xfrm>
            <a:off x="8128011" y="3042727"/>
            <a:ext cx="107484" cy="102712"/>
          </a:xfrm>
          <a:custGeom>
            <a:avLst/>
            <a:gdLst/>
            <a:ahLst/>
            <a:cxnLst/>
            <a:rect l="l" t="t" r="r" b="b"/>
            <a:pathLst>
              <a:path w="5136" h="4908" extrusionOk="0">
                <a:moveTo>
                  <a:pt x="936" y="662"/>
                </a:moveTo>
                <a:cubicBezTo>
                  <a:pt x="23" y="1575"/>
                  <a:pt x="0" y="3059"/>
                  <a:pt x="913" y="3972"/>
                </a:cubicBezTo>
                <a:lnTo>
                  <a:pt x="913" y="3972"/>
                </a:lnTo>
                <a:cubicBezTo>
                  <a:pt x="1803" y="4885"/>
                  <a:pt x="3287" y="4908"/>
                  <a:pt x="4223" y="4017"/>
                </a:cubicBezTo>
                <a:lnTo>
                  <a:pt x="4223" y="4017"/>
                </a:lnTo>
                <a:cubicBezTo>
                  <a:pt x="5136" y="3104"/>
                  <a:pt x="5136" y="1621"/>
                  <a:pt x="4246" y="708"/>
                </a:cubicBezTo>
                <a:lnTo>
                  <a:pt x="4246" y="708"/>
                </a:lnTo>
                <a:cubicBezTo>
                  <a:pt x="3789" y="251"/>
                  <a:pt x="3173" y="0"/>
                  <a:pt x="2579" y="0"/>
                </a:cubicBezTo>
                <a:lnTo>
                  <a:pt x="2579" y="0"/>
                </a:lnTo>
                <a:cubicBezTo>
                  <a:pt x="1986" y="0"/>
                  <a:pt x="1393" y="228"/>
                  <a:pt x="936" y="662"/>
                </a:cubicBezTo>
                <a:moveTo>
                  <a:pt x="1141" y="3743"/>
                </a:moveTo>
                <a:cubicBezTo>
                  <a:pt x="365" y="2945"/>
                  <a:pt x="388" y="1689"/>
                  <a:pt x="1187" y="913"/>
                </a:cubicBezTo>
                <a:lnTo>
                  <a:pt x="1187" y="913"/>
                </a:lnTo>
                <a:cubicBezTo>
                  <a:pt x="1963" y="137"/>
                  <a:pt x="3241" y="160"/>
                  <a:pt x="4017" y="936"/>
                </a:cubicBezTo>
                <a:lnTo>
                  <a:pt x="4017" y="936"/>
                </a:lnTo>
                <a:cubicBezTo>
                  <a:pt x="4771" y="1735"/>
                  <a:pt x="4771" y="2990"/>
                  <a:pt x="3972" y="3766"/>
                </a:cubicBezTo>
                <a:lnTo>
                  <a:pt x="3972" y="3766"/>
                </a:lnTo>
                <a:cubicBezTo>
                  <a:pt x="3584" y="4154"/>
                  <a:pt x="3082" y="4337"/>
                  <a:pt x="2579" y="4337"/>
                </a:cubicBezTo>
                <a:lnTo>
                  <a:pt x="2579" y="4337"/>
                </a:lnTo>
                <a:cubicBezTo>
                  <a:pt x="2054" y="4337"/>
                  <a:pt x="1530" y="4131"/>
                  <a:pt x="1141" y="374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8"/>
          <p:cNvSpPr/>
          <p:nvPr/>
        </p:nvSpPr>
        <p:spPr>
          <a:xfrm>
            <a:off x="8030095" y="2786206"/>
            <a:ext cx="122782" cy="125188"/>
          </a:xfrm>
          <a:custGeom>
            <a:avLst/>
            <a:gdLst/>
            <a:ahLst/>
            <a:cxnLst/>
            <a:rect l="l" t="t" r="r" b="b"/>
            <a:pathLst>
              <a:path w="5867" h="5982" extrusionOk="0">
                <a:moveTo>
                  <a:pt x="0" y="229"/>
                </a:moveTo>
                <a:lnTo>
                  <a:pt x="5615" y="5981"/>
                </a:lnTo>
                <a:lnTo>
                  <a:pt x="5866" y="5753"/>
                </a:lnTo>
                <a:lnTo>
                  <a:pt x="22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8"/>
          <p:cNvSpPr/>
          <p:nvPr/>
        </p:nvSpPr>
        <p:spPr>
          <a:xfrm>
            <a:off x="8496278" y="2970111"/>
            <a:ext cx="172464" cy="164825"/>
          </a:xfrm>
          <a:custGeom>
            <a:avLst/>
            <a:gdLst/>
            <a:ahLst/>
            <a:cxnLst/>
            <a:rect l="l" t="t" r="r" b="b"/>
            <a:pathLst>
              <a:path w="8241" h="7876" extrusionOk="0">
                <a:moveTo>
                  <a:pt x="1507" y="1073"/>
                </a:moveTo>
                <a:cubicBezTo>
                  <a:pt x="23" y="2511"/>
                  <a:pt x="1" y="4908"/>
                  <a:pt x="1461" y="6369"/>
                </a:cubicBezTo>
                <a:lnTo>
                  <a:pt x="1461" y="6369"/>
                </a:lnTo>
                <a:cubicBezTo>
                  <a:pt x="2899" y="7853"/>
                  <a:pt x="5273" y="7875"/>
                  <a:pt x="6757" y="6437"/>
                </a:cubicBezTo>
                <a:lnTo>
                  <a:pt x="6757" y="6437"/>
                </a:lnTo>
                <a:cubicBezTo>
                  <a:pt x="8218" y="4977"/>
                  <a:pt x="8240" y="2603"/>
                  <a:pt x="6802" y="1119"/>
                </a:cubicBezTo>
                <a:lnTo>
                  <a:pt x="6802" y="1119"/>
                </a:lnTo>
                <a:cubicBezTo>
                  <a:pt x="6072" y="389"/>
                  <a:pt x="5091" y="1"/>
                  <a:pt x="4132" y="1"/>
                </a:cubicBezTo>
                <a:lnTo>
                  <a:pt x="4132" y="1"/>
                </a:lnTo>
                <a:cubicBezTo>
                  <a:pt x="3173" y="1"/>
                  <a:pt x="2237" y="366"/>
                  <a:pt x="1507" y="1073"/>
                </a:cubicBezTo>
                <a:close/>
                <a:moveTo>
                  <a:pt x="1690" y="6141"/>
                </a:moveTo>
                <a:cubicBezTo>
                  <a:pt x="366" y="4794"/>
                  <a:pt x="389" y="2626"/>
                  <a:pt x="1735" y="1302"/>
                </a:cubicBezTo>
                <a:lnTo>
                  <a:pt x="1735" y="1302"/>
                </a:lnTo>
                <a:cubicBezTo>
                  <a:pt x="3082" y="1"/>
                  <a:pt x="5250" y="23"/>
                  <a:pt x="6574" y="1370"/>
                </a:cubicBezTo>
                <a:lnTo>
                  <a:pt x="6574" y="1370"/>
                </a:lnTo>
                <a:cubicBezTo>
                  <a:pt x="7875" y="2717"/>
                  <a:pt x="7852" y="4885"/>
                  <a:pt x="6529" y="6186"/>
                </a:cubicBezTo>
                <a:lnTo>
                  <a:pt x="6529" y="6186"/>
                </a:lnTo>
                <a:cubicBezTo>
                  <a:pt x="5844" y="6848"/>
                  <a:pt x="4999" y="7168"/>
                  <a:pt x="4132" y="7168"/>
                </a:cubicBezTo>
                <a:lnTo>
                  <a:pt x="4132" y="7168"/>
                </a:lnTo>
                <a:cubicBezTo>
                  <a:pt x="3242" y="7168"/>
                  <a:pt x="2352" y="6825"/>
                  <a:pt x="1690" y="614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8"/>
          <p:cNvSpPr/>
          <p:nvPr/>
        </p:nvSpPr>
        <p:spPr>
          <a:xfrm>
            <a:off x="7791259" y="2422707"/>
            <a:ext cx="409865" cy="155742"/>
          </a:xfrm>
          <a:custGeom>
            <a:avLst/>
            <a:gdLst/>
            <a:ahLst/>
            <a:cxnLst/>
            <a:rect l="l" t="t" r="r" b="b"/>
            <a:pathLst>
              <a:path w="19585" h="7442" extrusionOk="0">
                <a:moveTo>
                  <a:pt x="0" y="320"/>
                </a:moveTo>
                <a:lnTo>
                  <a:pt x="12509" y="457"/>
                </a:lnTo>
                <a:lnTo>
                  <a:pt x="19356" y="7442"/>
                </a:lnTo>
                <a:lnTo>
                  <a:pt x="19584" y="7214"/>
                </a:lnTo>
                <a:lnTo>
                  <a:pt x="12646" y="115"/>
                </a:lnTo>
                <a:lnTo>
                  <a:pt x="23"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8"/>
          <p:cNvSpPr/>
          <p:nvPr/>
        </p:nvSpPr>
        <p:spPr>
          <a:xfrm>
            <a:off x="7824219" y="2457592"/>
            <a:ext cx="175812" cy="68328"/>
          </a:xfrm>
          <a:custGeom>
            <a:avLst/>
            <a:gdLst/>
            <a:ahLst/>
            <a:cxnLst/>
            <a:rect l="l" t="t" r="r" b="b"/>
            <a:pathLst>
              <a:path w="8401" h="3265" extrusionOk="0">
                <a:moveTo>
                  <a:pt x="0" y="343"/>
                </a:moveTo>
                <a:lnTo>
                  <a:pt x="5364" y="388"/>
                </a:lnTo>
                <a:lnTo>
                  <a:pt x="8172" y="3264"/>
                </a:lnTo>
                <a:lnTo>
                  <a:pt x="8400" y="3036"/>
                </a:lnTo>
                <a:lnTo>
                  <a:pt x="5501" y="69"/>
                </a:lnTo>
                <a:lnTo>
                  <a:pt x="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8"/>
          <p:cNvSpPr/>
          <p:nvPr/>
        </p:nvSpPr>
        <p:spPr>
          <a:xfrm>
            <a:off x="8177210" y="2568881"/>
            <a:ext cx="75967" cy="72158"/>
          </a:xfrm>
          <a:custGeom>
            <a:avLst/>
            <a:gdLst/>
            <a:ahLst/>
            <a:cxnLst/>
            <a:rect l="l" t="t" r="r" b="b"/>
            <a:pathLst>
              <a:path w="3630" h="3448" extrusionOk="0">
                <a:moveTo>
                  <a:pt x="662" y="457"/>
                </a:moveTo>
                <a:cubicBezTo>
                  <a:pt x="23" y="1096"/>
                  <a:pt x="0" y="2146"/>
                  <a:pt x="639" y="2785"/>
                </a:cubicBezTo>
                <a:lnTo>
                  <a:pt x="639" y="2785"/>
                </a:lnTo>
                <a:cubicBezTo>
                  <a:pt x="1278" y="3447"/>
                  <a:pt x="2306" y="3447"/>
                  <a:pt x="2968" y="2808"/>
                </a:cubicBezTo>
                <a:lnTo>
                  <a:pt x="2968" y="2808"/>
                </a:lnTo>
                <a:cubicBezTo>
                  <a:pt x="3607" y="2192"/>
                  <a:pt x="3629" y="1142"/>
                  <a:pt x="2990" y="480"/>
                </a:cubicBezTo>
                <a:lnTo>
                  <a:pt x="2990" y="480"/>
                </a:lnTo>
                <a:cubicBezTo>
                  <a:pt x="2671" y="160"/>
                  <a:pt x="2237" y="0"/>
                  <a:pt x="1803" y="0"/>
                </a:cubicBezTo>
                <a:lnTo>
                  <a:pt x="1803" y="0"/>
                </a:lnTo>
                <a:cubicBezTo>
                  <a:pt x="1393" y="0"/>
                  <a:pt x="982" y="160"/>
                  <a:pt x="662" y="457"/>
                </a:cubicBezTo>
                <a:close/>
                <a:moveTo>
                  <a:pt x="868" y="2557"/>
                </a:moveTo>
                <a:cubicBezTo>
                  <a:pt x="365" y="2032"/>
                  <a:pt x="388" y="1210"/>
                  <a:pt x="890" y="708"/>
                </a:cubicBezTo>
                <a:lnTo>
                  <a:pt x="890" y="708"/>
                </a:lnTo>
                <a:cubicBezTo>
                  <a:pt x="1415" y="206"/>
                  <a:pt x="2237" y="206"/>
                  <a:pt x="2739" y="731"/>
                </a:cubicBezTo>
                <a:lnTo>
                  <a:pt x="2739" y="731"/>
                </a:lnTo>
                <a:cubicBezTo>
                  <a:pt x="3264" y="1233"/>
                  <a:pt x="3241" y="2078"/>
                  <a:pt x="2739" y="2580"/>
                </a:cubicBezTo>
                <a:lnTo>
                  <a:pt x="2739" y="2580"/>
                </a:lnTo>
                <a:cubicBezTo>
                  <a:pt x="2465" y="2831"/>
                  <a:pt x="2146" y="2945"/>
                  <a:pt x="1803" y="2945"/>
                </a:cubicBezTo>
                <a:lnTo>
                  <a:pt x="1803" y="2945"/>
                </a:lnTo>
                <a:cubicBezTo>
                  <a:pt x="1461" y="2945"/>
                  <a:pt x="1141" y="2831"/>
                  <a:pt x="868" y="2557"/>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8"/>
          <p:cNvSpPr/>
          <p:nvPr/>
        </p:nvSpPr>
        <p:spPr>
          <a:xfrm>
            <a:off x="8011450" y="1927850"/>
            <a:ext cx="78834" cy="75025"/>
          </a:xfrm>
          <a:custGeom>
            <a:avLst/>
            <a:gdLst/>
            <a:ahLst/>
            <a:cxnLst/>
            <a:rect l="l" t="t" r="r" b="b"/>
            <a:pathLst>
              <a:path w="3767" h="3585" extrusionOk="0">
                <a:moveTo>
                  <a:pt x="686" y="480"/>
                </a:moveTo>
                <a:cubicBezTo>
                  <a:pt x="24" y="1142"/>
                  <a:pt x="1" y="2238"/>
                  <a:pt x="663" y="2900"/>
                </a:cubicBezTo>
                <a:lnTo>
                  <a:pt x="663" y="2900"/>
                </a:lnTo>
                <a:cubicBezTo>
                  <a:pt x="1325" y="3585"/>
                  <a:pt x="2420" y="3585"/>
                  <a:pt x="3082" y="2923"/>
                </a:cubicBezTo>
                <a:lnTo>
                  <a:pt x="3082" y="2923"/>
                </a:lnTo>
                <a:cubicBezTo>
                  <a:pt x="3767" y="2261"/>
                  <a:pt x="3767" y="1188"/>
                  <a:pt x="3105" y="503"/>
                </a:cubicBezTo>
                <a:lnTo>
                  <a:pt x="3105" y="503"/>
                </a:lnTo>
                <a:cubicBezTo>
                  <a:pt x="2786" y="161"/>
                  <a:pt x="2329" y="1"/>
                  <a:pt x="1895" y="1"/>
                </a:cubicBezTo>
                <a:lnTo>
                  <a:pt x="1895" y="1"/>
                </a:lnTo>
                <a:cubicBezTo>
                  <a:pt x="1462" y="1"/>
                  <a:pt x="1028" y="161"/>
                  <a:pt x="686" y="480"/>
                </a:cubicBezTo>
                <a:close/>
                <a:moveTo>
                  <a:pt x="914" y="2671"/>
                </a:moveTo>
                <a:cubicBezTo>
                  <a:pt x="366" y="2124"/>
                  <a:pt x="389" y="1256"/>
                  <a:pt x="937" y="731"/>
                </a:cubicBezTo>
                <a:lnTo>
                  <a:pt x="937" y="731"/>
                </a:lnTo>
                <a:cubicBezTo>
                  <a:pt x="1462" y="184"/>
                  <a:pt x="2352" y="206"/>
                  <a:pt x="2877" y="754"/>
                </a:cubicBezTo>
                <a:lnTo>
                  <a:pt x="2877" y="754"/>
                </a:lnTo>
                <a:cubicBezTo>
                  <a:pt x="3402" y="1279"/>
                  <a:pt x="3402" y="2169"/>
                  <a:pt x="2854" y="2694"/>
                </a:cubicBezTo>
                <a:lnTo>
                  <a:pt x="2854" y="2694"/>
                </a:lnTo>
                <a:cubicBezTo>
                  <a:pt x="2580" y="2945"/>
                  <a:pt x="2238" y="3082"/>
                  <a:pt x="1895" y="3082"/>
                </a:cubicBezTo>
                <a:lnTo>
                  <a:pt x="1895" y="3082"/>
                </a:lnTo>
                <a:cubicBezTo>
                  <a:pt x="1530" y="3082"/>
                  <a:pt x="1165" y="2945"/>
                  <a:pt x="914" y="267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8"/>
          <p:cNvSpPr/>
          <p:nvPr/>
        </p:nvSpPr>
        <p:spPr>
          <a:xfrm>
            <a:off x="1346787" y="1482750"/>
            <a:ext cx="78834" cy="75025"/>
          </a:xfrm>
          <a:custGeom>
            <a:avLst/>
            <a:gdLst/>
            <a:ahLst/>
            <a:cxnLst/>
            <a:rect l="l" t="t" r="r" b="b"/>
            <a:pathLst>
              <a:path w="3767" h="3585" extrusionOk="0">
                <a:moveTo>
                  <a:pt x="686" y="480"/>
                </a:moveTo>
                <a:cubicBezTo>
                  <a:pt x="24" y="1142"/>
                  <a:pt x="1" y="2215"/>
                  <a:pt x="663" y="2900"/>
                </a:cubicBezTo>
                <a:lnTo>
                  <a:pt x="663" y="2900"/>
                </a:lnTo>
                <a:cubicBezTo>
                  <a:pt x="1325" y="3562"/>
                  <a:pt x="2397" y="3584"/>
                  <a:pt x="3082" y="2923"/>
                </a:cubicBezTo>
                <a:lnTo>
                  <a:pt x="3082" y="2923"/>
                </a:lnTo>
                <a:cubicBezTo>
                  <a:pt x="3744" y="2261"/>
                  <a:pt x="3767" y="1188"/>
                  <a:pt x="3105" y="503"/>
                </a:cubicBezTo>
                <a:lnTo>
                  <a:pt x="3105" y="503"/>
                </a:lnTo>
                <a:cubicBezTo>
                  <a:pt x="2763" y="161"/>
                  <a:pt x="2329" y="1"/>
                  <a:pt x="1895" y="1"/>
                </a:cubicBezTo>
                <a:lnTo>
                  <a:pt x="1895" y="1"/>
                </a:lnTo>
                <a:cubicBezTo>
                  <a:pt x="1462" y="1"/>
                  <a:pt x="1028" y="161"/>
                  <a:pt x="686" y="480"/>
                </a:cubicBezTo>
                <a:moveTo>
                  <a:pt x="891" y="2671"/>
                </a:moveTo>
                <a:cubicBezTo>
                  <a:pt x="366" y="2124"/>
                  <a:pt x="389" y="1256"/>
                  <a:pt x="914" y="709"/>
                </a:cubicBezTo>
                <a:lnTo>
                  <a:pt x="914" y="709"/>
                </a:lnTo>
                <a:cubicBezTo>
                  <a:pt x="1462" y="184"/>
                  <a:pt x="2329" y="184"/>
                  <a:pt x="2877" y="731"/>
                </a:cubicBezTo>
                <a:lnTo>
                  <a:pt x="2877" y="731"/>
                </a:lnTo>
                <a:cubicBezTo>
                  <a:pt x="3402" y="1279"/>
                  <a:pt x="3379" y="2147"/>
                  <a:pt x="2854" y="2694"/>
                </a:cubicBezTo>
                <a:lnTo>
                  <a:pt x="2854" y="2694"/>
                </a:lnTo>
                <a:cubicBezTo>
                  <a:pt x="2580" y="2945"/>
                  <a:pt x="2238" y="3082"/>
                  <a:pt x="1895" y="3082"/>
                </a:cubicBezTo>
                <a:lnTo>
                  <a:pt x="1895" y="3082"/>
                </a:lnTo>
                <a:cubicBezTo>
                  <a:pt x="1530" y="3082"/>
                  <a:pt x="1165" y="2945"/>
                  <a:pt x="891" y="267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8"/>
          <p:cNvSpPr/>
          <p:nvPr/>
        </p:nvSpPr>
        <p:spPr>
          <a:xfrm>
            <a:off x="1868384" y="1448367"/>
            <a:ext cx="78855" cy="75025"/>
          </a:xfrm>
          <a:custGeom>
            <a:avLst/>
            <a:gdLst/>
            <a:ahLst/>
            <a:cxnLst/>
            <a:rect l="l" t="t" r="r" b="b"/>
            <a:pathLst>
              <a:path w="3768" h="3585" extrusionOk="0">
                <a:moveTo>
                  <a:pt x="686" y="480"/>
                </a:moveTo>
                <a:cubicBezTo>
                  <a:pt x="24" y="1142"/>
                  <a:pt x="1" y="2215"/>
                  <a:pt x="663" y="2899"/>
                </a:cubicBezTo>
                <a:lnTo>
                  <a:pt x="663" y="2899"/>
                </a:lnTo>
                <a:cubicBezTo>
                  <a:pt x="1325" y="3561"/>
                  <a:pt x="2398" y="3584"/>
                  <a:pt x="3082" y="2922"/>
                </a:cubicBezTo>
                <a:lnTo>
                  <a:pt x="3082" y="2922"/>
                </a:lnTo>
                <a:cubicBezTo>
                  <a:pt x="3744" y="2260"/>
                  <a:pt x="3767" y="1187"/>
                  <a:pt x="3105" y="503"/>
                </a:cubicBezTo>
                <a:lnTo>
                  <a:pt x="3105" y="503"/>
                </a:lnTo>
                <a:cubicBezTo>
                  <a:pt x="2763" y="160"/>
                  <a:pt x="2329" y="1"/>
                  <a:pt x="1895" y="1"/>
                </a:cubicBezTo>
                <a:lnTo>
                  <a:pt x="1895" y="1"/>
                </a:lnTo>
                <a:cubicBezTo>
                  <a:pt x="1462" y="1"/>
                  <a:pt x="1028" y="160"/>
                  <a:pt x="686" y="480"/>
                </a:cubicBezTo>
                <a:moveTo>
                  <a:pt x="891" y="2671"/>
                </a:moveTo>
                <a:cubicBezTo>
                  <a:pt x="366" y="2123"/>
                  <a:pt x="389" y="1256"/>
                  <a:pt x="914" y="708"/>
                </a:cubicBezTo>
                <a:lnTo>
                  <a:pt x="914" y="708"/>
                </a:lnTo>
                <a:cubicBezTo>
                  <a:pt x="1462" y="183"/>
                  <a:pt x="2329" y="206"/>
                  <a:pt x="2877" y="731"/>
                </a:cubicBezTo>
                <a:lnTo>
                  <a:pt x="2877" y="731"/>
                </a:lnTo>
                <a:cubicBezTo>
                  <a:pt x="3402" y="1279"/>
                  <a:pt x="3379" y="2146"/>
                  <a:pt x="2854" y="2694"/>
                </a:cubicBezTo>
                <a:lnTo>
                  <a:pt x="2854" y="2694"/>
                </a:lnTo>
                <a:cubicBezTo>
                  <a:pt x="2580" y="2945"/>
                  <a:pt x="2238" y="3082"/>
                  <a:pt x="1895" y="3082"/>
                </a:cubicBezTo>
                <a:lnTo>
                  <a:pt x="1895" y="3082"/>
                </a:lnTo>
                <a:cubicBezTo>
                  <a:pt x="1530" y="3082"/>
                  <a:pt x="1165" y="2945"/>
                  <a:pt x="891" y="267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8"/>
          <p:cNvSpPr/>
          <p:nvPr/>
        </p:nvSpPr>
        <p:spPr>
          <a:xfrm>
            <a:off x="1914737" y="1267329"/>
            <a:ext cx="78834" cy="75025"/>
          </a:xfrm>
          <a:custGeom>
            <a:avLst/>
            <a:gdLst/>
            <a:ahLst/>
            <a:cxnLst/>
            <a:rect l="l" t="t" r="r" b="b"/>
            <a:pathLst>
              <a:path w="3767" h="3585" extrusionOk="0">
                <a:moveTo>
                  <a:pt x="685" y="480"/>
                </a:moveTo>
                <a:cubicBezTo>
                  <a:pt x="23" y="1142"/>
                  <a:pt x="0" y="2215"/>
                  <a:pt x="662" y="2900"/>
                </a:cubicBezTo>
                <a:lnTo>
                  <a:pt x="662" y="2900"/>
                </a:lnTo>
                <a:cubicBezTo>
                  <a:pt x="1324" y="3561"/>
                  <a:pt x="2397" y="3584"/>
                  <a:pt x="3081" y="2922"/>
                </a:cubicBezTo>
                <a:lnTo>
                  <a:pt x="3081" y="2922"/>
                </a:lnTo>
                <a:cubicBezTo>
                  <a:pt x="3743" y="2260"/>
                  <a:pt x="3766" y="1188"/>
                  <a:pt x="3104" y="503"/>
                </a:cubicBezTo>
                <a:lnTo>
                  <a:pt x="3104" y="503"/>
                </a:lnTo>
                <a:cubicBezTo>
                  <a:pt x="2762" y="161"/>
                  <a:pt x="2328" y="1"/>
                  <a:pt x="1872" y="1"/>
                </a:cubicBezTo>
                <a:lnTo>
                  <a:pt x="1872" y="1"/>
                </a:lnTo>
                <a:cubicBezTo>
                  <a:pt x="1461" y="1"/>
                  <a:pt x="1027" y="161"/>
                  <a:pt x="685" y="480"/>
                </a:cubicBezTo>
                <a:close/>
                <a:moveTo>
                  <a:pt x="890" y="2671"/>
                </a:moveTo>
                <a:cubicBezTo>
                  <a:pt x="365" y="2123"/>
                  <a:pt x="388" y="1256"/>
                  <a:pt x="913" y="708"/>
                </a:cubicBezTo>
                <a:lnTo>
                  <a:pt x="913" y="708"/>
                </a:lnTo>
                <a:cubicBezTo>
                  <a:pt x="1461" y="183"/>
                  <a:pt x="2328" y="206"/>
                  <a:pt x="2876" y="731"/>
                </a:cubicBezTo>
                <a:lnTo>
                  <a:pt x="2876" y="731"/>
                </a:lnTo>
                <a:cubicBezTo>
                  <a:pt x="3401" y="1279"/>
                  <a:pt x="3378" y="2146"/>
                  <a:pt x="2853" y="2694"/>
                </a:cubicBezTo>
                <a:lnTo>
                  <a:pt x="2853" y="2694"/>
                </a:lnTo>
                <a:cubicBezTo>
                  <a:pt x="2579" y="2945"/>
                  <a:pt x="2237" y="3082"/>
                  <a:pt x="1895" y="3082"/>
                </a:cubicBezTo>
                <a:lnTo>
                  <a:pt x="1895" y="3082"/>
                </a:lnTo>
                <a:cubicBezTo>
                  <a:pt x="1529" y="3082"/>
                  <a:pt x="1164" y="2945"/>
                  <a:pt x="890" y="267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8"/>
          <p:cNvSpPr/>
          <p:nvPr/>
        </p:nvSpPr>
        <p:spPr>
          <a:xfrm>
            <a:off x="1984946" y="1434032"/>
            <a:ext cx="125649" cy="125167"/>
          </a:xfrm>
          <a:custGeom>
            <a:avLst/>
            <a:gdLst/>
            <a:ahLst/>
            <a:cxnLst/>
            <a:rect l="l" t="t" r="r" b="b"/>
            <a:pathLst>
              <a:path w="6004" h="5981" extrusionOk="0">
                <a:moveTo>
                  <a:pt x="0" y="2968"/>
                </a:moveTo>
                <a:cubicBezTo>
                  <a:pt x="0" y="3744"/>
                  <a:pt x="297" y="4497"/>
                  <a:pt x="868" y="5068"/>
                </a:cubicBezTo>
                <a:lnTo>
                  <a:pt x="868" y="5068"/>
                </a:lnTo>
                <a:cubicBezTo>
                  <a:pt x="1416" y="5639"/>
                  <a:pt x="2169" y="5958"/>
                  <a:pt x="2968" y="5981"/>
                </a:cubicBezTo>
                <a:lnTo>
                  <a:pt x="2968" y="5981"/>
                </a:lnTo>
                <a:cubicBezTo>
                  <a:pt x="4611" y="5981"/>
                  <a:pt x="5958" y="4657"/>
                  <a:pt x="5981" y="3014"/>
                </a:cubicBezTo>
                <a:lnTo>
                  <a:pt x="5981" y="3014"/>
                </a:lnTo>
                <a:cubicBezTo>
                  <a:pt x="6003" y="1370"/>
                  <a:pt x="4680" y="24"/>
                  <a:pt x="3013" y="1"/>
                </a:cubicBezTo>
                <a:lnTo>
                  <a:pt x="3013" y="1"/>
                </a:lnTo>
                <a:lnTo>
                  <a:pt x="2990" y="1"/>
                </a:lnTo>
                <a:lnTo>
                  <a:pt x="2990" y="1"/>
                </a:lnTo>
                <a:cubicBezTo>
                  <a:pt x="1370" y="1"/>
                  <a:pt x="23" y="1325"/>
                  <a:pt x="0" y="2968"/>
                </a:cubicBezTo>
                <a:close/>
                <a:moveTo>
                  <a:pt x="2968" y="5639"/>
                </a:moveTo>
                <a:cubicBezTo>
                  <a:pt x="2260" y="5639"/>
                  <a:pt x="1598" y="5342"/>
                  <a:pt x="1096" y="4840"/>
                </a:cubicBezTo>
                <a:lnTo>
                  <a:pt x="1096" y="4840"/>
                </a:lnTo>
                <a:cubicBezTo>
                  <a:pt x="594" y="4338"/>
                  <a:pt x="343" y="3676"/>
                  <a:pt x="343" y="2968"/>
                </a:cubicBezTo>
                <a:lnTo>
                  <a:pt x="343" y="2968"/>
                </a:lnTo>
                <a:cubicBezTo>
                  <a:pt x="343" y="2260"/>
                  <a:pt x="639" y="1599"/>
                  <a:pt x="1142" y="1096"/>
                </a:cubicBezTo>
                <a:lnTo>
                  <a:pt x="1142" y="1096"/>
                </a:lnTo>
                <a:cubicBezTo>
                  <a:pt x="1644" y="594"/>
                  <a:pt x="2306" y="320"/>
                  <a:pt x="3013" y="343"/>
                </a:cubicBezTo>
                <a:lnTo>
                  <a:pt x="3013" y="343"/>
                </a:lnTo>
                <a:cubicBezTo>
                  <a:pt x="3721" y="343"/>
                  <a:pt x="4383" y="617"/>
                  <a:pt x="4885" y="1142"/>
                </a:cubicBezTo>
                <a:lnTo>
                  <a:pt x="4885" y="1142"/>
                </a:lnTo>
                <a:cubicBezTo>
                  <a:pt x="5387" y="1644"/>
                  <a:pt x="5661" y="2306"/>
                  <a:pt x="5638" y="3014"/>
                </a:cubicBezTo>
                <a:lnTo>
                  <a:pt x="5638" y="3014"/>
                </a:lnTo>
                <a:cubicBezTo>
                  <a:pt x="5638" y="3721"/>
                  <a:pt x="5364" y="4383"/>
                  <a:pt x="4839" y="4885"/>
                </a:cubicBezTo>
                <a:lnTo>
                  <a:pt x="4839" y="4885"/>
                </a:lnTo>
                <a:cubicBezTo>
                  <a:pt x="4360" y="5365"/>
                  <a:pt x="3698" y="5639"/>
                  <a:pt x="2990" y="5639"/>
                </a:cubicBezTo>
                <a:lnTo>
                  <a:pt x="2990" y="5639"/>
                </a:lnTo>
                <a:cubicBezTo>
                  <a:pt x="2990" y="5639"/>
                  <a:pt x="2968" y="5639"/>
                  <a:pt x="2968" y="5639"/>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8"/>
          <p:cNvSpPr/>
          <p:nvPr/>
        </p:nvSpPr>
        <p:spPr>
          <a:xfrm>
            <a:off x="8506302" y="2809142"/>
            <a:ext cx="75506" cy="72158"/>
          </a:xfrm>
          <a:custGeom>
            <a:avLst/>
            <a:gdLst/>
            <a:ahLst/>
            <a:cxnLst/>
            <a:rect l="l" t="t" r="r" b="b"/>
            <a:pathLst>
              <a:path w="3608" h="3448" extrusionOk="0">
                <a:moveTo>
                  <a:pt x="640" y="480"/>
                </a:moveTo>
                <a:cubicBezTo>
                  <a:pt x="1" y="1096"/>
                  <a:pt x="1" y="2146"/>
                  <a:pt x="617" y="2808"/>
                </a:cubicBezTo>
                <a:lnTo>
                  <a:pt x="617" y="2808"/>
                </a:lnTo>
                <a:cubicBezTo>
                  <a:pt x="1256" y="3447"/>
                  <a:pt x="2306" y="3447"/>
                  <a:pt x="2945" y="2831"/>
                </a:cubicBezTo>
                <a:lnTo>
                  <a:pt x="2945" y="2831"/>
                </a:lnTo>
                <a:cubicBezTo>
                  <a:pt x="3607" y="2192"/>
                  <a:pt x="3607" y="1142"/>
                  <a:pt x="2968" y="503"/>
                </a:cubicBezTo>
                <a:lnTo>
                  <a:pt x="2968" y="503"/>
                </a:lnTo>
                <a:cubicBezTo>
                  <a:pt x="2649" y="160"/>
                  <a:pt x="2238" y="1"/>
                  <a:pt x="1804" y="1"/>
                </a:cubicBezTo>
                <a:lnTo>
                  <a:pt x="1804" y="1"/>
                </a:lnTo>
                <a:cubicBezTo>
                  <a:pt x="1393" y="1"/>
                  <a:pt x="960" y="160"/>
                  <a:pt x="640" y="480"/>
                </a:cubicBezTo>
                <a:moveTo>
                  <a:pt x="868" y="2557"/>
                </a:moveTo>
                <a:cubicBezTo>
                  <a:pt x="366" y="2055"/>
                  <a:pt x="366" y="1210"/>
                  <a:pt x="891" y="708"/>
                </a:cubicBezTo>
                <a:lnTo>
                  <a:pt x="891" y="708"/>
                </a:lnTo>
                <a:cubicBezTo>
                  <a:pt x="1393" y="206"/>
                  <a:pt x="2238" y="206"/>
                  <a:pt x="2740" y="731"/>
                </a:cubicBezTo>
                <a:lnTo>
                  <a:pt x="2740" y="731"/>
                </a:lnTo>
                <a:cubicBezTo>
                  <a:pt x="3242" y="1256"/>
                  <a:pt x="3242" y="2078"/>
                  <a:pt x="2717" y="2580"/>
                </a:cubicBezTo>
                <a:lnTo>
                  <a:pt x="2717" y="2580"/>
                </a:lnTo>
                <a:cubicBezTo>
                  <a:pt x="2466" y="2831"/>
                  <a:pt x="2124" y="2968"/>
                  <a:pt x="1804" y="2968"/>
                </a:cubicBezTo>
                <a:lnTo>
                  <a:pt x="1804" y="2968"/>
                </a:lnTo>
                <a:cubicBezTo>
                  <a:pt x="1462" y="2968"/>
                  <a:pt x="1119" y="2831"/>
                  <a:pt x="868" y="255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8"/>
          <p:cNvSpPr/>
          <p:nvPr/>
        </p:nvSpPr>
        <p:spPr>
          <a:xfrm>
            <a:off x="8770941" y="2834463"/>
            <a:ext cx="75967" cy="72618"/>
          </a:xfrm>
          <a:custGeom>
            <a:avLst/>
            <a:gdLst/>
            <a:ahLst/>
            <a:cxnLst/>
            <a:rect l="l" t="t" r="r" b="b"/>
            <a:pathLst>
              <a:path w="3630" h="3470" extrusionOk="0">
                <a:moveTo>
                  <a:pt x="662" y="480"/>
                </a:moveTo>
                <a:cubicBezTo>
                  <a:pt x="23" y="1119"/>
                  <a:pt x="0" y="2146"/>
                  <a:pt x="639" y="2808"/>
                </a:cubicBezTo>
                <a:lnTo>
                  <a:pt x="639" y="2808"/>
                </a:lnTo>
                <a:cubicBezTo>
                  <a:pt x="1278" y="3447"/>
                  <a:pt x="2305" y="3470"/>
                  <a:pt x="2967" y="2831"/>
                </a:cubicBezTo>
                <a:lnTo>
                  <a:pt x="2967" y="2831"/>
                </a:lnTo>
                <a:cubicBezTo>
                  <a:pt x="3606" y="2192"/>
                  <a:pt x="3629" y="1142"/>
                  <a:pt x="2990" y="502"/>
                </a:cubicBezTo>
                <a:lnTo>
                  <a:pt x="2990" y="502"/>
                </a:lnTo>
                <a:cubicBezTo>
                  <a:pt x="2671" y="183"/>
                  <a:pt x="2237" y="0"/>
                  <a:pt x="1803" y="0"/>
                </a:cubicBezTo>
                <a:lnTo>
                  <a:pt x="1803" y="0"/>
                </a:lnTo>
                <a:cubicBezTo>
                  <a:pt x="1392" y="0"/>
                  <a:pt x="982" y="160"/>
                  <a:pt x="662" y="480"/>
                </a:cubicBezTo>
                <a:moveTo>
                  <a:pt x="867" y="2580"/>
                </a:moveTo>
                <a:cubicBezTo>
                  <a:pt x="365" y="2055"/>
                  <a:pt x="388" y="1210"/>
                  <a:pt x="890" y="708"/>
                </a:cubicBezTo>
                <a:lnTo>
                  <a:pt x="890" y="708"/>
                </a:lnTo>
                <a:cubicBezTo>
                  <a:pt x="1415" y="206"/>
                  <a:pt x="2237" y="229"/>
                  <a:pt x="2739" y="731"/>
                </a:cubicBezTo>
                <a:lnTo>
                  <a:pt x="2739" y="731"/>
                </a:lnTo>
                <a:cubicBezTo>
                  <a:pt x="3264" y="1256"/>
                  <a:pt x="3241" y="2077"/>
                  <a:pt x="2739" y="2580"/>
                </a:cubicBezTo>
                <a:lnTo>
                  <a:pt x="2739" y="2580"/>
                </a:lnTo>
                <a:cubicBezTo>
                  <a:pt x="2465" y="2831"/>
                  <a:pt x="2146" y="2968"/>
                  <a:pt x="1803" y="2968"/>
                </a:cubicBezTo>
                <a:lnTo>
                  <a:pt x="1803" y="2968"/>
                </a:lnTo>
                <a:cubicBezTo>
                  <a:pt x="1484" y="2968"/>
                  <a:pt x="1141" y="2831"/>
                  <a:pt x="867" y="258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8"/>
          <p:cNvSpPr/>
          <p:nvPr/>
        </p:nvSpPr>
        <p:spPr>
          <a:xfrm>
            <a:off x="8744176" y="2727946"/>
            <a:ext cx="75506" cy="72137"/>
          </a:xfrm>
          <a:custGeom>
            <a:avLst/>
            <a:gdLst/>
            <a:ahLst/>
            <a:cxnLst/>
            <a:rect l="l" t="t" r="r" b="b"/>
            <a:pathLst>
              <a:path w="3608" h="3447" extrusionOk="0">
                <a:moveTo>
                  <a:pt x="640" y="457"/>
                </a:moveTo>
                <a:cubicBezTo>
                  <a:pt x="1" y="1096"/>
                  <a:pt x="1" y="2146"/>
                  <a:pt x="617" y="2785"/>
                </a:cubicBezTo>
                <a:lnTo>
                  <a:pt x="617" y="2785"/>
                </a:lnTo>
                <a:cubicBezTo>
                  <a:pt x="1256" y="3447"/>
                  <a:pt x="2306" y="3447"/>
                  <a:pt x="2945" y="2808"/>
                </a:cubicBezTo>
                <a:lnTo>
                  <a:pt x="2945" y="2808"/>
                </a:lnTo>
                <a:cubicBezTo>
                  <a:pt x="3607" y="2191"/>
                  <a:pt x="3607" y="1142"/>
                  <a:pt x="2968" y="480"/>
                </a:cubicBezTo>
                <a:lnTo>
                  <a:pt x="2968" y="480"/>
                </a:lnTo>
                <a:cubicBezTo>
                  <a:pt x="2649" y="160"/>
                  <a:pt x="2215" y="0"/>
                  <a:pt x="1804" y="0"/>
                </a:cubicBezTo>
                <a:lnTo>
                  <a:pt x="1804" y="0"/>
                </a:lnTo>
                <a:cubicBezTo>
                  <a:pt x="1393" y="0"/>
                  <a:pt x="960" y="160"/>
                  <a:pt x="640" y="457"/>
                </a:cubicBezTo>
                <a:moveTo>
                  <a:pt x="868" y="2557"/>
                </a:moveTo>
                <a:cubicBezTo>
                  <a:pt x="366" y="2032"/>
                  <a:pt x="366" y="1210"/>
                  <a:pt x="891" y="708"/>
                </a:cubicBezTo>
                <a:lnTo>
                  <a:pt x="891" y="708"/>
                </a:lnTo>
                <a:cubicBezTo>
                  <a:pt x="1393" y="206"/>
                  <a:pt x="2238" y="206"/>
                  <a:pt x="2740" y="731"/>
                </a:cubicBezTo>
                <a:lnTo>
                  <a:pt x="2740" y="731"/>
                </a:lnTo>
                <a:cubicBezTo>
                  <a:pt x="3242" y="1233"/>
                  <a:pt x="3242" y="2077"/>
                  <a:pt x="2717" y="2580"/>
                </a:cubicBezTo>
                <a:lnTo>
                  <a:pt x="2717" y="2580"/>
                </a:lnTo>
                <a:cubicBezTo>
                  <a:pt x="2466" y="2831"/>
                  <a:pt x="2124" y="2945"/>
                  <a:pt x="1804" y="2945"/>
                </a:cubicBezTo>
                <a:lnTo>
                  <a:pt x="1804" y="2945"/>
                </a:lnTo>
                <a:cubicBezTo>
                  <a:pt x="1462" y="2945"/>
                  <a:pt x="1119" y="2808"/>
                  <a:pt x="868" y="255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8"/>
          <p:cNvSpPr/>
          <p:nvPr/>
        </p:nvSpPr>
        <p:spPr>
          <a:xfrm>
            <a:off x="8867894" y="2446124"/>
            <a:ext cx="75485" cy="72137"/>
          </a:xfrm>
          <a:custGeom>
            <a:avLst/>
            <a:gdLst/>
            <a:ahLst/>
            <a:cxnLst/>
            <a:rect l="l" t="t" r="r" b="b"/>
            <a:pathLst>
              <a:path w="3607" h="3447" extrusionOk="0">
                <a:moveTo>
                  <a:pt x="663" y="457"/>
                </a:moveTo>
                <a:cubicBezTo>
                  <a:pt x="1" y="1096"/>
                  <a:pt x="1" y="2146"/>
                  <a:pt x="640" y="2785"/>
                </a:cubicBezTo>
                <a:lnTo>
                  <a:pt x="640" y="2785"/>
                </a:lnTo>
                <a:cubicBezTo>
                  <a:pt x="1256" y="3447"/>
                  <a:pt x="2306" y="3447"/>
                  <a:pt x="2945" y="2808"/>
                </a:cubicBezTo>
                <a:lnTo>
                  <a:pt x="2945" y="2808"/>
                </a:lnTo>
                <a:cubicBezTo>
                  <a:pt x="3607" y="2192"/>
                  <a:pt x="3607" y="1142"/>
                  <a:pt x="2968" y="503"/>
                </a:cubicBezTo>
                <a:lnTo>
                  <a:pt x="2968" y="503"/>
                </a:lnTo>
                <a:cubicBezTo>
                  <a:pt x="2648" y="160"/>
                  <a:pt x="2237" y="0"/>
                  <a:pt x="1804" y="0"/>
                </a:cubicBezTo>
                <a:lnTo>
                  <a:pt x="1804" y="0"/>
                </a:lnTo>
                <a:cubicBezTo>
                  <a:pt x="1393" y="0"/>
                  <a:pt x="982" y="160"/>
                  <a:pt x="663" y="457"/>
                </a:cubicBezTo>
                <a:moveTo>
                  <a:pt x="868" y="2557"/>
                </a:moveTo>
                <a:cubicBezTo>
                  <a:pt x="366" y="2032"/>
                  <a:pt x="366" y="1210"/>
                  <a:pt x="891" y="708"/>
                </a:cubicBezTo>
                <a:lnTo>
                  <a:pt x="891" y="708"/>
                </a:lnTo>
                <a:cubicBezTo>
                  <a:pt x="1393" y="206"/>
                  <a:pt x="2237" y="206"/>
                  <a:pt x="2740" y="731"/>
                </a:cubicBezTo>
                <a:lnTo>
                  <a:pt x="2740" y="731"/>
                </a:lnTo>
                <a:cubicBezTo>
                  <a:pt x="3242" y="1233"/>
                  <a:pt x="3242" y="2077"/>
                  <a:pt x="2717" y="2580"/>
                </a:cubicBezTo>
                <a:lnTo>
                  <a:pt x="2717" y="2580"/>
                </a:lnTo>
                <a:cubicBezTo>
                  <a:pt x="2466" y="2831"/>
                  <a:pt x="2146" y="2945"/>
                  <a:pt x="1804" y="2945"/>
                </a:cubicBezTo>
                <a:lnTo>
                  <a:pt x="1804" y="2945"/>
                </a:lnTo>
                <a:cubicBezTo>
                  <a:pt x="1461" y="2945"/>
                  <a:pt x="1119" y="2831"/>
                  <a:pt x="868" y="255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8"/>
          <p:cNvSpPr/>
          <p:nvPr/>
        </p:nvSpPr>
        <p:spPr>
          <a:xfrm>
            <a:off x="8685916" y="2181023"/>
            <a:ext cx="75485" cy="72137"/>
          </a:xfrm>
          <a:custGeom>
            <a:avLst/>
            <a:gdLst/>
            <a:ahLst/>
            <a:cxnLst/>
            <a:rect l="l" t="t" r="r" b="b"/>
            <a:pathLst>
              <a:path w="3607" h="3447" extrusionOk="0">
                <a:moveTo>
                  <a:pt x="662" y="457"/>
                </a:moveTo>
                <a:cubicBezTo>
                  <a:pt x="0" y="1096"/>
                  <a:pt x="0" y="2146"/>
                  <a:pt x="639" y="2785"/>
                </a:cubicBezTo>
                <a:lnTo>
                  <a:pt x="639" y="2785"/>
                </a:lnTo>
                <a:cubicBezTo>
                  <a:pt x="1256" y="3447"/>
                  <a:pt x="2306" y="3447"/>
                  <a:pt x="2945" y="2808"/>
                </a:cubicBezTo>
                <a:lnTo>
                  <a:pt x="2945" y="2808"/>
                </a:lnTo>
                <a:cubicBezTo>
                  <a:pt x="3607" y="2192"/>
                  <a:pt x="3607" y="1142"/>
                  <a:pt x="2967" y="502"/>
                </a:cubicBezTo>
                <a:lnTo>
                  <a:pt x="2967" y="502"/>
                </a:lnTo>
                <a:cubicBezTo>
                  <a:pt x="2648" y="160"/>
                  <a:pt x="2237" y="0"/>
                  <a:pt x="1803" y="0"/>
                </a:cubicBezTo>
                <a:lnTo>
                  <a:pt x="1803" y="0"/>
                </a:lnTo>
                <a:cubicBezTo>
                  <a:pt x="1393" y="0"/>
                  <a:pt x="982" y="160"/>
                  <a:pt x="662" y="457"/>
                </a:cubicBezTo>
                <a:close/>
                <a:moveTo>
                  <a:pt x="868" y="2557"/>
                </a:moveTo>
                <a:cubicBezTo>
                  <a:pt x="365" y="2055"/>
                  <a:pt x="365" y="1210"/>
                  <a:pt x="890" y="708"/>
                </a:cubicBezTo>
                <a:lnTo>
                  <a:pt x="890" y="708"/>
                </a:lnTo>
                <a:cubicBezTo>
                  <a:pt x="1393" y="206"/>
                  <a:pt x="2237" y="206"/>
                  <a:pt x="2739" y="731"/>
                </a:cubicBezTo>
                <a:lnTo>
                  <a:pt x="2739" y="731"/>
                </a:lnTo>
                <a:cubicBezTo>
                  <a:pt x="3241" y="1233"/>
                  <a:pt x="3241" y="2077"/>
                  <a:pt x="2716" y="2580"/>
                </a:cubicBezTo>
                <a:lnTo>
                  <a:pt x="2716" y="2580"/>
                </a:lnTo>
                <a:cubicBezTo>
                  <a:pt x="2465" y="2831"/>
                  <a:pt x="2146" y="2945"/>
                  <a:pt x="1803" y="2945"/>
                </a:cubicBezTo>
                <a:lnTo>
                  <a:pt x="1803" y="2945"/>
                </a:lnTo>
                <a:cubicBezTo>
                  <a:pt x="1461" y="2945"/>
                  <a:pt x="1119" y="2831"/>
                  <a:pt x="868" y="2557"/>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8"/>
          <p:cNvSpPr/>
          <p:nvPr/>
        </p:nvSpPr>
        <p:spPr>
          <a:xfrm>
            <a:off x="8637178" y="1893949"/>
            <a:ext cx="90783" cy="86472"/>
          </a:xfrm>
          <a:custGeom>
            <a:avLst/>
            <a:gdLst/>
            <a:ahLst/>
            <a:cxnLst/>
            <a:rect l="l" t="t" r="r" b="b"/>
            <a:pathLst>
              <a:path w="4338" h="4132" extrusionOk="0">
                <a:moveTo>
                  <a:pt x="777" y="571"/>
                </a:moveTo>
                <a:cubicBezTo>
                  <a:pt x="1" y="1324"/>
                  <a:pt x="1" y="2580"/>
                  <a:pt x="754" y="3356"/>
                </a:cubicBezTo>
                <a:lnTo>
                  <a:pt x="754" y="3356"/>
                </a:lnTo>
                <a:cubicBezTo>
                  <a:pt x="1507" y="4132"/>
                  <a:pt x="2763" y="4132"/>
                  <a:pt x="3539" y="3378"/>
                </a:cubicBezTo>
                <a:lnTo>
                  <a:pt x="3539" y="3378"/>
                </a:lnTo>
                <a:cubicBezTo>
                  <a:pt x="4315" y="2625"/>
                  <a:pt x="4338" y="1370"/>
                  <a:pt x="3562" y="594"/>
                </a:cubicBezTo>
                <a:lnTo>
                  <a:pt x="3562" y="594"/>
                </a:lnTo>
                <a:cubicBezTo>
                  <a:pt x="3197" y="206"/>
                  <a:pt x="2672" y="0"/>
                  <a:pt x="2169" y="0"/>
                </a:cubicBezTo>
                <a:lnTo>
                  <a:pt x="2169" y="0"/>
                </a:lnTo>
                <a:cubicBezTo>
                  <a:pt x="1667" y="0"/>
                  <a:pt x="1165" y="183"/>
                  <a:pt x="777" y="571"/>
                </a:cubicBezTo>
                <a:close/>
                <a:moveTo>
                  <a:pt x="982" y="3105"/>
                </a:moveTo>
                <a:cubicBezTo>
                  <a:pt x="366" y="2465"/>
                  <a:pt x="366" y="1438"/>
                  <a:pt x="1028" y="799"/>
                </a:cubicBezTo>
                <a:lnTo>
                  <a:pt x="1028" y="799"/>
                </a:lnTo>
                <a:cubicBezTo>
                  <a:pt x="1667" y="160"/>
                  <a:pt x="2694" y="183"/>
                  <a:pt x="3333" y="822"/>
                </a:cubicBezTo>
                <a:lnTo>
                  <a:pt x="3333" y="822"/>
                </a:lnTo>
                <a:cubicBezTo>
                  <a:pt x="3973" y="1461"/>
                  <a:pt x="3950" y="2511"/>
                  <a:pt x="3311" y="3150"/>
                </a:cubicBezTo>
                <a:lnTo>
                  <a:pt x="3311" y="3150"/>
                </a:lnTo>
                <a:cubicBezTo>
                  <a:pt x="2991" y="3447"/>
                  <a:pt x="2580" y="3607"/>
                  <a:pt x="2169" y="3607"/>
                </a:cubicBezTo>
                <a:lnTo>
                  <a:pt x="2169" y="3607"/>
                </a:lnTo>
                <a:cubicBezTo>
                  <a:pt x="1736" y="3607"/>
                  <a:pt x="1325" y="3447"/>
                  <a:pt x="982" y="310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8"/>
          <p:cNvSpPr/>
          <p:nvPr/>
        </p:nvSpPr>
        <p:spPr>
          <a:xfrm>
            <a:off x="8320495" y="1853351"/>
            <a:ext cx="90783" cy="86472"/>
          </a:xfrm>
          <a:custGeom>
            <a:avLst/>
            <a:gdLst/>
            <a:ahLst/>
            <a:cxnLst/>
            <a:rect l="l" t="t" r="r" b="b"/>
            <a:pathLst>
              <a:path w="4338" h="4132" extrusionOk="0">
                <a:moveTo>
                  <a:pt x="800" y="548"/>
                </a:moveTo>
                <a:cubicBezTo>
                  <a:pt x="24" y="1324"/>
                  <a:pt x="1" y="2557"/>
                  <a:pt x="754" y="3333"/>
                </a:cubicBezTo>
                <a:lnTo>
                  <a:pt x="754" y="3333"/>
                </a:lnTo>
                <a:cubicBezTo>
                  <a:pt x="1530" y="4109"/>
                  <a:pt x="2785" y="4132"/>
                  <a:pt x="3562" y="3378"/>
                </a:cubicBezTo>
                <a:lnTo>
                  <a:pt x="3562" y="3378"/>
                </a:lnTo>
                <a:cubicBezTo>
                  <a:pt x="4338" y="2602"/>
                  <a:pt x="4338" y="1370"/>
                  <a:pt x="3584" y="594"/>
                </a:cubicBezTo>
                <a:lnTo>
                  <a:pt x="3584" y="594"/>
                </a:lnTo>
                <a:cubicBezTo>
                  <a:pt x="3196" y="183"/>
                  <a:pt x="2694" y="0"/>
                  <a:pt x="2169" y="0"/>
                </a:cubicBezTo>
                <a:lnTo>
                  <a:pt x="2169" y="0"/>
                </a:lnTo>
                <a:cubicBezTo>
                  <a:pt x="1667" y="0"/>
                  <a:pt x="1188" y="183"/>
                  <a:pt x="800" y="548"/>
                </a:cubicBezTo>
                <a:close/>
                <a:moveTo>
                  <a:pt x="1005" y="3104"/>
                </a:moveTo>
                <a:cubicBezTo>
                  <a:pt x="366" y="2465"/>
                  <a:pt x="389" y="1415"/>
                  <a:pt x="1028" y="799"/>
                </a:cubicBezTo>
                <a:lnTo>
                  <a:pt x="1028" y="799"/>
                </a:lnTo>
                <a:cubicBezTo>
                  <a:pt x="1667" y="160"/>
                  <a:pt x="2717" y="183"/>
                  <a:pt x="3333" y="822"/>
                </a:cubicBezTo>
                <a:lnTo>
                  <a:pt x="3333" y="822"/>
                </a:lnTo>
                <a:cubicBezTo>
                  <a:pt x="3972" y="1461"/>
                  <a:pt x="3972" y="2511"/>
                  <a:pt x="3310" y="3127"/>
                </a:cubicBezTo>
                <a:lnTo>
                  <a:pt x="3310" y="3127"/>
                </a:lnTo>
                <a:cubicBezTo>
                  <a:pt x="2991" y="3447"/>
                  <a:pt x="2580" y="3607"/>
                  <a:pt x="2169" y="3607"/>
                </a:cubicBezTo>
                <a:lnTo>
                  <a:pt x="2169" y="3607"/>
                </a:lnTo>
                <a:cubicBezTo>
                  <a:pt x="1758" y="3607"/>
                  <a:pt x="1325" y="3424"/>
                  <a:pt x="1005" y="3104"/>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8"/>
          <p:cNvSpPr/>
          <p:nvPr/>
        </p:nvSpPr>
        <p:spPr>
          <a:xfrm>
            <a:off x="8078331" y="1718644"/>
            <a:ext cx="140465" cy="133769"/>
          </a:xfrm>
          <a:custGeom>
            <a:avLst/>
            <a:gdLst/>
            <a:ahLst/>
            <a:cxnLst/>
            <a:rect l="l" t="t" r="r" b="b"/>
            <a:pathLst>
              <a:path w="6712" h="6392" extrusionOk="0">
                <a:moveTo>
                  <a:pt x="1233" y="868"/>
                </a:moveTo>
                <a:cubicBezTo>
                  <a:pt x="23" y="2032"/>
                  <a:pt x="0" y="3972"/>
                  <a:pt x="1187" y="5182"/>
                </a:cubicBezTo>
                <a:lnTo>
                  <a:pt x="1187" y="5182"/>
                </a:lnTo>
                <a:cubicBezTo>
                  <a:pt x="2351" y="6369"/>
                  <a:pt x="4292" y="6392"/>
                  <a:pt x="5501" y="5227"/>
                </a:cubicBezTo>
                <a:lnTo>
                  <a:pt x="5501" y="5227"/>
                </a:lnTo>
                <a:cubicBezTo>
                  <a:pt x="6688" y="4041"/>
                  <a:pt x="6711" y="2100"/>
                  <a:pt x="5547" y="913"/>
                </a:cubicBezTo>
                <a:lnTo>
                  <a:pt x="5547" y="913"/>
                </a:lnTo>
                <a:cubicBezTo>
                  <a:pt x="4953" y="297"/>
                  <a:pt x="4155" y="0"/>
                  <a:pt x="3356" y="0"/>
                </a:cubicBezTo>
                <a:lnTo>
                  <a:pt x="3356" y="0"/>
                </a:lnTo>
                <a:cubicBezTo>
                  <a:pt x="2602" y="0"/>
                  <a:pt x="1826" y="274"/>
                  <a:pt x="1233" y="868"/>
                </a:cubicBezTo>
                <a:close/>
                <a:moveTo>
                  <a:pt x="1416" y="4931"/>
                </a:moveTo>
                <a:cubicBezTo>
                  <a:pt x="388" y="3881"/>
                  <a:pt x="388" y="2146"/>
                  <a:pt x="1461" y="1096"/>
                </a:cubicBezTo>
                <a:lnTo>
                  <a:pt x="1461" y="1096"/>
                </a:lnTo>
                <a:cubicBezTo>
                  <a:pt x="2534" y="46"/>
                  <a:pt x="4246" y="69"/>
                  <a:pt x="5296" y="1142"/>
                </a:cubicBezTo>
                <a:lnTo>
                  <a:pt x="5296" y="1142"/>
                </a:lnTo>
                <a:cubicBezTo>
                  <a:pt x="6346" y="2215"/>
                  <a:pt x="6323" y="3926"/>
                  <a:pt x="5273" y="4976"/>
                </a:cubicBezTo>
                <a:lnTo>
                  <a:pt x="5273" y="4976"/>
                </a:lnTo>
                <a:cubicBezTo>
                  <a:pt x="4725" y="5501"/>
                  <a:pt x="4040" y="5752"/>
                  <a:pt x="3356" y="5752"/>
                </a:cubicBezTo>
                <a:lnTo>
                  <a:pt x="3356" y="5752"/>
                </a:lnTo>
                <a:cubicBezTo>
                  <a:pt x="2671" y="5752"/>
                  <a:pt x="1963" y="5479"/>
                  <a:pt x="1416" y="493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8"/>
          <p:cNvSpPr/>
          <p:nvPr/>
        </p:nvSpPr>
        <p:spPr>
          <a:xfrm>
            <a:off x="8477172" y="1852869"/>
            <a:ext cx="90783" cy="86472"/>
          </a:xfrm>
          <a:custGeom>
            <a:avLst/>
            <a:gdLst/>
            <a:ahLst/>
            <a:cxnLst/>
            <a:rect l="l" t="t" r="r" b="b"/>
            <a:pathLst>
              <a:path w="4338" h="4132" extrusionOk="0">
                <a:moveTo>
                  <a:pt x="799" y="571"/>
                </a:moveTo>
                <a:cubicBezTo>
                  <a:pt x="23" y="1324"/>
                  <a:pt x="1" y="2580"/>
                  <a:pt x="754" y="3356"/>
                </a:cubicBezTo>
                <a:lnTo>
                  <a:pt x="754" y="3356"/>
                </a:lnTo>
                <a:cubicBezTo>
                  <a:pt x="1530" y="4132"/>
                  <a:pt x="2762" y="4132"/>
                  <a:pt x="3538" y="3379"/>
                </a:cubicBezTo>
                <a:lnTo>
                  <a:pt x="3538" y="3379"/>
                </a:lnTo>
                <a:cubicBezTo>
                  <a:pt x="4314" y="2625"/>
                  <a:pt x="4337" y="1370"/>
                  <a:pt x="3584" y="594"/>
                </a:cubicBezTo>
                <a:lnTo>
                  <a:pt x="3584" y="594"/>
                </a:lnTo>
                <a:cubicBezTo>
                  <a:pt x="3196" y="206"/>
                  <a:pt x="2671" y="0"/>
                  <a:pt x="2169" y="0"/>
                </a:cubicBezTo>
                <a:lnTo>
                  <a:pt x="2169" y="0"/>
                </a:lnTo>
                <a:cubicBezTo>
                  <a:pt x="1667" y="0"/>
                  <a:pt x="1165" y="183"/>
                  <a:pt x="799" y="571"/>
                </a:cubicBezTo>
                <a:close/>
                <a:moveTo>
                  <a:pt x="1005" y="3127"/>
                </a:moveTo>
                <a:cubicBezTo>
                  <a:pt x="366" y="2465"/>
                  <a:pt x="389" y="1438"/>
                  <a:pt x="1028" y="799"/>
                </a:cubicBezTo>
                <a:lnTo>
                  <a:pt x="1028" y="799"/>
                </a:lnTo>
                <a:cubicBezTo>
                  <a:pt x="1667" y="183"/>
                  <a:pt x="2717" y="183"/>
                  <a:pt x="3333" y="822"/>
                </a:cubicBezTo>
                <a:lnTo>
                  <a:pt x="3333" y="822"/>
                </a:lnTo>
                <a:cubicBezTo>
                  <a:pt x="3972" y="1484"/>
                  <a:pt x="3949" y="2511"/>
                  <a:pt x="3310" y="3150"/>
                </a:cubicBezTo>
                <a:lnTo>
                  <a:pt x="3310" y="3150"/>
                </a:lnTo>
                <a:cubicBezTo>
                  <a:pt x="2991" y="3447"/>
                  <a:pt x="2580" y="3607"/>
                  <a:pt x="2169" y="3607"/>
                </a:cubicBezTo>
                <a:lnTo>
                  <a:pt x="2169" y="3607"/>
                </a:lnTo>
                <a:cubicBezTo>
                  <a:pt x="1735" y="3607"/>
                  <a:pt x="1324" y="3447"/>
                  <a:pt x="1005" y="312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8"/>
          <p:cNvSpPr/>
          <p:nvPr/>
        </p:nvSpPr>
        <p:spPr>
          <a:xfrm>
            <a:off x="8751835" y="1828992"/>
            <a:ext cx="107484" cy="102712"/>
          </a:xfrm>
          <a:custGeom>
            <a:avLst/>
            <a:gdLst/>
            <a:ahLst/>
            <a:cxnLst/>
            <a:rect l="l" t="t" r="r" b="b"/>
            <a:pathLst>
              <a:path w="5136" h="4908" extrusionOk="0">
                <a:moveTo>
                  <a:pt x="936" y="662"/>
                </a:moveTo>
                <a:cubicBezTo>
                  <a:pt x="23" y="1575"/>
                  <a:pt x="0" y="3059"/>
                  <a:pt x="913" y="3972"/>
                </a:cubicBezTo>
                <a:lnTo>
                  <a:pt x="913" y="3972"/>
                </a:lnTo>
                <a:cubicBezTo>
                  <a:pt x="1803" y="4885"/>
                  <a:pt x="3287" y="4908"/>
                  <a:pt x="4200" y="3995"/>
                </a:cubicBezTo>
                <a:lnTo>
                  <a:pt x="4200" y="3995"/>
                </a:lnTo>
                <a:cubicBezTo>
                  <a:pt x="5113" y="3104"/>
                  <a:pt x="5136" y="1621"/>
                  <a:pt x="4246" y="708"/>
                </a:cubicBezTo>
                <a:lnTo>
                  <a:pt x="4246" y="708"/>
                </a:lnTo>
                <a:cubicBezTo>
                  <a:pt x="3789" y="251"/>
                  <a:pt x="3173" y="0"/>
                  <a:pt x="2579" y="0"/>
                </a:cubicBezTo>
                <a:lnTo>
                  <a:pt x="2579" y="0"/>
                </a:lnTo>
                <a:cubicBezTo>
                  <a:pt x="1986" y="0"/>
                  <a:pt x="1392" y="228"/>
                  <a:pt x="936" y="662"/>
                </a:cubicBezTo>
                <a:close/>
                <a:moveTo>
                  <a:pt x="1141" y="3743"/>
                </a:moveTo>
                <a:cubicBezTo>
                  <a:pt x="365" y="2945"/>
                  <a:pt x="388" y="1689"/>
                  <a:pt x="1164" y="913"/>
                </a:cubicBezTo>
                <a:lnTo>
                  <a:pt x="1164" y="913"/>
                </a:lnTo>
                <a:cubicBezTo>
                  <a:pt x="1963" y="137"/>
                  <a:pt x="3218" y="160"/>
                  <a:pt x="3994" y="936"/>
                </a:cubicBezTo>
                <a:lnTo>
                  <a:pt x="3994" y="936"/>
                </a:lnTo>
                <a:cubicBezTo>
                  <a:pt x="4771" y="1735"/>
                  <a:pt x="4748" y="2990"/>
                  <a:pt x="3972" y="3766"/>
                </a:cubicBezTo>
                <a:lnTo>
                  <a:pt x="3972" y="3766"/>
                </a:lnTo>
                <a:cubicBezTo>
                  <a:pt x="3584" y="4154"/>
                  <a:pt x="3081" y="4337"/>
                  <a:pt x="2579" y="4337"/>
                </a:cubicBezTo>
                <a:lnTo>
                  <a:pt x="2579" y="4337"/>
                </a:lnTo>
                <a:cubicBezTo>
                  <a:pt x="2054" y="4337"/>
                  <a:pt x="1529" y="4131"/>
                  <a:pt x="1141" y="374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8"/>
          <p:cNvSpPr/>
          <p:nvPr/>
        </p:nvSpPr>
        <p:spPr>
          <a:xfrm>
            <a:off x="1897054" y="1583554"/>
            <a:ext cx="149046" cy="142349"/>
          </a:xfrm>
          <a:custGeom>
            <a:avLst/>
            <a:gdLst/>
            <a:ahLst/>
            <a:cxnLst/>
            <a:rect l="l" t="t" r="r" b="b"/>
            <a:pathLst>
              <a:path w="7122" h="6802" extrusionOk="0">
                <a:moveTo>
                  <a:pt x="1302" y="913"/>
                </a:moveTo>
                <a:cubicBezTo>
                  <a:pt x="23" y="2168"/>
                  <a:pt x="0" y="4223"/>
                  <a:pt x="1233" y="5501"/>
                </a:cubicBezTo>
                <a:lnTo>
                  <a:pt x="1233" y="5501"/>
                </a:lnTo>
                <a:cubicBezTo>
                  <a:pt x="2488" y="6779"/>
                  <a:pt x="4543" y="6802"/>
                  <a:pt x="5821" y="5547"/>
                </a:cubicBezTo>
                <a:lnTo>
                  <a:pt x="5821" y="5547"/>
                </a:lnTo>
                <a:cubicBezTo>
                  <a:pt x="7099" y="4291"/>
                  <a:pt x="7122" y="2237"/>
                  <a:pt x="5867" y="959"/>
                </a:cubicBezTo>
                <a:lnTo>
                  <a:pt x="5867" y="959"/>
                </a:lnTo>
                <a:cubicBezTo>
                  <a:pt x="5227" y="320"/>
                  <a:pt x="4406" y="0"/>
                  <a:pt x="3561" y="0"/>
                </a:cubicBezTo>
                <a:lnTo>
                  <a:pt x="3561" y="0"/>
                </a:lnTo>
                <a:cubicBezTo>
                  <a:pt x="2740" y="0"/>
                  <a:pt x="1918" y="297"/>
                  <a:pt x="1302" y="913"/>
                </a:cubicBezTo>
                <a:close/>
                <a:moveTo>
                  <a:pt x="1484" y="5273"/>
                </a:moveTo>
                <a:cubicBezTo>
                  <a:pt x="366" y="4131"/>
                  <a:pt x="389" y="2283"/>
                  <a:pt x="1530" y="1164"/>
                </a:cubicBezTo>
                <a:lnTo>
                  <a:pt x="1530" y="1164"/>
                </a:lnTo>
                <a:cubicBezTo>
                  <a:pt x="2671" y="46"/>
                  <a:pt x="4520" y="69"/>
                  <a:pt x="5638" y="1210"/>
                </a:cubicBezTo>
                <a:lnTo>
                  <a:pt x="5638" y="1210"/>
                </a:lnTo>
                <a:cubicBezTo>
                  <a:pt x="6757" y="2351"/>
                  <a:pt x="6734" y="4177"/>
                  <a:pt x="5593" y="5318"/>
                </a:cubicBezTo>
                <a:lnTo>
                  <a:pt x="5593" y="5318"/>
                </a:lnTo>
                <a:cubicBezTo>
                  <a:pt x="5022" y="5866"/>
                  <a:pt x="4292" y="6140"/>
                  <a:pt x="3561" y="6140"/>
                </a:cubicBezTo>
                <a:lnTo>
                  <a:pt x="3561" y="6140"/>
                </a:lnTo>
                <a:cubicBezTo>
                  <a:pt x="2808" y="6140"/>
                  <a:pt x="2055" y="5843"/>
                  <a:pt x="1484" y="527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8"/>
          <p:cNvSpPr/>
          <p:nvPr/>
        </p:nvSpPr>
        <p:spPr>
          <a:xfrm>
            <a:off x="1509680" y="1127851"/>
            <a:ext cx="149046" cy="142370"/>
          </a:xfrm>
          <a:custGeom>
            <a:avLst/>
            <a:gdLst/>
            <a:ahLst/>
            <a:cxnLst/>
            <a:rect l="l" t="t" r="r" b="b"/>
            <a:pathLst>
              <a:path w="7122" h="6803" extrusionOk="0">
                <a:moveTo>
                  <a:pt x="1301" y="914"/>
                </a:moveTo>
                <a:cubicBezTo>
                  <a:pt x="23" y="2169"/>
                  <a:pt x="0" y="4223"/>
                  <a:pt x="1256" y="5502"/>
                </a:cubicBezTo>
                <a:lnTo>
                  <a:pt x="1256" y="5502"/>
                </a:lnTo>
                <a:cubicBezTo>
                  <a:pt x="2488" y="6780"/>
                  <a:pt x="4542" y="6803"/>
                  <a:pt x="5821" y="5547"/>
                </a:cubicBezTo>
                <a:lnTo>
                  <a:pt x="5821" y="5547"/>
                </a:lnTo>
                <a:cubicBezTo>
                  <a:pt x="7099" y="4292"/>
                  <a:pt x="7122" y="2238"/>
                  <a:pt x="5866" y="959"/>
                </a:cubicBezTo>
                <a:lnTo>
                  <a:pt x="5866" y="959"/>
                </a:lnTo>
                <a:cubicBezTo>
                  <a:pt x="5250" y="320"/>
                  <a:pt x="4405" y="1"/>
                  <a:pt x="3561" y="1"/>
                </a:cubicBezTo>
                <a:lnTo>
                  <a:pt x="3561" y="1"/>
                </a:lnTo>
                <a:cubicBezTo>
                  <a:pt x="2739" y="1"/>
                  <a:pt x="1918" y="297"/>
                  <a:pt x="1301" y="914"/>
                </a:cubicBezTo>
                <a:moveTo>
                  <a:pt x="1484" y="5273"/>
                </a:moveTo>
                <a:cubicBezTo>
                  <a:pt x="365" y="4132"/>
                  <a:pt x="388" y="2283"/>
                  <a:pt x="1529" y="1165"/>
                </a:cubicBezTo>
                <a:lnTo>
                  <a:pt x="1529" y="1165"/>
                </a:lnTo>
                <a:cubicBezTo>
                  <a:pt x="2671" y="46"/>
                  <a:pt x="4520" y="69"/>
                  <a:pt x="5638" y="1210"/>
                </a:cubicBezTo>
                <a:lnTo>
                  <a:pt x="5638" y="1210"/>
                </a:lnTo>
                <a:cubicBezTo>
                  <a:pt x="6756" y="2352"/>
                  <a:pt x="6734" y="4178"/>
                  <a:pt x="5592" y="5319"/>
                </a:cubicBezTo>
                <a:lnTo>
                  <a:pt x="5592" y="5319"/>
                </a:lnTo>
                <a:cubicBezTo>
                  <a:pt x="5022" y="5867"/>
                  <a:pt x="4291" y="6141"/>
                  <a:pt x="3561" y="6141"/>
                </a:cubicBezTo>
                <a:lnTo>
                  <a:pt x="3561" y="6141"/>
                </a:lnTo>
                <a:cubicBezTo>
                  <a:pt x="2808" y="6141"/>
                  <a:pt x="2054" y="5844"/>
                  <a:pt x="1484" y="527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8"/>
          <p:cNvSpPr/>
          <p:nvPr/>
        </p:nvSpPr>
        <p:spPr>
          <a:xfrm>
            <a:off x="997145" y="905755"/>
            <a:ext cx="149067" cy="142349"/>
          </a:xfrm>
          <a:custGeom>
            <a:avLst/>
            <a:gdLst/>
            <a:ahLst/>
            <a:cxnLst/>
            <a:rect l="l" t="t" r="r" b="b"/>
            <a:pathLst>
              <a:path w="7123" h="6802" extrusionOk="0">
                <a:moveTo>
                  <a:pt x="1302" y="936"/>
                </a:moveTo>
                <a:cubicBezTo>
                  <a:pt x="23" y="2191"/>
                  <a:pt x="1" y="4246"/>
                  <a:pt x="1256" y="5501"/>
                </a:cubicBezTo>
                <a:lnTo>
                  <a:pt x="1256" y="5501"/>
                </a:lnTo>
                <a:cubicBezTo>
                  <a:pt x="2511" y="6779"/>
                  <a:pt x="4566" y="6802"/>
                  <a:pt x="5844" y="5547"/>
                </a:cubicBezTo>
                <a:lnTo>
                  <a:pt x="5844" y="5547"/>
                </a:lnTo>
                <a:cubicBezTo>
                  <a:pt x="7099" y="4314"/>
                  <a:pt x="7122" y="2260"/>
                  <a:pt x="5890" y="982"/>
                </a:cubicBezTo>
                <a:lnTo>
                  <a:pt x="5890" y="982"/>
                </a:lnTo>
                <a:cubicBezTo>
                  <a:pt x="5250" y="342"/>
                  <a:pt x="4406" y="0"/>
                  <a:pt x="3561" y="0"/>
                </a:cubicBezTo>
                <a:lnTo>
                  <a:pt x="3561" y="0"/>
                </a:lnTo>
                <a:cubicBezTo>
                  <a:pt x="2762" y="0"/>
                  <a:pt x="1941" y="320"/>
                  <a:pt x="1302" y="936"/>
                </a:cubicBezTo>
                <a:moveTo>
                  <a:pt x="1507" y="5273"/>
                </a:moveTo>
                <a:cubicBezTo>
                  <a:pt x="366" y="4131"/>
                  <a:pt x="389" y="2283"/>
                  <a:pt x="1530" y="1164"/>
                </a:cubicBezTo>
                <a:lnTo>
                  <a:pt x="1530" y="1164"/>
                </a:lnTo>
                <a:cubicBezTo>
                  <a:pt x="2671" y="46"/>
                  <a:pt x="4520" y="68"/>
                  <a:pt x="5638" y="1210"/>
                </a:cubicBezTo>
                <a:lnTo>
                  <a:pt x="5638" y="1210"/>
                </a:lnTo>
                <a:cubicBezTo>
                  <a:pt x="6757" y="2351"/>
                  <a:pt x="6734" y="4200"/>
                  <a:pt x="5593" y="5318"/>
                </a:cubicBezTo>
                <a:lnTo>
                  <a:pt x="5593" y="5318"/>
                </a:lnTo>
                <a:cubicBezTo>
                  <a:pt x="5045" y="5866"/>
                  <a:pt x="4315" y="6140"/>
                  <a:pt x="3561" y="6140"/>
                </a:cubicBezTo>
                <a:lnTo>
                  <a:pt x="3561" y="6140"/>
                </a:lnTo>
                <a:cubicBezTo>
                  <a:pt x="2808" y="6140"/>
                  <a:pt x="2055" y="5866"/>
                  <a:pt x="1507" y="527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8"/>
          <p:cNvSpPr/>
          <p:nvPr/>
        </p:nvSpPr>
        <p:spPr>
          <a:xfrm>
            <a:off x="934574" y="1278797"/>
            <a:ext cx="149046" cy="141888"/>
          </a:xfrm>
          <a:custGeom>
            <a:avLst/>
            <a:gdLst/>
            <a:ahLst/>
            <a:cxnLst/>
            <a:rect l="l" t="t" r="r" b="b"/>
            <a:pathLst>
              <a:path w="7122" h="6780" extrusionOk="0">
                <a:moveTo>
                  <a:pt x="1302" y="914"/>
                </a:moveTo>
                <a:cubicBezTo>
                  <a:pt x="23" y="2169"/>
                  <a:pt x="1" y="4223"/>
                  <a:pt x="1256" y="5501"/>
                </a:cubicBezTo>
                <a:lnTo>
                  <a:pt x="1256" y="5501"/>
                </a:lnTo>
                <a:cubicBezTo>
                  <a:pt x="2488" y="6757"/>
                  <a:pt x="4543" y="6780"/>
                  <a:pt x="5821" y="5547"/>
                </a:cubicBezTo>
                <a:lnTo>
                  <a:pt x="5821" y="5547"/>
                </a:lnTo>
                <a:cubicBezTo>
                  <a:pt x="7099" y="4292"/>
                  <a:pt x="7122" y="2237"/>
                  <a:pt x="5867" y="959"/>
                </a:cubicBezTo>
                <a:lnTo>
                  <a:pt x="5867" y="959"/>
                </a:lnTo>
                <a:cubicBezTo>
                  <a:pt x="5227" y="320"/>
                  <a:pt x="4406" y="1"/>
                  <a:pt x="3561" y="1"/>
                </a:cubicBezTo>
                <a:lnTo>
                  <a:pt x="3561" y="1"/>
                </a:lnTo>
                <a:cubicBezTo>
                  <a:pt x="2740" y="1"/>
                  <a:pt x="1918" y="297"/>
                  <a:pt x="1302" y="914"/>
                </a:cubicBezTo>
                <a:close/>
                <a:moveTo>
                  <a:pt x="1484" y="5250"/>
                </a:moveTo>
                <a:cubicBezTo>
                  <a:pt x="366" y="4109"/>
                  <a:pt x="389" y="2283"/>
                  <a:pt x="1530" y="1142"/>
                </a:cubicBezTo>
                <a:lnTo>
                  <a:pt x="1530" y="1142"/>
                </a:lnTo>
                <a:cubicBezTo>
                  <a:pt x="2671" y="23"/>
                  <a:pt x="4520" y="46"/>
                  <a:pt x="5638" y="1187"/>
                </a:cubicBezTo>
                <a:lnTo>
                  <a:pt x="5638" y="1187"/>
                </a:lnTo>
                <a:cubicBezTo>
                  <a:pt x="6757" y="2329"/>
                  <a:pt x="6734" y="4178"/>
                  <a:pt x="5593" y="5296"/>
                </a:cubicBezTo>
                <a:lnTo>
                  <a:pt x="5593" y="5296"/>
                </a:lnTo>
                <a:cubicBezTo>
                  <a:pt x="5022" y="5844"/>
                  <a:pt x="4292" y="6118"/>
                  <a:pt x="3561" y="6118"/>
                </a:cubicBezTo>
                <a:lnTo>
                  <a:pt x="3561" y="6118"/>
                </a:lnTo>
                <a:cubicBezTo>
                  <a:pt x="2808" y="6118"/>
                  <a:pt x="2055" y="5844"/>
                  <a:pt x="1484" y="525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8"/>
          <p:cNvSpPr/>
          <p:nvPr/>
        </p:nvSpPr>
        <p:spPr>
          <a:xfrm>
            <a:off x="981387" y="646367"/>
            <a:ext cx="85991" cy="82182"/>
          </a:xfrm>
          <a:custGeom>
            <a:avLst/>
            <a:gdLst/>
            <a:ahLst/>
            <a:cxnLst/>
            <a:rect l="l" t="t" r="r" b="b"/>
            <a:pathLst>
              <a:path w="4109" h="3927" extrusionOk="0">
                <a:moveTo>
                  <a:pt x="754" y="526"/>
                </a:moveTo>
                <a:cubicBezTo>
                  <a:pt x="0" y="1256"/>
                  <a:pt x="0" y="2443"/>
                  <a:pt x="731" y="3174"/>
                </a:cubicBezTo>
                <a:lnTo>
                  <a:pt x="731" y="3174"/>
                </a:lnTo>
                <a:cubicBezTo>
                  <a:pt x="1438" y="3927"/>
                  <a:pt x="2625" y="3927"/>
                  <a:pt x="3356" y="3196"/>
                </a:cubicBezTo>
                <a:lnTo>
                  <a:pt x="3356" y="3196"/>
                </a:lnTo>
                <a:cubicBezTo>
                  <a:pt x="4109" y="2489"/>
                  <a:pt x="4109" y="1302"/>
                  <a:pt x="3379" y="572"/>
                </a:cubicBezTo>
                <a:lnTo>
                  <a:pt x="3379" y="572"/>
                </a:lnTo>
                <a:cubicBezTo>
                  <a:pt x="3013" y="184"/>
                  <a:pt x="2534" y="1"/>
                  <a:pt x="2055" y="1"/>
                </a:cubicBezTo>
                <a:lnTo>
                  <a:pt x="2055" y="1"/>
                </a:lnTo>
                <a:cubicBezTo>
                  <a:pt x="1575" y="1"/>
                  <a:pt x="1119" y="184"/>
                  <a:pt x="754" y="526"/>
                </a:cubicBezTo>
                <a:close/>
                <a:moveTo>
                  <a:pt x="959" y="2945"/>
                </a:moveTo>
                <a:cubicBezTo>
                  <a:pt x="366" y="2352"/>
                  <a:pt x="366" y="1370"/>
                  <a:pt x="982" y="777"/>
                </a:cubicBezTo>
                <a:lnTo>
                  <a:pt x="982" y="777"/>
                </a:lnTo>
                <a:cubicBezTo>
                  <a:pt x="1575" y="184"/>
                  <a:pt x="2557" y="184"/>
                  <a:pt x="3150" y="800"/>
                </a:cubicBezTo>
                <a:lnTo>
                  <a:pt x="3150" y="800"/>
                </a:lnTo>
                <a:cubicBezTo>
                  <a:pt x="3744" y="1393"/>
                  <a:pt x="3744" y="2375"/>
                  <a:pt x="3127" y="2968"/>
                </a:cubicBezTo>
                <a:lnTo>
                  <a:pt x="3127" y="2968"/>
                </a:lnTo>
                <a:cubicBezTo>
                  <a:pt x="2831" y="3265"/>
                  <a:pt x="2443" y="3402"/>
                  <a:pt x="2055" y="3402"/>
                </a:cubicBezTo>
                <a:lnTo>
                  <a:pt x="2055" y="3402"/>
                </a:lnTo>
                <a:cubicBezTo>
                  <a:pt x="1667" y="3402"/>
                  <a:pt x="1256" y="3242"/>
                  <a:pt x="959" y="294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8"/>
          <p:cNvSpPr/>
          <p:nvPr/>
        </p:nvSpPr>
        <p:spPr>
          <a:xfrm>
            <a:off x="1980148" y="879384"/>
            <a:ext cx="106542" cy="101750"/>
          </a:xfrm>
          <a:custGeom>
            <a:avLst/>
            <a:gdLst/>
            <a:ahLst/>
            <a:cxnLst/>
            <a:rect l="l" t="t" r="r" b="b"/>
            <a:pathLst>
              <a:path w="5091" h="4862" extrusionOk="0">
                <a:moveTo>
                  <a:pt x="913" y="662"/>
                </a:moveTo>
                <a:cubicBezTo>
                  <a:pt x="0" y="1575"/>
                  <a:pt x="0" y="3036"/>
                  <a:pt x="890" y="3949"/>
                </a:cubicBezTo>
                <a:lnTo>
                  <a:pt x="890" y="3949"/>
                </a:lnTo>
                <a:cubicBezTo>
                  <a:pt x="1780" y="4862"/>
                  <a:pt x="3241" y="4862"/>
                  <a:pt x="4154" y="3972"/>
                </a:cubicBezTo>
                <a:lnTo>
                  <a:pt x="4154" y="3972"/>
                </a:lnTo>
                <a:cubicBezTo>
                  <a:pt x="5067" y="3081"/>
                  <a:pt x="5090" y="1621"/>
                  <a:pt x="4200" y="708"/>
                </a:cubicBezTo>
                <a:lnTo>
                  <a:pt x="4200" y="708"/>
                </a:lnTo>
                <a:cubicBezTo>
                  <a:pt x="3743" y="251"/>
                  <a:pt x="3150" y="0"/>
                  <a:pt x="2534" y="0"/>
                </a:cubicBezTo>
                <a:lnTo>
                  <a:pt x="2534" y="0"/>
                </a:lnTo>
                <a:cubicBezTo>
                  <a:pt x="1963" y="23"/>
                  <a:pt x="1370" y="228"/>
                  <a:pt x="913" y="662"/>
                </a:cubicBezTo>
                <a:moveTo>
                  <a:pt x="1118" y="3721"/>
                </a:moveTo>
                <a:cubicBezTo>
                  <a:pt x="365" y="2922"/>
                  <a:pt x="365" y="1666"/>
                  <a:pt x="1141" y="913"/>
                </a:cubicBezTo>
                <a:lnTo>
                  <a:pt x="1141" y="913"/>
                </a:lnTo>
                <a:cubicBezTo>
                  <a:pt x="1940" y="137"/>
                  <a:pt x="3196" y="160"/>
                  <a:pt x="3949" y="936"/>
                </a:cubicBezTo>
                <a:lnTo>
                  <a:pt x="3949" y="936"/>
                </a:lnTo>
                <a:cubicBezTo>
                  <a:pt x="4725" y="1712"/>
                  <a:pt x="4702" y="2967"/>
                  <a:pt x="3926" y="3743"/>
                </a:cubicBezTo>
                <a:lnTo>
                  <a:pt x="3926" y="3743"/>
                </a:lnTo>
                <a:cubicBezTo>
                  <a:pt x="3538" y="4109"/>
                  <a:pt x="3036" y="4314"/>
                  <a:pt x="2534" y="4314"/>
                </a:cubicBezTo>
                <a:lnTo>
                  <a:pt x="2534" y="4314"/>
                </a:lnTo>
                <a:cubicBezTo>
                  <a:pt x="2031" y="4314"/>
                  <a:pt x="1506" y="4109"/>
                  <a:pt x="1118" y="372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8"/>
          <p:cNvSpPr/>
          <p:nvPr/>
        </p:nvSpPr>
        <p:spPr>
          <a:xfrm>
            <a:off x="1754229" y="1107322"/>
            <a:ext cx="149067" cy="141888"/>
          </a:xfrm>
          <a:custGeom>
            <a:avLst/>
            <a:gdLst/>
            <a:ahLst/>
            <a:cxnLst/>
            <a:rect l="l" t="t" r="r" b="b"/>
            <a:pathLst>
              <a:path w="7123" h="6780" extrusionOk="0">
                <a:moveTo>
                  <a:pt x="1302" y="913"/>
                </a:moveTo>
                <a:cubicBezTo>
                  <a:pt x="24" y="2169"/>
                  <a:pt x="1" y="4223"/>
                  <a:pt x="1256" y="5501"/>
                </a:cubicBezTo>
                <a:lnTo>
                  <a:pt x="1256" y="5501"/>
                </a:lnTo>
                <a:cubicBezTo>
                  <a:pt x="2489" y="6757"/>
                  <a:pt x="4543" y="6779"/>
                  <a:pt x="5821" y="5547"/>
                </a:cubicBezTo>
                <a:lnTo>
                  <a:pt x="5821" y="5547"/>
                </a:lnTo>
                <a:cubicBezTo>
                  <a:pt x="7099" y="4291"/>
                  <a:pt x="7122" y="2237"/>
                  <a:pt x="5867" y="959"/>
                </a:cubicBezTo>
                <a:lnTo>
                  <a:pt x="5867" y="959"/>
                </a:lnTo>
                <a:cubicBezTo>
                  <a:pt x="5228" y="320"/>
                  <a:pt x="4406" y="0"/>
                  <a:pt x="3561" y="0"/>
                </a:cubicBezTo>
                <a:lnTo>
                  <a:pt x="3561" y="0"/>
                </a:lnTo>
                <a:cubicBezTo>
                  <a:pt x="2740" y="0"/>
                  <a:pt x="1918" y="297"/>
                  <a:pt x="1302" y="913"/>
                </a:cubicBezTo>
                <a:close/>
                <a:moveTo>
                  <a:pt x="1484" y="5250"/>
                </a:moveTo>
                <a:cubicBezTo>
                  <a:pt x="366" y="4109"/>
                  <a:pt x="389" y="2283"/>
                  <a:pt x="1530" y="1164"/>
                </a:cubicBezTo>
                <a:lnTo>
                  <a:pt x="1530" y="1164"/>
                </a:lnTo>
                <a:cubicBezTo>
                  <a:pt x="2671" y="23"/>
                  <a:pt x="4520" y="46"/>
                  <a:pt x="5639" y="1187"/>
                </a:cubicBezTo>
                <a:lnTo>
                  <a:pt x="5639" y="1187"/>
                </a:lnTo>
                <a:cubicBezTo>
                  <a:pt x="6757" y="2328"/>
                  <a:pt x="6734" y="4177"/>
                  <a:pt x="5593" y="5296"/>
                </a:cubicBezTo>
                <a:lnTo>
                  <a:pt x="5593" y="5296"/>
                </a:lnTo>
                <a:cubicBezTo>
                  <a:pt x="5022" y="5844"/>
                  <a:pt x="4292" y="6117"/>
                  <a:pt x="3561" y="6117"/>
                </a:cubicBezTo>
                <a:lnTo>
                  <a:pt x="3561" y="6117"/>
                </a:lnTo>
                <a:cubicBezTo>
                  <a:pt x="2808" y="6117"/>
                  <a:pt x="2055" y="5844"/>
                  <a:pt x="1484" y="525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8"/>
          <p:cNvSpPr/>
          <p:nvPr/>
        </p:nvSpPr>
        <p:spPr>
          <a:xfrm>
            <a:off x="1426078" y="1010347"/>
            <a:ext cx="128997" cy="123263"/>
          </a:xfrm>
          <a:custGeom>
            <a:avLst/>
            <a:gdLst/>
            <a:ahLst/>
            <a:cxnLst/>
            <a:rect l="l" t="t" r="r" b="b"/>
            <a:pathLst>
              <a:path w="6164" h="5890" extrusionOk="0">
                <a:moveTo>
                  <a:pt x="1119" y="800"/>
                </a:moveTo>
                <a:cubicBezTo>
                  <a:pt x="1" y="1872"/>
                  <a:pt x="1" y="3653"/>
                  <a:pt x="1074" y="4748"/>
                </a:cubicBezTo>
                <a:lnTo>
                  <a:pt x="1074" y="4748"/>
                </a:lnTo>
                <a:cubicBezTo>
                  <a:pt x="2146" y="5867"/>
                  <a:pt x="3927" y="5890"/>
                  <a:pt x="5022" y="4794"/>
                </a:cubicBezTo>
                <a:lnTo>
                  <a:pt x="5022" y="4794"/>
                </a:lnTo>
                <a:cubicBezTo>
                  <a:pt x="6141" y="3721"/>
                  <a:pt x="6164" y="1941"/>
                  <a:pt x="5068" y="845"/>
                </a:cubicBezTo>
                <a:lnTo>
                  <a:pt x="5068" y="845"/>
                </a:lnTo>
                <a:cubicBezTo>
                  <a:pt x="4520" y="275"/>
                  <a:pt x="3790" y="1"/>
                  <a:pt x="3082" y="1"/>
                </a:cubicBezTo>
                <a:lnTo>
                  <a:pt x="3082" y="1"/>
                </a:lnTo>
                <a:cubicBezTo>
                  <a:pt x="2375" y="1"/>
                  <a:pt x="1667" y="275"/>
                  <a:pt x="1119" y="800"/>
                </a:cubicBezTo>
                <a:moveTo>
                  <a:pt x="1302" y="4520"/>
                </a:moveTo>
                <a:cubicBezTo>
                  <a:pt x="366" y="3561"/>
                  <a:pt x="366" y="1987"/>
                  <a:pt x="1347" y="1028"/>
                </a:cubicBezTo>
                <a:lnTo>
                  <a:pt x="1347" y="1028"/>
                </a:lnTo>
                <a:cubicBezTo>
                  <a:pt x="2329" y="92"/>
                  <a:pt x="3881" y="92"/>
                  <a:pt x="4840" y="1074"/>
                </a:cubicBezTo>
                <a:lnTo>
                  <a:pt x="4840" y="1074"/>
                </a:lnTo>
                <a:cubicBezTo>
                  <a:pt x="5798" y="2055"/>
                  <a:pt x="5776" y="3607"/>
                  <a:pt x="4794" y="4566"/>
                </a:cubicBezTo>
                <a:lnTo>
                  <a:pt x="4794" y="4566"/>
                </a:lnTo>
                <a:cubicBezTo>
                  <a:pt x="4315" y="5022"/>
                  <a:pt x="3698" y="5273"/>
                  <a:pt x="3082" y="5273"/>
                </a:cubicBezTo>
                <a:lnTo>
                  <a:pt x="3082" y="5273"/>
                </a:lnTo>
                <a:cubicBezTo>
                  <a:pt x="2443" y="5273"/>
                  <a:pt x="1804" y="5022"/>
                  <a:pt x="1302" y="452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8"/>
          <p:cNvSpPr/>
          <p:nvPr/>
        </p:nvSpPr>
        <p:spPr>
          <a:xfrm>
            <a:off x="2076165" y="1593578"/>
            <a:ext cx="112757" cy="107965"/>
          </a:xfrm>
          <a:custGeom>
            <a:avLst/>
            <a:gdLst/>
            <a:ahLst/>
            <a:cxnLst/>
            <a:rect l="l" t="t" r="r" b="b"/>
            <a:pathLst>
              <a:path w="5388" h="5159" extrusionOk="0">
                <a:moveTo>
                  <a:pt x="960" y="708"/>
                </a:moveTo>
                <a:cubicBezTo>
                  <a:pt x="1" y="1644"/>
                  <a:pt x="1" y="3196"/>
                  <a:pt x="937" y="4177"/>
                </a:cubicBezTo>
                <a:lnTo>
                  <a:pt x="937" y="4177"/>
                </a:lnTo>
                <a:cubicBezTo>
                  <a:pt x="1873" y="5136"/>
                  <a:pt x="3425" y="5159"/>
                  <a:pt x="4406" y="4200"/>
                </a:cubicBezTo>
                <a:lnTo>
                  <a:pt x="4406" y="4200"/>
                </a:lnTo>
                <a:cubicBezTo>
                  <a:pt x="5365" y="3264"/>
                  <a:pt x="5388" y="1712"/>
                  <a:pt x="4429" y="731"/>
                </a:cubicBezTo>
                <a:lnTo>
                  <a:pt x="4429" y="731"/>
                </a:lnTo>
                <a:cubicBezTo>
                  <a:pt x="3950" y="251"/>
                  <a:pt x="3311" y="0"/>
                  <a:pt x="2694" y="0"/>
                </a:cubicBezTo>
                <a:lnTo>
                  <a:pt x="2694" y="0"/>
                </a:lnTo>
                <a:cubicBezTo>
                  <a:pt x="2055" y="0"/>
                  <a:pt x="1439" y="229"/>
                  <a:pt x="960" y="708"/>
                </a:cubicBezTo>
                <a:close/>
                <a:moveTo>
                  <a:pt x="1165" y="3926"/>
                </a:moveTo>
                <a:cubicBezTo>
                  <a:pt x="366" y="3105"/>
                  <a:pt x="366" y="1758"/>
                  <a:pt x="1211" y="936"/>
                </a:cubicBezTo>
                <a:lnTo>
                  <a:pt x="1211" y="936"/>
                </a:lnTo>
                <a:cubicBezTo>
                  <a:pt x="2032" y="137"/>
                  <a:pt x="3379" y="137"/>
                  <a:pt x="4201" y="982"/>
                </a:cubicBezTo>
                <a:lnTo>
                  <a:pt x="4201" y="982"/>
                </a:lnTo>
                <a:cubicBezTo>
                  <a:pt x="5023" y="1804"/>
                  <a:pt x="5000" y="3150"/>
                  <a:pt x="4155" y="3972"/>
                </a:cubicBezTo>
                <a:lnTo>
                  <a:pt x="4155" y="3972"/>
                </a:lnTo>
                <a:cubicBezTo>
                  <a:pt x="3744" y="4360"/>
                  <a:pt x="3219" y="4565"/>
                  <a:pt x="2694" y="4565"/>
                </a:cubicBezTo>
                <a:lnTo>
                  <a:pt x="2694" y="4565"/>
                </a:lnTo>
                <a:cubicBezTo>
                  <a:pt x="2147" y="4565"/>
                  <a:pt x="1576" y="4360"/>
                  <a:pt x="1165" y="392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8"/>
          <p:cNvSpPr/>
          <p:nvPr/>
        </p:nvSpPr>
        <p:spPr>
          <a:xfrm>
            <a:off x="8798627" y="2044413"/>
            <a:ext cx="75988" cy="72137"/>
          </a:xfrm>
          <a:custGeom>
            <a:avLst/>
            <a:gdLst/>
            <a:ahLst/>
            <a:cxnLst/>
            <a:rect l="l" t="t" r="r" b="b"/>
            <a:pathLst>
              <a:path w="3631" h="3447" extrusionOk="0">
                <a:moveTo>
                  <a:pt x="663" y="480"/>
                </a:moveTo>
                <a:cubicBezTo>
                  <a:pt x="24" y="1119"/>
                  <a:pt x="1" y="2146"/>
                  <a:pt x="640" y="2808"/>
                </a:cubicBezTo>
                <a:lnTo>
                  <a:pt x="640" y="2808"/>
                </a:lnTo>
                <a:cubicBezTo>
                  <a:pt x="1279" y="3447"/>
                  <a:pt x="2329" y="3447"/>
                  <a:pt x="2968" y="2831"/>
                </a:cubicBezTo>
                <a:lnTo>
                  <a:pt x="2968" y="2831"/>
                </a:lnTo>
                <a:cubicBezTo>
                  <a:pt x="3607" y="2192"/>
                  <a:pt x="3630" y="1142"/>
                  <a:pt x="2991" y="502"/>
                </a:cubicBezTo>
                <a:lnTo>
                  <a:pt x="2991" y="502"/>
                </a:lnTo>
                <a:cubicBezTo>
                  <a:pt x="2671" y="160"/>
                  <a:pt x="2238" y="0"/>
                  <a:pt x="1827" y="0"/>
                </a:cubicBezTo>
                <a:lnTo>
                  <a:pt x="1827" y="0"/>
                </a:lnTo>
                <a:cubicBezTo>
                  <a:pt x="1393" y="0"/>
                  <a:pt x="982" y="160"/>
                  <a:pt x="663" y="480"/>
                </a:cubicBezTo>
                <a:close/>
                <a:moveTo>
                  <a:pt x="891" y="2557"/>
                </a:moveTo>
                <a:cubicBezTo>
                  <a:pt x="366" y="2055"/>
                  <a:pt x="389" y="1210"/>
                  <a:pt x="891" y="708"/>
                </a:cubicBezTo>
                <a:lnTo>
                  <a:pt x="891" y="708"/>
                </a:lnTo>
                <a:cubicBezTo>
                  <a:pt x="1416" y="206"/>
                  <a:pt x="2261" y="206"/>
                  <a:pt x="2763" y="731"/>
                </a:cubicBezTo>
                <a:lnTo>
                  <a:pt x="2763" y="731"/>
                </a:lnTo>
                <a:cubicBezTo>
                  <a:pt x="3265" y="1256"/>
                  <a:pt x="3242" y="2077"/>
                  <a:pt x="2740" y="2580"/>
                </a:cubicBezTo>
                <a:lnTo>
                  <a:pt x="2740" y="2580"/>
                </a:lnTo>
                <a:cubicBezTo>
                  <a:pt x="2489" y="2831"/>
                  <a:pt x="2147" y="2968"/>
                  <a:pt x="1827" y="2968"/>
                </a:cubicBezTo>
                <a:lnTo>
                  <a:pt x="1827" y="2968"/>
                </a:lnTo>
                <a:cubicBezTo>
                  <a:pt x="1485" y="2968"/>
                  <a:pt x="1142" y="2831"/>
                  <a:pt x="891" y="255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8"/>
          <p:cNvSpPr/>
          <p:nvPr/>
        </p:nvSpPr>
        <p:spPr>
          <a:xfrm>
            <a:off x="8649608" y="2020995"/>
            <a:ext cx="118010" cy="112757"/>
          </a:xfrm>
          <a:custGeom>
            <a:avLst/>
            <a:gdLst/>
            <a:ahLst/>
            <a:cxnLst/>
            <a:rect l="l" t="t" r="r" b="b"/>
            <a:pathLst>
              <a:path w="5639" h="5388" extrusionOk="0">
                <a:moveTo>
                  <a:pt x="1028" y="731"/>
                </a:moveTo>
                <a:cubicBezTo>
                  <a:pt x="23" y="1713"/>
                  <a:pt x="0" y="3356"/>
                  <a:pt x="982" y="4360"/>
                </a:cubicBezTo>
                <a:lnTo>
                  <a:pt x="982" y="4360"/>
                </a:lnTo>
                <a:cubicBezTo>
                  <a:pt x="1963" y="5365"/>
                  <a:pt x="3607" y="5388"/>
                  <a:pt x="4611" y="4406"/>
                </a:cubicBezTo>
                <a:lnTo>
                  <a:pt x="4611" y="4406"/>
                </a:lnTo>
                <a:cubicBezTo>
                  <a:pt x="5615" y="3402"/>
                  <a:pt x="5638" y="1781"/>
                  <a:pt x="4634" y="777"/>
                </a:cubicBezTo>
                <a:lnTo>
                  <a:pt x="4634" y="777"/>
                </a:lnTo>
                <a:cubicBezTo>
                  <a:pt x="4155" y="252"/>
                  <a:pt x="3470" y="1"/>
                  <a:pt x="2808" y="1"/>
                </a:cubicBezTo>
                <a:lnTo>
                  <a:pt x="2808" y="1"/>
                </a:lnTo>
                <a:cubicBezTo>
                  <a:pt x="2169" y="1"/>
                  <a:pt x="1530" y="252"/>
                  <a:pt x="1028" y="731"/>
                </a:cubicBezTo>
                <a:close/>
                <a:moveTo>
                  <a:pt x="1233" y="4132"/>
                </a:moveTo>
                <a:cubicBezTo>
                  <a:pt x="366" y="3242"/>
                  <a:pt x="388" y="1827"/>
                  <a:pt x="1256" y="982"/>
                </a:cubicBezTo>
                <a:lnTo>
                  <a:pt x="1256" y="982"/>
                </a:lnTo>
                <a:cubicBezTo>
                  <a:pt x="2123" y="115"/>
                  <a:pt x="3538" y="138"/>
                  <a:pt x="4406" y="1005"/>
                </a:cubicBezTo>
                <a:lnTo>
                  <a:pt x="4406" y="1005"/>
                </a:lnTo>
                <a:cubicBezTo>
                  <a:pt x="5273" y="1895"/>
                  <a:pt x="5250" y="3288"/>
                  <a:pt x="4383" y="4155"/>
                </a:cubicBezTo>
                <a:lnTo>
                  <a:pt x="4383" y="4155"/>
                </a:lnTo>
                <a:cubicBezTo>
                  <a:pt x="3949" y="4589"/>
                  <a:pt x="3379" y="4794"/>
                  <a:pt x="2808" y="4794"/>
                </a:cubicBezTo>
                <a:lnTo>
                  <a:pt x="2808" y="4794"/>
                </a:lnTo>
                <a:cubicBezTo>
                  <a:pt x="2237" y="4794"/>
                  <a:pt x="1667" y="4566"/>
                  <a:pt x="1233" y="4132"/>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8"/>
          <p:cNvSpPr/>
          <p:nvPr/>
        </p:nvSpPr>
        <p:spPr>
          <a:xfrm>
            <a:off x="8683530" y="2374471"/>
            <a:ext cx="88377" cy="84087"/>
          </a:xfrm>
          <a:custGeom>
            <a:avLst/>
            <a:gdLst/>
            <a:ahLst/>
            <a:cxnLst/>
            <a:rect l="l" t="t" r="r" b="b"/>
            <a:pathLst>
              <a:path w="4223" h="4018" extrusionOk="0">
                <a:moveTo>
                  <a:pt x="753" y="548"/>
                </a:moveTo>
                <a:cubicBezTo>
                  <a:pt x="0" y="1279"/>
                  <a:pt x="0" y="2489"/>
                  <a:pt x="730" y="3265"/>
                </a:cubicBezTo>
                <a:lnTo>
                  <a:pt x="730" y="3265"/>
                </a:lnTo>
                <a:cubicBezTo>
                  <a:pt x="1484" y="4018"/>
                  <a:pt x="2693" y="4018"/>
                  <a:pt x="3447" y="3287"/>
                </a:cubicBezTo>
                <a:lnTo>
                  <a:pt x="3447" y="3287"/>
                </a:lnTo>
                <a:cubicBezTo>
                  <a:pt x="4200" y="2534"/>
                  <a:pt x="4223" y="1324"/>
                  <a:pt x="3469" y="571"/>
                </a:cubicBezTo>
                <a:lnTo>
                  <a:pt x="3469" y="571"/>
                </a:lnTo>
                <a:cubicBezTo>
                  <a:pt x="3104" y="183"/>
                  <a:pt x="2602" y="1"/>
                  <a:pt x="2100" y="1"/>
                </a:cubicBezTo>
                <a:lnTo>
                  <a:pt x="2100" y="1"/>
                </a:lnTo>
                <a:cubicBezTo>
                  <a:pt x="1621" y="1"/>
                  <a:pt x="1141" y="183"/>
                  <a:pt x="753" y="548"/>
                </a:cubicBezTo>
                <a:moveTo>
                  <a:pt x="982" y="3013"/>
                </a:moveTo>
                <a:cubicBezTo>
                  <a:pt x="365" y="2397"/>
                  <a:pt x="365" y="1393"/>
                  <a:pt x="1004" y="777"/>
                </a:cubicBezTo>
                <a:lnTo>
                  <a:pt x="1004" y="777"/>
                </a:lnTo>
                <a:cubicBezTo>
                  <a:pt x="1621" y="160"/>
                  <a:pt x="2625" y="183"/>
                  <a:pt x="3241" y="799"/>
                </a:cubicBezTo>
                <a:lnTo>
                  <a:pt x="3241" y="799"/>
                </a:lnTo>
                <a:cubicBezTo>
                  <a:pt x="3858" y="1439"/>
                  <a:pt x="3835" y="2443"/>
                  <a:pt x="3218" y="3036"/>
                </a:cubicBezTo>
                <a:lnTo>
                  <a:pt x="3218" y="3036"/>
                </a:lnTo>
                <a:cubicBezTo>
                  <a:pt x="2899" y="3356"/>
                  <a:pt x="2511" y="3493"/>
                  <a:pt x="2100" y="3493"/>
                </a:cubicBezTo>
                <a:lnTo>
                  <a:pt x="2100" y="3493"/>
                </a:lnTo>
                <a:cubicBezTo>
                  <a:pt x="1689" y="3493"/>
                  <a:pt x="1278" y="3333"/>
                  <a:pt x="982" y="301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8"/>
          <p:cNvSpPr/>
          <p:nvPr/>
        </p:nvSpPr>
        <p:spPr>
          <a:xfrm>
            <a:off x="8798167" y="2245498"/>
            <a:ext cx="136154" cy="129960"/>
          </a:xfrm>
          <a:custGeom>
            <a:avLst/>
            <a:gdLst/>
            <a:ahLst/>
            <a:cxnLst/>
            <a:rect l="l" t="t" r="r" b="b"/>
            <a:pathLst>
              <a:path w="6506" h="6210" extrusionOk="0">
                <a:moveTo>
                  <a:pt x="1187" y="845"/>
                </a:moveTo>
                <a:cubicBezTo>
                  <a:pt x="23" y="1987"/>
                  <a:pt x="0" y="3858"/>
                  <a:pt x="1141" y="5022"/>
                </a:cubicBezTo>
                <a:lnTo>
                  <a:pt x="1141" y="5022"/>
                </a:lnTo>
                <a:cubicBezTo>
                  <a:pt x="2283" y="6186"/>
                  <a:pt x="4154" y="6209"/>
                  <a:pt x="5318" y="5068"/>
                </a:cubicBezTo>
                <a:lnTo>
                  <a:pt x="5318" y="5068"/>
                </a:lnTo>
                <a:cubicBezTo>
                  <a:pt x="6482" y="3927"/>
                  <a:pt x="6505" y="2055"/>
                  <a:pt x="5364" y="891"/>
                </a:cubicBezTo>
                <a:lnTo>
                  <a:pt x="5364" y="891"/>
                </a:lnTo>
                <a:cubicBezTo>
                  <a:pt x="4793" y="297"/>
                  <a:pt x="4017" y="1"/>
                  <a:pt x="3241" y="1"/>
                </a:cubicBezTo>
                <a:lnTo>
                  <a:pt x="3241" y="1"/>
                </a:lnTo>
                <a:cubicBezTo>
                  <a:pt x="2511" y="1"/>
                  <a:pt x="1758" y="275"/>
                  <a:pt x="1187" y="845"/>
                </a:cubicBezTo>
                <a:close/>
                <a:moveTo>
                  <a:pt x="1370" y="4794"/>
                </a:moveTo>
                <a:cubicBezTo>
                  <a:pt x="365" y="3767"/>
                  <a:pt x="388" y="2101"/>
                  <a:pt x="1415" y="1074"/>
                </a:cubicBezTo>
                <a:lnTo>
                  <a:pt x="1415" y="1074"/>
                </a:lnTo>
                <a:cubicBezTo>
                  <a:pt x="2442" y="69"/>
                  <a:pt x="4109" y="92"/>
                  <a:pt x="5136" y="1119"/>
                </a:cubicBezTo>
                <a:lnTo>
                  <a:pt x="5136" y="1119"/>
                </a:lnTo>
                <a:cubicBezTo>
                  <a:pt x="6140" y="2146"/>
                  <a:pt x="6117" y="3813"/>
                  <a:pt x="5090" y="4840"/>
                </a:cubicBezTo>
                <a:lnTo>
                  <a:pt x="5090" y="4840"/>
                </a:lnTo>
                <a:cubicBezTo>
                  <a:pt x="4588" y="5342"/>
                  <a:pt x="3926" y="5593"/>
                  <a:pt x="3264" y="5593"/>
                </a:cubicBezTo>
                <a:lnTo>
                  <a:pt x="3264" y="5593"/>
                </a:lnTo>
                <a:cubicBezTo>
                  <a:pt x="2579" y="5593"/>
                  <a:pt x="1895" y="5319"/>
                  <a:pt x="1370" y="479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8"/>
          <p:cNvSpPr/>
          <p:nvPr/>
        </p:nvSpPr>
        <p:spPr>
          <a:xfrm>
            <a:off x="8648164" y="2865037"/>
            <a:ext cx="86493" cy="82182"/>
          </a:xfrm>
          <a:custGeom>
            <a:avLst/>
            <a:gdLst/>
            <a:ahLst/>
            <a:cxnLst/>
            <a:rect l="l" t="t" r="r" b="b"/>
            <a:pathLst>
              <a:path w="4133" h="3927" extrusionOk="0">
                <a:moveTo>
                  <a:pt x="754" y="548"/>
                </a:moveTo>
                <a:cubicBezTo>
                  <a:pt x="24" y="1255"/>
                  <a:pt x="1" y="2442"/>
                  <a:pt x="731" y="3196"/>
                </a:cubicBezTo>
                <a:lnTo>
                  <a:pt x="731" y="3196"/>
                </a:lnTo>
                <a:cubicBezTo>
                  <a:pt x="1462" y="3926"/>
                  <a:pt x="2649" y="3926"/>
                  <a:pt x="3379" y="3218"/>
                </a:cubicBezTo>
                <a:lnTo>
                  <a:pt x="3379" y="3218"/>
                </a:lnTo>
                <a:cubicBezTo>
                  <a:pt x="4110" y="2488"/>
                  <a:pt x="4132" y="1301"/>
                  <a:pt x="3402" y="571"/>
                </a:cubicBezTo>
                <a:lnTo>
                  <a:pt x="3402" y="571"/>
                </a:lnTo>
                <a:cubicBezTo>
                  <a:pt x="3037" y="183"/>
                  <a:pt x="2557" y="0"/>
                  <a:pt x="2078" y="0"/>
                </a:cubicBezTo>
                <a:lnTo>
                  <a:pt x="2078" y="0"/>
                </a:lnTo>
                <a:cubicBezTo>
                  <a:pt x="1599" y="0"/>
                  <a:pt x="1119" y="183"/>
                  <a:pt x="754" y="548"/>
                </a:cubicBezTo>
                <a:moveTo>
                  <a:pt x="982" y="2945"/>
                </a:moveTo>
                <a:cubicBezTo>
                  <a:pt x="366" y="2351"/>
                  <a:pt x="389" y="1370"/>
                  <a:pt x="1005" y="776"/>
                </a:cubicBezTo>
                <a:lnTo>
                  <a:pt x="1005" y="776"/>
                </a:lnTo>
                <a:cubicBezTo>
                  <a:pt x="1599" y="183"/>
                  <a:pt x="2580" y="183"/>
                  <a:pt x="3174" y="799"/>
                </a:cubicBezTo>
                <a:lnTo>
                  <a:pt x="3174" y="799"/>
                </a:lnTo>
                <a:cubicBezTo>
                  <a:pt x="3767" y="1415"/>
                  <a:pt x="3744" y="2374"/>
                  <a:pt x="3151" y="2967"/>
                </a:cubicBezTo>
                <a:lnTo>
                  <a:pt x="3151" y="2967"/>
                </a:lnTo>
                <a:cubicBezTo>
                  <a:pt x="2854" y="3264"/>
                  <a:pt x="2466" y="3424"/>
                  <a:pt x="2078" y="3424"/>
                </a:cubicBezTo>
                <a:lnTo>
                  <a:pt x="2078" y="3424"/>
                </a:lnTo>
                <a:cubicBezTo>
                  <a:pt x="1667" y="3424"/>
                  <a:pt x="1279" y="3264"/>
                  <a:pt x="982" y="294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48"/>
          <p:cNvSpPr/>
          <p:nvPr/>
        </p:nvSpPr>
        <p:spPr>
          <a:xfrm>
            <a:off x="7978971" y="2509658"/>
            <a:ext cx="88398" cy="84087"/>
          </a:xfrm>
          <a:custGeom>
            <a:avLst/>
            <a:gdLst/>
            <a:ahLst/>
            <a:cxnLst/>
            <a:rect l="l" t="t" r="r" b="b"/>
            <a:pathLst>
              <a:path w="4224" h="4018" extrusionOk="0">
                <a:moveTo>
                  <a:pt x="777" y="548"/>
                </a:moveTo>
                <a:cubicBezTo>
                  <a:pt x="24" y="1278"/>
                  <a:pt x="1" y="2488"/>
                  <a:pt x="754" y="3241"/>
                </a:cubicBezTo>
                <a:lnTo>
                  <a:pt x="754" y="3241"/>
                </a:lnTo>
                <a:cubicBezTo>
                  <a:pt x="1484" y="3995"/>
                  <a:pt x="2694" y="4017"/>
                  <a:pt x="3447" y="3264"/>
                </a:cubicBezTo>
                <a:lnTo>
                  <a:pt x="3447" y="3264"/>
                </a:lnTo>
                <a:cubicBezTo>
                  <a:pt x="4201" y="2534"/>
                  <a:pt x="4223" y="1324"/>
                  <a:pt x="3493" y="571"/>
                </a:cubicBezTo>
                <a:lnTo>
                  <a:pt x="3493" y="571"/>
                </a:lnTo>
                <a:cubicBezTo>
                  <a:pt x="3105" y="183"/>
                  <a:pt x="2603" y="0"/>
                  <a:pt x="2123" y="0"/>
                </a:cubicBezTo>
                <a:lnTo>
                  <a:pt x="2123" y="0"/>
                </a:lnTo>
                <a:cubicBezTo>
                  <a:pt x="1621" y="0"/>
                  <a:pt x="1142" y="183"/>
                  <a:pt x="777" y="548"/>
                </a:cubicBezTo>
                <a:moveTo>
                  <a:pt x="982" y="3013"/>
                </a:moveTo>
                <a:cubicBezTo>
                  <a:pt x="366" y="2397"/>
                  <a:pt x="389" y="1392"/>
                  <a:pt x="1005" y="776"/>
                </a:cubicBezTo>
                <a:lnTo>
                  <a:pt x="1005" y="776"/>
                </a:lnTo>
                <a:cubicBezTo>
                  <a:pt x="1621" y="160"/>
                  <a:pt x="2626" y="183"/>
                  <a:pt x="3242" y="799"/>
                </a:cubicBezTo>
                <a:lnTo>
                  <a:pt x="3242" y="799"/>
                </a:lnTo>
                <a:cubicBezTo>
                  <a:pt x="3858" y="1415"/>
                  <a:pt x="3835" y="2420"/>
                  <a:pt x="3219" y="3036"/>
                </a:cubicBezTo>
                <a:lnTo>
                  <a:pt x="3219" y="3036"/>
                </a:lnTo>
                <a:cubicBezTo>
                  <a:pt x="2922" y="3333"/>
                  <a:pt x="2511" y="3492"/>
                  <a:pt x="2123" y="3492"/>
                </a:cubicBezTo>
                <a:lnTo>
                  <a:pt x="2123" y="3492"/>
                </a:lnTo>
                <a:cubicBezTo>
                  <a:pt x="1713" y="3492"/>
                  <a:pt x="1302" y="3333"/>
                  <a:pt x="982" y="301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48"/>
          <p:cNvSpPr/>
          <p:nvPr/>
        </p:nvSpPr>
        <p:spPr>
          <a:xfrm>
            <a:off x="7535242" y="2029596"/>
            <a:ext cx="267035" cy="215930"/>
          </a:xfrm>
          <a:custGeom>
            <a:avLst/>
            <a:gdLst/>
            <a:ahLst/>
            <a:cxnLst/>
            <a:rect l="l" t="t" r="r" b="b"/>
            <a:pathLst>
              <a:path w="12760" h="10318" extrusionOk="0">
                <a:moveTo>
                  <a:pt x="0" y="229"/>
                </a:moveTo>
                <a:lnTo>
                  <a:pt x="6094" y="6437"/>
                </a:lnTo>
                <a:lnTo>
                  <a:pt x="8742" y="6483"/>
                </a:lnTo>
                <a:lnTo>
                  <a:pt x="12508" y="10318"/>
                </a:lnTo>
                <a:lnTo>
                  <a:pt x="12759" y="10089"/>
                </a:lnTo>
                <a:lnTo>
                  <a:pt x="8902" y="6141"/>
                </a:lnTo>
                <a:lnTo>
                  <a:pt x="6231" y="6118"/>
                </a:lnTo>
                <a:lnTo>
                  <a:pt x="25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8"/>
          <p:cNvSpPr/>
          <p:nvPr/>
        </p:nvSpPr>
        <p:spPr>
          <a:xfrm>
            <a:off x="8276088" y="2393577"/>
            <a:ext cx="431839" cy="186318"/>
          </a:xfrm>
          <a:custGeom>
            <a:avLst/>
            <a:gdLst/>
            <a:ahLst/>
            <a:cxnLst/>
            <a:rect l="l" t="t" r="r" b="b"/>
            <a:pathLst>
              <a:path w="20635" h="8903" extrusionOk="0">
                <a:moveTo>
                  <a:pt x="0" y="229"/>
                </a:moveTo>
                <a:lnTo>
                  <a:pt x="8400" y="8788"/>
                </a:lnTo>
                <a:lnTo>
                  <a:pt x="20634" y="8902"/>
                </a:lnTo>
                <a:lnTo>
                  <a:pt x="20634" y="8583"/>
                </a:lnTo>
                <a:lnTo>
                  <a:pt x="8537" y="8446"/>
                </a:lnTo>
                <a:lnTo>
                  <a:pt x="25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8"/>
          <p:cNvSpPr/>
          <p:nvPr/>
        </p:nvSpPr>
        <p:spPr>
          <a:xfrm>
            <a:off x="7889175" y="2287540"/>
            <a:ext cx="300958" cy="27248"/>
          </a:xfrm>
          <a:custGeom>
            <a:avLst/>
            <a:gdLst/>
            <a:ahLst/>
            <a:cxnLst/>
            <a:rect l="l" t="t" r="r" b="b"/>
            <a:pathLst>
              <a:path w="14381" h="1302" extrusionOk="0">
                <a:moveTo>
                  <a:pt x="1" y="343"/>
                </a:moveTo>
                <a:lnTo>
                  <a:pt x="13331" y="480"/>
                </a:lnTo>
                <a:lnTo>
                  <a:pt x="14129" y="1301"/>
                </a:lnTo>
                <a:lnTo>
                  <a:pt x="14380" y="1073"/>
                </a:lnTo>
                <a:lnTo>
                  <a:pt x="13467" y="137"/>
                </a:lnTo>
                <a:lnTo>
                  <a:pt x="23"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8"/>
          <p:cNvSpPr/>
          <p:nvPr/>
        </p:nvSpPr>
        <p:spPr>
          <a:xfrm>
            <a:off x="8161912" y="2280844"/>
            <a:ext cx="151934" cy="145237"/>
          </a:xfrm>
          <a:custGeom>
            <a:avLst/>
            <a:gdLst/>
            <a:ahLst/>
            <a:cxnLst/>
            <a:rect l="l" t="t" r="r" b="b"/>
            <a:pathLst>
              <a:path w="7260" h="6940" extrusionOk="0">
                <a:moveTo>
                  <a:pt x="1325" y="937"/>
                </a:moveTo>
                <a:cubicBezTo>
                  <a:pt x="24" y="2215"/>
                  <a:pt x="1" y="4315"/>
                  <a:pt x="1279" y="5616"/>
                </a:cubicBezTo>
                <a:lnTo>
                  <a:pt x="1279" y="5616"/>
                </a:lnTo>
                <a:cubicBezTo>
                  <a:pt x="2534" y="6917"/>
                  <a:pt x="4634" y="6940"/>
                  <a:pt x="5935" y="5661"/>
                </a:cubicBezTo>
                <a:lnTo>
                  <a:pt x="5935" y="5661"/>
                </a:lnTo>
                <a:cubicBezTo>
                  <a:pt x="7236" y="4383"/>
                  <a:pt x="7259" y="2306"/>
                  <a:pt x="5981" y="1005"/>
                </a:cubicBezTo>
                <a:lnTo>
                  <a:pt x="5981" y="1005"/>
                </a:lnTo>
                <a:cubicBezTo>
                  <a:pt x="5342" y="343"/>
                  <a:pt x="4497" y="1"/>
                  <a:pt x="3630" y="1"/>
                </a:cubicBezTo>
                <a:lnTo>
                  <a:pt x="3630" y="1"/>
                </a:lnTo>
                <a:cubicBezTo>
                  <a:pt x="2785" y="1"/>
                  <a:pt x="1964" y="320"/>
                  <a:pt x="1325" y="937"/>
                </a:cubicBezTo>
                <a:close/>
                <a:moveTo>
                  <a:pt x="1507" y="5388"/>
                </a:moveTo>
                <a:cubicBezTo>
                  <a:pt x="366" y="4223"/>
                  <a:pt x="389" y="2329"/>
                  <a:pt x="1553" y="1188"/>
                </a:cubicBezTo>
                <a:lnTo>
                  <a:pt x="1553" y="1188"/>
                </a:lnTo>
                <a:cubicBezTo>
                  <a:pt x="2717" y="46"/>
                  <a:pt x="4612" y="69"/>
                  <a:pt x="5753" y="1233"/>
                </a:cubicBezTo>
                <a:lnTo>
                  <a:pt x="5753" y="1233"/>
                </a:lnTo>
                <a:cubicBezTo>
                  <a:pt x="6894" y="2397"/>
                  <a:pt x="6871" y="4292"/>
                  <a:pt x="5707" y="5433"/>
                </a:cubicBezTo>
                <a:lnTo>
                  <a:pt x="5707" y="5433"/>
                </a:lnTo>
                <a:cubicBezTo>
                  <a:pt x="5136" y="6004"/>
                  <a:pt x="4383" y="6278"/>
                  <a:pt x="3630" y="6278"/>
                </a:cubicBezTo>
                <a:lnTo>
                  <a:pt x="3630" y="6278"/>
                </a:lnTo>
                <a:cubicBezTo>
                  <a:pt x="2854" y="6278"/>
                  <a:pt x="2078" y="5981"/>
                  <a:pt x="1507" y="538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48"/>
          <p:cNvSpPr/>
          <p:nvPr/>
        </p:nvSpPr>
        <p:spPr>
          <a:xfrm>
            <a:off x="8459489" y="2279902"/>
            <a:ext cx="151934" cy="145237"/>
          </a:xfrm>
          <a:custGeom>
            <a:avLst/>
            <a:gdLst/>
            <a:ahLst/>
            <a:cxnLst/>
            <a:rect l="l" t="t" r="r" b="b"/>
            <a:pathLst>
              <a:path w="7260" h="6940" extrusionOk="0">
                <a:moveTo>
                  <a:pt x="1325" y="936"/>
                </a:moveTo>
                <a:cubicBezTo>
                  <a:pt x="24" y="2214"/>
                  <a:pt x="1" y="4314"/>
                  <a:pt x="1279" y="5615"/>
                </a:cubicBezTo>
                <a:lnTo>
                  <a:pt x="1279" y="5615"/>
                </a:lnTo>
                <a:cubicBezTo>
                  <a:pt x="2535" y="6916"/>
                  <a:pt x="4635" y="6939"/>
                  <a:pt x="5936" y="5661"/>
                </a:cubicBezTo>
                <a:lnTo>
                  <a:pt x="5936" y="5661"/>
                </a:lnTo>
                <a:cubicBezTo>
                  <a:pt x="7237" y="4383"/>
                  <a:pt x="7259" y="2306"/>
                  <a:pt x="5981" y="1004"/>
                </a:cubicBezTo>
                <a:lnTo>
                  <a:pt x="5981" y="1004"/>
                </a:lnTo>
                <a:cubicBezTo>
                  <a:pt x="5342" y="343"/>
                  <a:pt x="4498" y="0"/>
                  <a:pt x="3630" y="0"/>
                </a:cubicBezTo>
                <a:lnTo>
                  <a:pt x="3630" y="0"/>
                </a:lnTo>
                <a:cubicBezTo>
                  <a:pt x="2786" y="0"/>
                  <a:pt x="1964" y="320"/>
                  <a:pt x="1325" y="936"/>
                </a:cubicBezTo>
                <a:moveTo>
                  <a:pt x="1507" y="5387"/>
                </a:moveTo>
                <a:cubicBezTo>
                  <a:pt x="366" y="4223"/>
                  <a:pt x="389" y="2328"/>
                  <a:pt x="1553" y="1187"/>
                </a:cubicBezTo>
                <a:lnTo>
                  <a:pt x="1553" y="1187"/>
                </a:lnTo>
                <a:cubicBezTo>
                  <a:pt x="2717" y="46"/>
                  <a:pt x="4612" y="69"/>
                  <a:pt x="5753" y="1233"/>
                </a:cubicBezTo>
                <a:lnTo>
                  <a:pt x="5753" y="1233"/>
                </a:lnTo>
                <a:cubicBezTo>
                  <a:pt x="6894" y="2397"/>
                  <a:pt x="6871" y="4291"/>
                  <a:pt x="5707" y="5433"/>
                </a:cubicBezTo>
                <a:lnTo>
                  <a:pt x="5707" y="5433"/>
                </a:lnTo>
                <a:cubicBezTo>
                  <a:pt x="5137" y="6003"/>
                  <a:pt x="4383" y="6277"/>
                  <a:pt x="3630" y="6277"/>
                </a:cubicBezTo>
                <a:lnTo>
                  <a:pt x="3630" y="6277"/>
                </a:lnTo>
                <a:cubicBezTo>
                  <a:pt x="2854" y="6277"/>
                  <a:pt x="2101" y="5980"/>
                  <a:pt x="1507" y="538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48"/>
          <p:cNvSpPr/>
          <p:nvPr/>
        </p:nvSpPr>
        <p:spPr>
          <a:xfrm>
            <a:off x="8670137" y="2546426"/>
            <a:ext cx="151934" cy="145237"/>
          </a:xfrm>
          <a:custGeom>
            <a:avLst/>
            <a:gdLst/>
            <a:ahLst/>
            <a:cxnLst/>
            <a:rect l="l" t="t" r="r" b="b"/>
            <a:pathLst>
              <a:path w="7260" h="6940" extrusionOk="0">
                <a:moveTo>
                  <a:pt x="1325" y="936"/>
                </a:moveTo>
                <a:cubicBezTo>
                  <a:pt x="1" y="2215"/>
                  <a:pt x="1" y="4315"/>
                  <a:pt x="1256" y="5616"/>
                </a:cubicBezTo>
                <a:lnTo>
                  <a:pt x="1256" y="5616"/>
                </a:lnTo>
                <a:cubicBezTo>
                  <a:pt x="2535" y="6917"/>
                  <a:pt x="4634" y="6940"/>
                  <a:pt x="5936" y="5661"/>
                </a:cubicBezTo>
                <a:lnTo>
                  <a:pt x="5936" y="5661"/>
                </a:lnTo>
                <a:cubicBezTo>
                  <a:pt x="7237" y="4383"/>
                  <a:pt x="7259" y="2283"/>
                  <a:pt x="5981" y="982"/>
                </a:cubicBezTo>
                <a:lnTo>
                  <a:pt x="5981" y="982"/>
                </a:lnTo>
                <a:cubicBezTo>
                  <a:pt x="5342" y="320"/>
                  <a:pt x="4475" y="1"/>
                  <a:pt x="3630" y="1"/>
                </a:cubicBezTo>
                <a:lnTo>
                  <a:pt x="3630" y="1"/>
                </a:lnTo>
                <a:cubicBezTo>
                  <a:pt x="2786" y="1"/>
                  <a:pt x="1964" y="320"/>
                  <a:pt x="1325" y="936"/>
                </a:cubicBezTo>
                <a:close/>
                <a:moveTo>
                  <a:pt x="1507" y="5387"/>
                </a:moveTo>
                <a:cubicBezTo>
                  <a:pt x="366" y="4200"/>
                  <a:pt x="366" y="2329"/>
                  <a:pt x="1553" y="1188"/>
                </a:cubicBezTo>
                <a:lnTo>
                  <a:pt x="1553" y="1188"/>
                </a:lnTo>
                <a:cubicBezTo>
                  <a:pt x="2717" y="23"/>
                  <a:pt x="4612" y="46"/>
                  <a:pt x="5753" y="1210"/>
                </a:cubicBezTo>
                <a:lnTo>
                  <a:pt x="5753" y="1210"/>
                </a:lnTo>
                <a:cubicBezTo>
                  <a:pt x="6894" y="2397"/>
                  <a:pt x="6871" y="4269"/>
                  <a:pt x="5707" y="5410"/>
                </a:cubicBezTo>
                <a:lnTo>
                  <a:pt x="5707" y="5410"/>
                </a:lnTo>
                <a:cubicBezTo>
                  <a:pt x="5137" y="5981"/>
                  <a:pt x="4383" y="6278"/>
                  <a:pt x="3630" y="6278"/>
                </a:cubicBezTo>
                <a:lnTo>
                  <a:pt x="3630" y="6278"/>
                </a:lnTo>
                <a:cubicBezTo>
                  <a:pt x="2854" y="6278"/>
                  <a:pt x="2078" y="5981"/>
                  <a:pt x="1507" y="5387"/>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8"/>
          <p:cNvSpPr/>
          <p:nvPr/>
        </p:nvSpPr>
        <p:spPr>
          <a:xfrm>
            <a:off x="7753047" y="2223525"/>
            <a:ext cx="152394" cy="145237"/>
          </a:xfrm>
          <a:custGeom>
            <a:avLst/>
            <a:gdLst/>
            <a:ahLst/>
            <a:cxnLst/>
            <a:rect l="l" t="t" r="r" b="b"/>
            <a:pathLst>
              <a:path w="7282" h="6940" extrusionOk="0">
                <a:moveTo>
                  <a:pt x="1324" y="937"/>
                </a:moveTo>
                <a:cubicBezTo>
                  <a:pt x="23" y="2215"/>
                  <a:pt x="0" y="4315"/>
                  <a:pt x="1279" y="5616"/>
                </a:cubicBezTo>
                <a:lnTo>
                  <a:pt x="1279" y="5616"/>
                </a:lnTo>
                <a:cubicBezTo>
                  <a:pt x="2557" y="6917"/>
                  <a:pt x="4657" y="6940"/>
                  <a:pt x="5958" y="5661"/>
                </a:cubicBezTo>
                <a:lnTo>
                  <a:pt x="5958" y="5661"/>
                </a:lnTo>
                <a:cubicBezTo>
                  <a:pt x="7259" y="4383"/>
                  <a:pt x="7282" y="2283"/>
                  <a:pt x="6003" y="982"/>
                </a:cubicBezTo>
                <a:lnTo>
                  <a:pt x="6003" y="982"/>
                </a:lnTo>
                <a:cubicBezTo>
                  <a:pt x="5341" y="320"/>
                  <a:pt x="4497" y="1"/>
                  <a:pt x="3630" y="1"/>
                </a:cubicBezTo>
                <a:lnTo>
                  <a:pt x="3630" y="1"/>
                </a:lnTo>
                <a:cubicBezTo>
                  <a:pt x="2808" y="1"/>
                  <a:pt x="1963" y="298"/>
                  <a:pt x="1324" y="937"/>
                </a:cubicBezTo>
                <a:moveTo>
                  <a:pt x="1507" y="5365"/>
                </a:moveTo>
                <a:cubicBezTo>
                  <a:pt x="366" y="4201"/>
                  <a:pt x="388" y="2329"/>
                  <a:pt x="1552" y="1165"/>
                </a:cubicBezTo>
                <a:lnTo>
                  <a:pt x="1552" y="1165"/>
                </a:lnTo>
                <a:cubicBezTo>
                  <a:pt x="2739" y="24"/>
                  <a:pt x="4611" y="46"/>
                  <a:pt x="5752" y="1211"/>
                </a:cubicBezTo>
                <a:lnTo>
                  <a:pt x="5752" y="1211"/>
                </a:lnTo>
                <a:cubicBezTo>
                  <a:pt x="6916" y="2397"/>
                  <a:pt x="6894" y="4269"/>
                  <a:pt x="5707" y="5410"/>
                </a:cubicBezTo>
                <a:lnTo>
                  <a:pt x="5707" y="5410"/>
                </a:lnTo>
                <a:cubicBezTo>
                  <a:pt x="5136" y="5981"/>
                  <a:pt x="4383" y="6255"/>
                  <a:pt x="3630" y="6255"/>
                </a:cubicBezTo>
                <a:lnTo>
                  <a:pt x="3630" y="6255"/>
                </a:lnTo>
                <a:cubicBezTo>
                  <a:pt x="2876" y="6255"/>
                  <a:pt x="2100" y="5958"/>
                  <a:pt x="1507" y="536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8"/>
          <p:cNvSpPr/>
          <p:nvPr/>
        </p:nvSpPr>
        <p:spPr>
          <a:xfrm>
            <a:off x="8362536" y="2486722"/>
            <a:ext cx="162439" cy="337268"/>
          </a:xfrm>
          <a:custGeom>
            <a:avLst/>
            <a:gdLst/>
            <a:ahLst/>
            <a:cxnLst/>
            <a:rect l="l" t="t" r="r" b="b"/>
            <a:pathLst>
              <a:path w="7762" h="16116" extrusionOk="0">
                <a:moveTo>
                  <a:pt x="0" y="8355"/>
                </a:moveTo>
                <a:lnTo>
                  <a:pt x="0" y="8423"/>
                </a:lnTo>
                <a:lnTo>
                  <a:pt x="7510" y="16115"/>
                </a:lnTo>
                <a:lnTo>
                  <a:pt x="7761" y="15887"/>
                </a:lnTo>
                <a:lnTo>
                  <a:pt x="320" y="8309"/>
                </a:lnTo>
                <a:lnTo>
                  <a:pt x="411" y="0"/>
                </a:lnTo>
                <a:lnTo>
                  <a:pt x="6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48"/>
          <p:cNvSpPr/>
          <p:nvPr/>
        </p:nvSpPr>
        <p:spPr>
          <a:xfrm>
            <a:off x="8411253" y="2535440"/>
            <a:ext cx="345869" cy="242215"/>
          </a:xfrm>
          <a:custGeom>
            <a:avLst/>
            <a:gdLst/>
            <a:ahLst/>
            <a:cxnLst/>
            <a:rect l="l" t="t" r="r" b="b"/>
            <a:pathLst>
              <a:path w="16527" h="11574" extrusionOk="0">
                <a:moveTo>
                  <a:pt x="1" y="4223"/>
                </a:moveTo>
                <a:lnTo>
                  <a:pt x="2032" y="6300"/>
                </a:lnTo>
                <a:lnTo>
                  <a:pt x="11231" y="6392"/>
                </a:lnTo>
                <a:lnTo>
                  <a:pt x="16298" y="11573"/>
                </a:lnTo>
                <a:lnTo>
                  <a:pt x="16526" y="11345"/>
                </a:lnTo>
                <a:lnTo>
                  <a:pt x="11368" y="6049"/>
                </a:lnTo>
                <a:lnTo>
                  <a:pt x="2169" y="5958"/>
                </a:lnTo>
                <a:lnTo>
                  <a:pt x="343" y="4086"/>
                </a:lnTo>
                <a:lnTo>
                  <a:pt x="389" y="1"/>
                </a:lnTo>
                <a:lnTo>
                  <a:pt x="46"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8"/>
          <p:cNvSpPr/>
          <p:nvPr/>
        </p:nvSpPr>
        <p:spPr>
          <a:xfrm>
            <a:off x="8400748" y="2694023"/>
            <a:ext cx="389796" cy="156224"/>
          </a:xfrm>
          <a:custGeom>
            <a:avLst/>
            <a:gdLst/>
            <a:ahLst/>
            <a:cxnLst/>
            <a:rect l="l" t="t" r="r" b="b"/>
            <a:pathLst>
              <a:path w="18626" h="7465" extrusionOk="0">
                <a:moveTo>
                  <a:pt x="0" y="320"/>
                </a:moveTo>
                <a:lnTo>
                  <a:pt x="11527" y="457"/>
                </a:lnTo>
                <a:lnTo>
                  <a:pt x="18375" y="7465"/>
                </a:lnTo>
                <a:lnTo>
                  <a:pt x="18626" y="7213"/>
                </a:lnTo>
                <a:lnTo>
                  <a:pt x="11664" y="115"/>
                </a:lnTo>
                <a:lnTo>
                  <a:pt x="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8"/>
          <p:cNvSpPr/>
          <p:nvPr/>
        </p:nvSpPr>
        <p:spPr>
          <a:xfrm>
            <a:off x="8439442" y="2733198"/>
            <a:ext cx="264168" cy="137577"/>
          </a:xfrm>
          <a:custGeom>
            <a:avLst/>
            <a:gdLst/>
            <a:ahLst/>
            <a:cxnLst/>
            <a:rect l="l" t="t" r="r" b="b"/>
            <a:pathLst>
              <a:path w="12623" h="6574" extrusionOk="0">
                <a:moveTo>
                  <a:pt x="0" y="0"/>
                </a:moveTo>
                <a:lnTo>
                  <a:pt x="0" y="343"/>
                </a:lnTo>
                <a:cubicBezTo>
                  <a:pt x="3401" y="320"/>
                  <a:pt x="8537" y="320"/>
                  <a:pt x="9062" y="411"/>
                </a:cubicBezTo>
                <a:lnTo>
                  <a:pt x="9062" y="411"/>
                </a:lnTo>
                <a:lnTo>
                  <a:pt x="12303" y="3721"/>
                </a:lnTo>
                <a:lnTo>
                  <a:pt x="12257" y="6574"/>
                </a:lnTo>
                <a:lnTo>
                  <a:pt x="12600" y="6574"/>
                </a:lnTo>
                <a:lnTo>
                  <a:pt x="12623" y="3584"/>
                </a:lnTo>
                <a:lnTo>
                  <a:pt x="9267" y="160"/>
                </a:lnTo>
                <a:cubicBezTo>
                  <a:pt x="9222" y="92"/>
                  <a:pt x="9108" y="0"/>
                  <a:pt x="3698" y="0"/>
                </a:cubicBezTo>
                <a:lnTo>
                  <a:pt x="3698" y="0"/>
                </a:lnTo>
                <a:cubicBezTo>
                  <a:pt x="2671" y="0"/>
                  <a:pt x="1461" y="0"/>
                  <a:pt x="0" y="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8"/>
          <p:cNvSpPr/>
          <p:nvPr/>
        </p:nvSpPr>
        <p:spPr>
          <a:xfrm>
            <a:off x="7594465" y="1948400"/>
            <a:ext cx="906161" cy="348255"/>
          </a:xfrm>
          <a:custGeom>
            <a:avLst/>
            <a:gdLst/>
            <a:ahLst/>
            <a:cxnLst/>
            <a:rect l="l" t="t" r="r" b="b"/>
            <a:pathLst>
              <a:path w="43300" h="16641" extrusionOk="0">
                <a:moveTo>
                  <a:pt x="0" y="229"/>
                </a:moveTo>
                <a:lnTo>
                  <a:pt x="2922" y="3196"/>
                </a:lnTo>
                <a:lnTo>
                  <a:pt x="4794" y="3219"/>
                </a:lnTo>
                <a:lnTo>
                  <a:pt x="6734" y="1324"/>
                </a:lnTo>
                <a:lnTo>
                  <a:pt x="11961" y="1370"/>
                </a:lnTo>
                <a:lnTo>
                  <a:pt x="16001" y="5501"/>
                </a:lnTo>
                <a:lnTo>
                  <a:pt x="32321" y="5684"/>
                </a:lnTo>
                <a:lnTo>
                  <a:pt x="43049" y="16640"/>
                </a:lnTo>
                <a:lnTo>
                  <a:pt x="43300" y="16389"/>
                </a:lnTo>
                <a:lnTo>
                  <a:pt x="32458" y="5342"/>
                </a:lnTo>
                <a:lnTo>
                  <a:pt x="16138" y="5182"/>
                </a:lnTo>
                <a:lnTo>
                  <a:pt x="12098" y="1050"/>
                </a:lnTo>
                <a:lnTo>
                  <a:pt x="6665" y="982"/>
                </a:lnTo>
                <a:lnTo>
                  <a:pt x="6597" y="982"/>
                </a:lnTo>
                <a:lnTo>
                  <a:pt x="4657" y="2876"/>
                </a:lnTo>
                <a:lnTo>
                  <a:pt x="3059" y="2876"/>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8"/>
          <p:cNvSpPr/>
          <p:nvPr/>
        </p:nvSpPr>
        <p:spPr>
          <a:xfrm>
            <a:off x="7775962" y="1885829"/>
            <a:ext cx="281852" cy="91244"/>
          </a:xfrm>
          <a:custGeom>
            <a:avLst/>
            <a:gdLst/>
            <a:ahLst/>
            <a:cxnLst/>
            <a:rect l="l" t="t" r="r" b="b"/>
            <a:pathLst>
              <a:path w="13468" h="4360" extrusionOk="0">
                <a:moveTo>
                  <a:pt x="1" y="4132"/>
                </a:moveTo>
                <a:lnTo>
                  <a:pt x="229" y="4360"/>
                </a:lnTo>
                <a:lnTo>
                  <a:pt x="4338" y="320"/>
                </a:lnTo>
                <a:lnTo>
                  <a:pt x="11345" y="411"/>
                </a:lnTo>
                <a:lnTo>
                  <a:pt x="13217" y="2306"/>
                </a:lnTo>
                <a:lnTo>
                  <a:pt x="13468" y="2077"/>
                </a:lnTo>
                <a:lnTo>
                  <a:pt x="11505" y="69"/>
                </a:lnTo>
                <a:lnTo>
                  <a:pt x="4269" y="0"/>
                </a:lnTo>
                <a:lnTo>
                  <a:pt x="420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8"/>
          <p:cNvSpPr/>
          <p:nvPr/>
        </p:nvSpPr>
        <p:spPr>
          <a:xfrm>
            <a:off x="8582266" y="2390228"/>
            <a:ext cx="294743" cy="100347"/>
          </a:xfrm>
          <a:custGeom>
            <a:avLst/>
            <a:gdLst/>
            <a:ahLst/>
            <a:cxnLst/>
            <a:rect l="l" t="t" r="r" b="b"/>
            <a:pathLst>
              <a:path w="14084" h="4795" extrusionOk="0">
                <a:moveTo>
                  <a:pt x="0" y="252"/>
                </a:moveTo>
                <a:lnTo>
                  <a:pt x="4360" y="4703"/>
                </a:lnTo>
                <a:lnTo>
                  <a:pt x="14083" y="4794"/>
                </a:lnTo>
                <a:lnTo>
                  <a:pt x="14083" y="4475"/>
                </a:lnTo>
                <a:lnTo>
                  <a:pt x="4497" y="4360"/>
                </a:lnTo>
                <a:lnTo>
                  <a:pt x="22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8"/>
          <p:cNvSpPr/>
          <p:nvPr/>
        </p:nvSpPr>
        <p:spPr>
          <a:xfrm>
            <a:off x="8383547" y="2116066"/>
            <a:ext cx="307174" cy="305730"/>
          </a:xfrm>
          <a:custGeom>
            <a:avLst/>
            <a:gdLst/>
            <a:ahLst/>
            <a:cxnLst/>
            <a:rect l="l" t="t" r="r" b="b"/>
            <a:pathLst>
              <a:path w="14678" h="14609" extrusionOk="0">
                <a:moveTo>
                  <a:pt x="1" y="228"/>
                </a:moveTo>
                <a:lnTo>
                  <a:pt x="5753" y="6094"/>
                </a:lnTo>
                <a:lnTo>
                  <a:pt x="8309" y="6117"/>
                </a:lnTo>
                <a:lnTo>
                  <a:pt x="11893" y="9792"/>
                </a:lnTo>
                <a:lnTo>
                  <a:pt x="11870" y="13239"/>
                </a:lnTo>
                <a:lnTo>
                  <a:pt x="13194" y="14608"/>
                </a:lnTo>
                <a:lnTo>
                  <a:pt x="14677" y="14608"/>
                </a:lnTo>
                <a:lnTo>
                  <a:pt x="14677" y="14289"/>
                </a:lnTo>
                <a:lnTo>
                  <a:pt x="13331" y="14266"/>
                </a:lnTo>
                <a:lnTo>
                  <a:pt x="12189" y="13102"/>
                </a:lnTo>
                <a:lnTo>
                  <a:pt x="12235" y="9655"/>
                </a:lnTo>
                <a:lnTo>
                  <a:pt x="8446" y="5798"/>
                </a:lnTo>
                <a:lnTo>
                  <a:pt x="5913" y="5775"/>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8"/>
          <p:cNvSpPr/>
          <p:nvPr/>
        </p:nvSpPr>
        <p:spPr>
          <a:xfrm>
            <a:off x="8329095" y="2117008"/>
            <a:ext cx="482002" cy="198748"/>
          </a:xfrm>
          <a:custGeom>
            <a:avLst/>
            <a:gdLst/>
            <a:ahLst/>
            <a:cxnLst/>
            <a:rect l="l" t="t" r="r" b="b"/>
            <a:pathLst>
              <a:path w="23032" h="9497" extrusionOk="0">
                <a:moveTo>
                  <a:pt x="1" y="343"/>
                </a:moveTo>
                <a:lnTo>
                  <a:pt x="8560" y="434"/>
                </a:lnTo>
                <a:lnTo>
                  <a:pt x="17371" y="9428"/>
                </a:lnTo>
                <a:lnTo>
                  <a:pt x="23031" y="9496"/>
                </a:lnTo>
                <a:lnTo>
                  <a:pt x="23031" y="9154"/>
                </a:lnTo>
                <a:lnTo>
                  <a:pt x="17530" y="9085"/>
                </a:lnTo>
                <a:lnTo>
                  <a:pt x="8697" y="92"/>
                </a:lnTo>
                <a:lnTo>
                  <a:pt x="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8"/>
          <p:cNvSpPr/>
          <p:nvPr/>
        </p:nvSpPr>
        <p:spPr>
          <a:xfrm>
            <a:off x="8603277" y="2214464"/>
            <a:ext cx="89821" cy="8601"/>
          </a:xfrm>
          <a:custGeom>
            <a:avLst/>
            <a:gdLst/>
            <a:ahLst/>
            <a:cxnLst/>
            <a:rect l="l" t="t" r="r" b="b"/>
            <a:pathLst>
              <a:path w="4292" h="411" extrusionOk="0">
                <a:moveTo>
                  <a:pt x="0" y="69"/>
                </a:moveTo>
                <a:lnTo>
                  <a:pt x="137" y="206"/>
                </a:lnTo>
                <a:lnTo>
                  <a:pt x="160" y="365"/>
                </a:lnTo>
                <a:cubicBezTo>
                  <a:pt x="343" y="320"/>
                  <a:pt x="2785" y="365"/>
                  <a:pt x="4292" y="411"/>
                </a:cubicBezTo>
                <a:lnTo>
                  <a:pt x="4292" y="411"/>
                </a:lnTo>
                <a:lnTo>
                  <a:pt x="4292" y="69"/>
                </a:lnTo>
                <a:cubicBezTo>
                  <a:pt x="2466" y="23"/>
                  <a:pt x="1416" y="0"/>
                  <a:pt x="822" y="0"/>
                </a:cubicBezTo>
                <a:lnTo>
                  <a:pt x="822" y="0"/>
                </a:lnTo>
                <a:cubicBezTo>
                  <a:pt x="69" y="0"/>
                  <a:pt x="46" y="46"/>
                  <a:pt x="0" y="6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8"/>
          <p:cNvSpPr/>
          <p:nvPr/>
        </p:nvSpPr>
        <p:spPr>
          <a:xfrm>
            <a:off x="8507265" y="2073543"/>
            <a:ext cx="150008" cy="51126"/>
          </a:xfrm>
          <a:custGeom>
            <a:avLst/>
            <a:gdLst/>
            <a:ahLst/>
            <a:cxnLst/>
            <a:rect l="l" t="t" r="r" b="b"/>
            <a:pathLst>
              <a:path w="7168" h="2443" extrusionOk="0">
                <a:moveTo>
                  <a:pt x="1" y="2215"/>
                </a:moveTo>
                <a:lnTo>
                  <a:pt x="229" y="2443"/>
                </a:lnTo>
                <a:lnTo>
                  <a:pt x="2374" y="343"/>
                </a:lnTo>
                <a:lnTo>
                  <a:pt x="7145" y="389"/>
                </a:lnTo>
                <a:lnTo>
                  <a:pt x="7168" y="46"/>
                </a:lnTo>
                <a:lnTo>
                  <a:pt x="226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8"/>
          <p:cNvSpPr/>
          <p:nvPr/>
        </p:nvSpPr>
        <p:spPr>
          <a:xfrm>
            <a:off x="8758992" y="2078795"/>
            <a:ext cx="45873" cy="7199"/>
          </a:xfrm>
          <a:custGeom>
            <a:avLst/>
            <a:gdLst/>
            <a:ahLst/>
            <a:cxnLst/>
            <a:rect l="l" t="t" r="r" b="b"/>
            <a:pathLst>
              <a:path w="2192" h="344" extrusionOk="0">
                <a:moveTo>
                  <a:pt x="0" y="320"/>
                </a:moveTo>
                <a:lnTo>
                  <a:pt x="2169" y="343"/>
                </a:lnTo>
                <a:lnTo>
                  <a:pt x="2192" y="24"/>
                </a:lnTo>
                <a:lnTo>
                  <a:pt x="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8"/>
          <p:cNvSpPr/>
          <p:nvPr/>
        </p:nvSpPr>
        <p:spPr>
          <a:xfrm>
            <a:off x="8124181" y="1919270"/>
            <a:ext cx="216411" cy="148564"/>
          </a:xfrm>
          <a:custGeom>
            <a:avLst/>
            <a:gdLst/>
            <a:ahLst/>
            <a:cxnLst/>
            <a:rect l="l" t="t" r="r" b="b"/>
            <a:pathLst>
              <a:path w="10341" h="7099" extrusionOk="0">
                <a:moveTo>
                  <a:pt x="4908" y="5090"/>
                </a:moveTo>
                <a:lnTo>
                  <a:pt x="1849" y="5044"/>
                </a:lnTo>
                <a:lnTo>
                  <a:pt x="1" y="6870"/>
                </a:lnTo>
                <a:lnTo>
                  <a:pt x="229" y="7099"/>
                </a:lnTo>
                <a:lnTo>
                  <a:pt x="1986" y="5387"/>
                </a:lnTo>
                <a:lnTo>
                  <a:pt x="5045" y="5410"/>
                </a:lnTo>
                <a:lnTo>
                  <a:pt x="10340" y="228"/>
                </a:lnTo>
                <a:lnTo>
                  <a:pt x="1011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8"/>
          <p:cNvSpPr/>
          <p:nvPr/>
        </p:nvSpPr>
        <p:spPr>
          <a:xfrm>
            <a:off x="8269873" y="1914478"/>
            <a:ext cx="231688" cy="151934"/>
          </a:xfrm>
          <a:custGeom>
            <a:avLst/>
            <a:gdLst/>
            <a:ahLst/>
            <a:cxnLst/>
            <a:rect l="l" t="t" r="r" b="b"/>
            <a:pathLst>
              <a:path w="11071" h="7260" extrusionOk="0">
                <a:moveTo>
                  <a:pt x="5821" y="4908"/>
                </a:moveTo>
                <a:lnTo>
                  <a:pt x="2192" y="4885"/>
                </a:lnTo>
                <a:lnTo>
                  <a:pt x="0" y="7008"/>
                </a:lnTo>
                <a:lnTo>
                  <a:pt x="251" y="7259"/>
                </a:lnTo>
                <a:lnTo>
                  <a:pt x="2329" y="5205"/>
                </a:lnTo>
                <a:lnTo>
                  <a:pt x="5958" y="5251"/>
                </a:lnTo>
                <a:lnTo>
                  <a:pt x="11071" y="252"/>
                </a:lnTo>
                <a:lnTo>
                  <a:pt x="1084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8"/>
          <p:cNvSpPr/>
          <p:nvPr/>
        </p:nvSpPr>
        <p:spPr>
          <a:xfrm>
            <a:off x="8299484" y="1958905"/>
            <a:ext cx="358279" cy="136154"/>
          </a:xfrm>
          <a:custGeom>
            <a:avLst/>
            <a:gdLst/>
            <a:ahLst/>
            <a:cxnLst/>
            <a:rect l="l" t="t" r="r" b="b"/>
            <a:pathLst>
              <a:path w="17120" h="6506" extrusionOk="0">
                <a:moveTo>
                  <a:pt x="15818" y="1051"/>
                </a:moveTo>
                <a:lnTo>
                  <a:pt x="10363" y="1005"/>
                </a:lnTo>
                <a:lnTo>
                  <a:pt x="10295" y="1005"/>
                </a:lnTo>
                <a:lnTo>
                  <a:pt x="6802" y="4406"/>
                </a:lnTo>
                <a:lnTo>
                  <a:pt x="1963" y="4360"/>
                </a:lnTo>
                <a:lnTo>
                  <a:pt x="0" y="6278"/>
                </a:lnTo>
                <a:lnTo>
                  <a:pt x="229" y="6506"/>
                </a:lnTo>
                <a:lnTo>
                  <a:pt x="2100" y="4703"/>
                </a:lnTo>
                <a:lnTo>
                  <a:pt x="6939" y="4748"/>
                </a:lnTo>
                <a:lnTo>
                  <a:pt x="10432" y="1347"/>
                </a:lnTo>
                <a:lnTo>
                  <a:pt x="15887" y="1393"/>
                </a:lnTo>
                <a:lnTo>
                  <a:pt x="15955" y="1393"/>
                </a:lnTo>
                <a:lnTo>
                  <a:pt x="17119" y="252"/>
                </a:lnTo>
                <a:lnTo>
                  <a:pt x="1689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8"/>
          <p:cNvSpPr/>
          <p:nvPr/>
        </p:nvSpPr>
        <p:spPr>
          <a:xfrm>
            <a:off x="8569354" y="1744447"/>
            <a:ext cx="207329" cy="103675"/>
          </a:xfrm>
          <a:custGeom>
            <a:avLst/>
            <a:gdLst/>
            <a:ahLst/>
            <a:cxnLst/>
            <a:rect l="l" t="t" r="r" b="b"/>
            <a:pathLst>
              <a:path w="9907" h="4954" extrusionOk="0">
                <a:moveTo>
                  <a:pt x="1" y="251"/>
                </a:moveTo>
                <a:lnTo>
                  <a:pt x="2671" y="2967"/>
                </a:lnTo>
                <a:lnTo>
                  <a:pt x="7784" y="3036"/>
                </a:lnTo>
                <a:lnTo>
                  <a:pt x="9656" y="4953"/>
                </a:lnTo>
                <a:lnTo>
                  <a:pt x="9907" y="4702"/>
                </a:lnTo>
                <a:lnTo>
                  <a:pt x="7921" y="2693"/>
                </a:lnTo>
                <a:lnTo>
                  <a:pt x="2808" y="2648"/>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8"/>
          <p:cNvSpPr/>
          <p:nvPr/>
        </p:nvSpPr>
        <p:spPr>
          <a:xfrm>
            <a:off x="1049210" y="1543417"/>
            <a:ext cx="863657" cy="121359"/>
          </a:xfrm>
          <a:custGeom>
            <a:avLst/>
            <a:gdLst/>
            <a:ahLst/>
            <a:cxnLst/>
            <a:rect l="l" t="t" r="r" b="b"/>
            <a:pathLst>
              <a:path w="41269" h="5799" extrusionOk="0">
                <a:moveTo>
                  <a:pt x="17325" y="4406"/>
                </a:moveTo>
                <a:lnTo>
                  <a:pt x="8126" y="4315"/>
                </a:lnTo>
                <a:lnTo>
                  <a:pt x="5753" y="1895"/>
                </a:lnTo>
                <a:lnTo>
                  <a:pt x="2899" y="1872"/>
                </a:lnTo>
                <a:lnTo>
                  <a:pt x="1" y="4703"/>
                </a:lnTo>
                <a:lnTo>
                  <a:pt x="229" y="4931"/>
                </a:lnTo>
                <a:lnTo>
                  <a:pt x="3036" y="2192"/>
                </a:lnTo>
                <a:lnTo>
                  <a:pt x="5616" y="2238"/>
                </a:lnTo>
                <a:lnTo>
                  <a:pt x="7989" y="4657"/>
                </a:lnTo>
                <a:lnTo>
                  <a:pt x="17393" y="4748"/>
                </a:lnTo>
                <a:lnTo>
                  <a:pt x="17462" y="4748"/>
                </a:lnTo>
                <a:lnTo>
                  <a:pt x="21981" y="320"/>
                </a:lnTo>
                <a:lnTo>
                  <a:pt x="29400" y="412"/>
                </a:lnTo>
                <a:lnTo>
                  <a:pt x="34604" y="5730"/>
                </a:lnTo>
                <a:lnTo>
                  <a:pt x="41269" y="5798"/>
                </a:lnTo>
                <a:lnTo>
                  <a:pt x="41269" y="5456"/>
                </a:lnTo>
                <a:lnTo>
                  <a:pt x="34764" y="5387"/>
                </a:lnTo>
                <a:lnTo>
                  <a:pt x="29537" y="69"/>
                </a:lnTo>
                <a:lnTo>
                  <a:pt x="21913" y="1"/>
                </a:lnTo>
                <a:lnTo>
                  <a:pt x="2184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8"/>
          <p:cNvSpPr/>
          <p:nvPr/>
        </p:nvSpPr>
        <p:spPr>
          <a:xfrm>
            <a:off x="2035568" y="1648511"/>
            <a:ext cx="53533" cy="7659"/>
          </a:xfrm>
          <a:custGeom>
            <a:avLst/>
            <a:gdLst/>
            <a:ahLst/>
            <a:cxnLst/>
            <a:rect l="l" t="t" r="r" b="b"/>
            <a:pathLst>
              <a:path w="2558" h="366" extrusionOk="0">
                <a:moveTo>
                  <a:pt x="1" y="320"/>
                </a:moveTo>
                <a:lnTo>
                  <a:pt x="2557" y="365"/>
                </a:lnTo>
                <a:lnTo>
                  <a:pt x="2557" y="23"/>
                </a:lnTo>
                <a:lnTo>
                  <a:pt x="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8"/>
          <p:cNvSpPr/>
          <p:nvPr/>
        </p:nvSpPr>
        <p:spPr>
          <a:xfrm>
            <a:off x="1264629" y="1635139"/>
            <a:ext cx="281370" cy="94111"/>
          </a:xfrm>
          <a:custGeom>
            <a:avLst/>
            <a:gdLst/>
            <a:ahLst/>
            <a:cxnLst/>
            <a:rect l="l" t="t" r="r" b="b"/>
            <a:pathLst>
              <a:path w="13445" h="4497" extrusionOk="0">
                <a:moveTo>
                  <a:pt x="1" y="251"/>
                </a:moveTo>
                <a:lnTo>
                  <a:pt x="4064" y="4405"/>
                </a:lnTo>
                <a:lnTo>
                  <a:pt x="13445" y="4497"/>
                </a:lnTo>
                <a:lnTo>
                  <a:pt x="13445" y="4177"/>
                </a:lnTo>
                <a:lnTo>
                  <a:pt x="4201" y="4063"/>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8"/>
          <p:cNvSpPr/>
          <p:nvPr/>
        </p:nvSpPr>
        <p:spPr>
          <a:xfrm>
            <a:off x="1165751" y="1510457"/>
            <a:ext cx="188703" cy="78373"/>
          </a:xfrm>
          <a:custGeom>
            <a:avLst/>
            <a:gdLst/>
            <a:ahLst/>
            <a:cxnLst/>
            <a:rect l="l" t="t" r="r" b="b"/>
            <a:pathLst>
              <a:path w="9017" h="3745" extrusionOk="0">
                <a:moveTo>
                  <a:pt x="1" y="3516"/>
                </a:moveTo>
                <a:lnTo>
                  <a:pt x="229" y="3744"/>
                </a:lnTo>
                <a:lnTo>
                  <a:pt x="3721" y="343"/>
                </a:lnTo>
                <a:lnTo>
                  <a:pt x="8994" y="389"/>
                </a:lnTo>
                <a:lnTo>
                  <a:pt x="9017" y="69"/>
                </a:lnTo>
                <a:lnTo>
                  <a:pt x="3653" y="1"/>
                </a:lnTo>
                <a:lnTo>
                  <a:pt x="3585"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8"/>
          <p:cNvSpPr/>
          <p:nvPr/>
        </p:nvSpPr>
        <p:spPr>
          <a:xfrm>
            <a:off x="1638652" y="1486098"/>
            <a:ext cx="369245" cy="77892"/>
          </a:xfrm>
          <a:custGeom>
            <a:avLst/>
            <a:gdLst/>
            <a:ahLst/>
            <a:cxnLst/>
            <a:rect l="l" t="t" r="r" b="b"/>
            <a:pathLst>
              <a:path w="17644" h="3722" extrusionOk="0">
                <a:moveTo>
                  <a:pt x="0" y="3014"/>
                </a:moveTo>
                <a:lnTo>
                  <a:pt x="228" y="3242"/>
                </a:lnTo>
                <a:lnTo>
                  <a:pt x="3218" y="343"/>
                </a:lnTo>
                <a:lnTo>
                  <a:pt x="5113" y="366"/>
                </a:lnTo>
                <a:lnTo>
                  <a:pt x="8331" y="3630"/>
                </a:lnTo>
                <a:lnTo>
                  <a:pt x="16434" y="3721"/>
                </a:lnTo>
                <a:lnTo>
                  <a:pt x="16503" y="3721"/>
                </a:lnTo>
                <a:lnTo>
                  <a:pt x="17644" y="2603"/>
                </a:lnTo>
                <a:lnTo>
                  <a:pt x="17416" y="2352"/>
                </a:lnTo>
                <a:lnTo>
                  <a:pt x="16366" y="3379"/>
                </a:lnTo>
                <a:lnTo>
                  <a:pt x="8468" y="3288"/>
                </a:lnTo>
                <a:lnTo>
                  <a:pt x="5273" y="24"/>
                </a:lnTo>
                <a:lnTo>
                  <a:pt x="308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8"/>
          <p:cNvSpPr/>
          <p:nvPr/>
        </p:nvSpPr>
        <p:spPr>
          <a:xfrm>
            <a:off x="1599958" y="1444537"/>
            <a:ext cx="287104" cy="105600"/>
          </a:xfrm>
          <a:custGeom>
            <a:avLst/>
            <a:gdLst/>
            <a:ahLst/>
            <a:cxnLst/>
            <a:rect l="l" t="t" r="r" b="b"/>
            <a:pathLst>
              <a:path w="13719" h="5046" extrusionOk="0">
                <a:moveTo>
                  <a:pt x="0" y="4817"/>
                </a:moveTo>
                <a:lnTo>
                  <a:pt x="251" y="5045"/>
                </a:lnTo>
                <a:lnTo>
                  <a:pt x="5045" y="343"/>
                </a:lnTo>
                <a:lnTo>
                  <a:pt x="8674" y="366"/>
                </a:lnTo>
                <a:lnTo>
                  <a:pt x="11253" y="3014"/>
                </a:lnTo>
                <a:lnTo>
                  <a:pt x="13718" y="3037"/>
                </a:lnTo>
                <a:lnTo>
                  <a:pt x="13718" y="2694"/>
                </a:lnTo>
                <a:lnTo>
                  <a:pt x="11390" y="2671"/>
                </a:lnTo>
                <a:lnTo>
                  <a:pt x="8811" y="47"/>
                </a:lnTo>
                <a:lnTo>
                  <a:pt x="490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8"/>
          <p:cNvSpPr/>
          <p:nvPr/>
        </p:nvSpPr>
        <p:spPr>
          <a:xfrm>
            <a:off x="1560783" y="1304118"/>
            <a:ext cx="361627" cy="245542"/>
          </a:xfrm>
          <a:custGeom>
            <a:avLst/>
            <a:gdLst/>
            <a:ahLst/>
            <a:cxnLst/>
            <a:rect l="l" t="t" r="r" b="b"/>
            <a:pathLst>
              <a:path w="17280" h="11733" extrusionOk="0">
                <a:moveTo>
                  <a:pt x="0" y="11504"/>
                </a:moveTo>
                <a:lnTo>
                  <a:pt x="229" y="11732"/>
                </a:lnTo>
                <a:lnTo>
                  <a:pt x="11870" y="343"/>
                </a:lnTo>
                <a:lnTo>
                  <a:pt x="17279" y="388"/>
                </a:lnTo>
                <a:lnTo>
                  <a:pt x="17279" y="69"/>
                </a:lnTo>
                <a:lnTo>
                  <a:pt x="11824" y="0"/>
                </a:lnTo>
                <a:lnTo>
                  <a:pt x="11756"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8"/>
          <p:cNvSpPr/>
          <p:nvPr/>
        </p:nvSpPr>
        <p:spPr>
          <a:xfrm>
            <a:off x="955103" y="1216707"/>
            <a:ext cx="829754" cy="377386"/>
          </a:xfrm>
          <a:custGeom>
            <a:avLst/>
            <a:gdLst/>
            <a:ahLst/>
            <a:cxnLst/>
            <a:rect l="l" t="t" r="r" b="b"/>
            <a:pathLst>
              <a:path w="39649" h="18033" extrusionOk="0">
                <a:moveTo>
                  <a:pt x="32093" y="7190"/>
                </a:moveTo>
                <a:lnTo>
                  <a:pt x="19151" y="7053"/>
                </a:lnTo>
                <a:lnTo>
                  <a:pt x="19083" y="7053"/>
                </a:lnTo>
                <a:lnTo>
                  <a:pt x="17234" y="8856"/>
                </a:lnTo>
                <a:lnTo>
                  <a:pt x="9268" y="8765"/>
                </a:lnTo>
                <a:lnTo>
                  <a:pt x="9200" y="8765"/>
                </a:lnTo>
                <a:lnTo>
                  <a:pt x="1" y="17781"/>
                </a:lnTo>
                <a:lnTo>
                  <a:pt x="229" y="18032"/>
                </a:lnTo>
                <a:lnTo>
                  <a:pt x="9337" y="9108"/>
                </a:lnTo>
                <a:lnTo>
                  <a:pt x="17303" y="9199"/>
                </a:lnTo>
                <a:lnTo>
                  <a:pt x="17371" y="9199"/>
                </a:lnTo>
                <a:lnTo>
                  <a:pt x="19220" y="7373"/>
                </a:lnTo>
                <a:lnTo>
                  <a:pt x="32162" y="7510"/>
                </a:lnTo>
                <a:lnTo>
                  <a:pt x="32230" y="7510"/>
                </a:lnTo>
                <a:lnTo>
                  <a:pt x="39649" y="251"/>
                </a:lnTo>
                <a:lnTo>
                  <a:pt x="3942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8"/>
          <p:cNvSpPr/>
          <p:nvPr/>
        </p:nvSpPr>
        <p:spPr>
          <a:xfrm>
            <a:off x="1356351" y="1206662"/>
            <a:ext cx="170078" cy="166729"/>
          </a:xfrm>
          <a:custGeom>
            <a:avLst/>
            <a:gdLst/>
            <a:ahLst/>
            <a:cxnLst/>
            <a:rect l="l" t="t" r="r" b="b"/>
            <a:pathLst>
              <a:path w="8127" h="7967" extrusionOk="0">
                <a:moveTo>
                  <a:pt x="0" y="7716"/>
                </a:moveTo>
                <a:lnTo>
                  <a:pt x="229" y="7967"/>
                </a:lnTo>
                <a:lnTo>
                  <a:pt x="8126" y="229"/>
                </a:lnTo>
                <a:lnTo>
                  <a:pt x="789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8"/>
          <p:cNvSpPr/>
          <p:nvPr/>
        </p:nvSpPr>
        <p:spPr>
          <a:xfrm>
            <a:off x="1146645" y="1108264"/>
            <a:ext cx="304307" cy="298091"/>
          </a:xfrm>
          <a:custGeom>
            <a:avLst/>
            <a:gdLst/>
            <a:ahLst/>
            <a:cxnLst/>
            <a:rect l="l" t="t" r="r" b="b"/>
            <a:pathLst>
              <a:path w="14541" h="14244" extrusionOk="0">
                <a:moveTo>
                  <a:pt x="1" y="13993"/>
                </a:moveTo>
                <a:lnTo>
                  <a:pt x="229" y="14244"/>
                </a:lnTo>
                <a:lnTo>
                  <a:pt x="14541" y="229"/>
                </a:lnTo>
                <a:lnTo>
                  <a:pt x="1429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8"/>
          <p:cNvSpPr/>
          <p:nvPr/>
        </p:nvSpPr>
        <p:spPr>
          <a:xfrm>
            <a:off x="1305227" y="850341"/>
            <a:ext cx="172945" cy="399841"/>
          </a:xfrm>
          <a:custGeom>
            <a:avLst/>
            <a:gdLst/>
            <a:ahLst/>
            <a:cxnLst/>
            <a:rect l="l" t="t" r="r" b="b"/>
            <a:pathLst>
              <a:path w="8264" h="19106" extrusionOk="0">
                <a:moveTo>
                  <a:pt x="115" y="7761"/>
                </a:moveTo>
                <a:lnTo>
                  <a:pt x="115" y="7829"/>
                </a:lnTo>
                <a:cubicBezTo>
                  <a:pt x="92" y="10819"/>
                  <a:pt x="24" y="18671"/>
                  <a:pt x="1" y="18945"/>
                </a:cubicBezTo>
                <a:lnTo>
                  <a:pt x="1" y="18945"/>
                </a:lnTo>
                <a:lnTo>
                  <a:pt x="161" y="18991"/>
                </a:lnTo>
                <a:lnTo>
                  <a:pt x="47" y="18854"/>
                </a:lnTo>
                <a:lnTo>
                  <a:pt x="275" y="19105"/>
                </a:lnTo>
                <a:cubicBezTo>
                  <a:pt x="343" y="19037"/>
                  <a:pt x="366" y="19014"/>
                  <a:pt x="435" y="7898"/>
                </a:cubicBezTo>
                <a:lnTo>
                  <a:pt x="435" y="7898"/>
                </a:lnTo>
                <a:lnTo>
                  <a:pt x="8264" y="229"/>
                </a:lnTo>
                <a:lnTo>
                  <a:pt x="8035"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8"/>
          <p:cNvSpPr/>
          <p:nvPr/>
        </p:nvSpPr>
        <p:spPr>
          <a:xfrm>
            <a:off x="1308094" y="911468"/>
            <a:ext cx="221664" cy="151934"/>
          </a:xfrm>
          <a:custGeom>
            <a:avLst/>
            <a:gdLst/>
            <a:ahLst/>
            <a:cxnLst/>
            <a:rect l="l" t="t" r="r" b="b"/>
            <a:pathLst>
              <a:path w="10592" h="7260" extrusionOk="0">
                <a:moveTo>
                  <a:pt x="1" y="7008"/>
                </a:moveTo>
                <a:lnTo>
                  <a:pt x="252" y="7259"/>
                </a:lnTo>
                <a:lnTo>
                  <a:pt x="7305" y="320"/>
                </a:lnTo>
                <a:lnTo>
                  <a:pt x="10592" y="366"/>
                </a:lnTo>
                <a:lnTo>
                  <a:pt x="10592" y="24"/>
                </a:lnTo>
                <a:lnTo>
                  <a:pt x="716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8"/>
          <p:cNvSpPr/>
          <p:nvPr/>
        </p:nvSpPr>
        <p:spPr>
          <a:xfrm>
            <a:off x="1354907" y="835043"/>
            <a:ext cx="30115" cy="107986"/>
          </a:xfrm>
          <a:custGeom>
            <a:avLst/>
            <a:gdLst/>
            <a:ahLst/>
            <a:cxnLst/>
            <a:rect l="l" t="t" r="r" b="b"/>
            <a:pathLst>
              <a:path w="1439" h="5160" extrusionOk="0">
                <a:moveTo>
                  <a:pt x="1" y="252"/>
                </a:moveTo>
                <a:lnTo>
                  <a:pt x="1119" y="1370"/>
                </a:lnTo>
                <a:lnTo>
                  <a:pt x="1074" y="5159"/>
                </a:lnTo>
                <a:lnTo>
                  <a:pt x="1393" y="5159"/>
                </a:lnTo>
                <a:lnTo>
                  <a:pt x="1439" y="1233"/>
                </a:lnTo>
                <a:lnTo>
                  <a:pt x="25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8"/>
          <p:cNvSpPr/>
          <p:nvPr/>
        </p:nvSpPr>
        <p:spPr>
          <a:xfrm>
            <a:off x="1520186" y="874218"/>
            <a:ext cx="86472" cy="82664"/>
          </a:xfrm>
          <a:custGeom>
            <a:avLst/>
            <a:gdLst/>
            <a:ahLst/>
            <a:cxnLst/>
            <a:rect l="l" t="t" r="r" b="b"/>
            <a:pathLst>
              <a:path w="4132" h="3950" extrusionOk="0">
                <a:moveTo>
                  <a:pt x="754" y="548"/>
                </a:moveTo>
                <a:cubicBezTo>
                  <a:pt x="0" y="1256"/>
                  <a:pt x="0" y="2466"/>
                  <a:pt x="731" y="3196"/>
                </a:cubicBezTo>
                <a:lnTo>
                  <a:pt x="731" y="3196"/>
                </a:lnTo>
                <a:cubicBezTo>
                  <a:pt x="1438" y="3949"/>
                  <a:pt x="2648" y="3949"/>
                  <a:pt x="3378" y="3219"/>
                </a:cubicBezTo>
                <a:lnTo>
                  <a:pt x="3378" y="3219"/>
                </a:lnTo>
                <a:cubicBezTo>
                  <a:pt x="4132" y="2511"/>
                  <a:pt x="4132" y="1302"/>
                  <a:pt x="3401" y="571"/>
                </a:cubicBezTo>
                <a:lnTo>
                  <a:pt x="3401" y="571"/>
                </a:lnTo>
                <a:cubicBezTo>
                  <a:pt x="3036" y="183"/>
                  <a:pt x="2557" y="1"/>
                  <a:pt x="2077" y="1"/>
                </a:cubicBezTo>
                <a:lnTo>
                  <a:pt x="2077" y="1"/>
                </a:lnTo>
                <a:cubicBezTo>
                  <a:pt x="1598" y="1"/>
                  <a:pt x="1119" y="183"/>
                  <a:pt x="754" y="548"/>
                </a:cubicBezTo>
                <a:moveTo>
                  <a:pt x="959" y="2968"/>
                </a:moveTo>
                <a:cubicBezTo>
                  <a:pt x="366" y="2352"/>
                  <a:pt x="366" y="1370"/>
                  <a:pt x="982" y="777"/>
                </a:cubicBezTo>
                <a:lnTo>
                  <a:pt x="982" y="777"/>
                </a:lnTo>
                <a:cubicBezTo>
                  <a:pt x="1598" y="183"/>
                  <a:pt x="2580" y="183"/>
                  <a:pt x="3173" y="799"/>
                </a:cubicBezTo>
                <a:lnTo>
                  <a:pt x="3173" y="799"/>
                </a:lnTo>
                <a:cubicBezTo>
                  <a:pt x="3767" y="1416"/>
                  <a:pt x="3767" y="2397"/>
                  <a:pt x="3150" y="2991"/>
                </a:cubicBezTo>
                <a:lnTo>
                  <a:pt x="3150" y="2991"/>
                </a:lnTo>
                <a:cubicBezTo>
                  <a:pt x="2853" y="3287"/>
                  <a:pt x="2465" y="3424"/>
                  <a:pt x="2077" y="3424"/>
                </a:cubicBezTo>
                <a:lnTo>
                  <a:pt x="2077" y="3424"/>
                </a:lnTo>
                <a:cubicBezTo>
                  <a:pt x="1667" y="3424"/>
                  <a:pt x="1256" y="3265"/>
                  <a:pt x="959" y="296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8"/>
          <p:cNvSpPr/>
          <p:nvPr/>
        </p:nvSpPr>
        <p:spPr>
          <a:xfrm>
            <a:off x="1455690" y="786325"/>
            <a:ext cx="88398" cy="84568"/>
          </a:xfrm>
          <a:custGeom>
            <a:avLst/>
            <a:gdLst/>
            <a:ahLst/>
            <a:cxnLst/>
            <a:rect l="l" t="t" r="r" b="b"/>
            <a:pathLst>
              <a:path w="4224" h="4041" extrusionOk="0">
                <a:moveTo>
                  <a:pt x="754" y="549"/>
                </a:moveTo>
                <a:cubicBezTo>
                  <a:pt x="1" y="1279"/>
                  <a:pt x="1" y="2511"/>
                  <a:pt x="731" y="3265"/>
                </a:cubicBezTo>
                <a:lnTo>
                  <a:pt x="731" y="3265"/>
                </a:lnTo>
                <a:cubicBezTo>
                  <a:pt x="1485" y="4018"/>
                  <a:pt x="2694" y="4041"/>
                  <a:pt x="3470" y="3288"/>
                </a:cubicBezTo>
                <a:lnTo>
                  <a:pt x="3470" y="3288"/>
                </a:lnTo>
                <a:cubicBezTo>
                  <a:pt x="4224" y="2557"/>
                  <a:pt x="4224" y="1325"/>
                  <a:pt x="3493" y="571"/>
                </a:cubicBezTo>
                <a:lnTo>
                  <a:pt x="3493" y="571"/>
                </a:lnTo>
                <a:cubicBezTo>
                  <a:pt x="3105" y="183"/>
                  <a:pt x="2603" y="1"/>
                  <a:pt x="2101" y="1"/>
                </a:cubicBezTo>
                <a:lnTo>
                  <a:pt x="2101" y="1"/>
                </a:lnTo>
                <a:cubicBezTo>
                  <a:pt x="1622" y="1"/>
                  <a:pt x="1142" y="183"/>
                  <a:pt x="754" y="549"/>
                </a:cubicBezTo>
                <a:moveTo>
                  <a:pt x="982" y="3036"/>
                </a:moveTo>
                <a:cubicBezTo>
                  <a:pt x="366" y="2397"/>
                  <a:pt x="366" y="1393"/>
                  <a:pt x="1005" y="777"/>
                </a:cubicBezTo>
                <a:lnTo>
                  <a:pt x="1005" y="777"/>
                </a:lnTo>
                <a:cubicBezTo>
                  <a:pt x="1622" y="160"/>
                  <a:pt x="2626" y="183"/>
                  <a:pt x="3242" y="800"/>
                </a:cubicBezTo>
                <a:lnTo>
                  <a:pt x="3242" y="800"/>
                </a:lnTo>
                <a:cubicBezTo>
                  <a:pt x="3858" y="1439"/>
                  <a:pt x="3858" y="2443"/>
                  <a:pt x="3219" y="3059"/>
                </a:cubicBezTo>
                <a:lnTo>
                  <a:pt x="3219" y="3059"/>
                </a:lnTo>
                <a:cubicBezTo>
                  <a:pt x="2923" y="3356"/>
                  <a:pt x="2512" y="3516"/>
                  <a:pt x="2124" y="3516"/>
                </a:cubicBezTo>
                <a:lnTo>
                  <a:pt x="2124" y="3516"/>
                </a:lnTo>
                <a:cubicBezTo>
                  <a:pt x="1690" y="3516"/>
                  <a:pt x="1279" y="3356"/>
                  <a:pt x="982" y="303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8"/>
          <p:cNvSpPr/>
          <p:nvPr/>
        </p:nvSpPr>
        <p:spPr>
          <a:xfrm>
            <a:off x="1286602" y="766738"/>
            <a:ext cx="91746" cy="87435"/>
          </a:xfrm>
          <a:custGeom>
            <a:avLst/>
            <a:gdLst/>
            <a:ahLst/>
            <a:cxnLst/>
            <a:rect l="l" t="t" r="r" b="b"/>
            <a:pathLst>
              <a:path w="4384" h="4178" extrusionOk="0">
                <a:moveTo>
                  <a:pt x="800" y="571"/>
                </a:moveTo>
                <a:cubicBezTo>
                  <a:pt x="1" y="1348"/>
                  <a:pt x="1" y="2603"/>
                  <a:pt x="754" y="3379"/>
                </a:cubicBezTo>
                <a:lnTo>
                  <a:pt x="754" y="3379"/>
                </a:lnTo>
                <a:cubicBezTo>
                  <a:pt x="1530" y="4178"/>
                  <a:pt x="2785" y="4178"/>
                  <a:pt x="3584" y="3425"/>
                </a:cubicBezTo>
                <a:lnTo>
                  <a:pt x="3584" y="3425"/>
                </a:lnTo>
                <a:cubicBezTo>
                  <a:pt x="4360" y="2649"/>
                  <a:pt x="4383" y="1393"/>
                  <a:pt x="3607" y="594"/>
                </a:cubicBezTo>
                <a:lnTo>
                  <a:pt x="3607" y="594"/>
                </a:lnTo>
                <a:cubicBezTo>
                  <a:pt x="3219" y="206"/>
                  <a:pt x="2694" y="1"/>
                  <a:pt x="2192" y="1"/>
                </a:cubicBezTo>
                <a:lnTo>
                  <a:pt x="2192" y="1"/>
                </a:lnTo>
                <a:cubicBezTo>
                  <a:pt x="1690" y="1"/>
                  <a:pt x="1188" y="183"/>
                  <a:pt x="800" y="571"/>
                </a:cubicBezTo>
                <a:moveTo>
                  <a:pt x="1005" y="3151"/>
                </a:moveTo>
                <a:cubicBezTo>
                  <a:pt x="366" y="2512"/>
                  <a:pt x="366" y="1439"/>
                  <a:pt x="1028" y="800"/>
                </a:cubicBezTo>
                <a:lnTo>
                  <a:pt x="1028" y="800"/>
                </a:lnTo>
                <a:cubicBezTo>
                  <a:pt x="1667" y="161"/>
                  <a:pt x="2740" y="183"/>
                  <a:pt x="3379" y="823"/>
                </a:cubicBezTo>
                <a:lnTo>
                  <a:pt x="3379" y="823"/>
                </a:lnTo>
                <a:cubicBezTo>
                  <a:pt x="4018" y="1485"/>
                  <a:pt x="3995" y="2534"/>
                  <a:pt x="3356" y="3174"/>
                </a:cubicBezTo>
                <a:lnTo>
                  <a:pt x="3356" y="3174"/>
                </a:lnTo>
                <a:cubicBezTo>
                  <a:pt x="3037" y="3493"/>
                  <a:pt x="2603" y="3653"/>
                  <a:pt x="2192" y="3653"/>
                </a:cubicBezTo>
                <a:lnTo>
                  <a:pt x="2192" y="3653"/>
                </a:lnTo>
                <a:cubicBezTo>
                  <a:pt x="1758" y="3653"/>
                  <a:pt x="1325" y="3493"/>
                  <a:pt x="1005" y="315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8"/>
          <p:cNvSpPr/>
          <p:nvPr/>
        </p:nvSpPr>
        <p:spPr>
          <a:xfrm>
            <a:off x="888242" y="1404420"/>
            <a:ext cx="106542" cy="105119"/>
          </a:xfrm>
          <a:custGeom>
            <a:avLst/>
            <a:gdLst/>
            <a:ahLst/>
            <a:cxnLst/>
            <a:rect l="l" t="t" r="r" b="b"/>
            <a:pathLst>
              <a:path w="5091" h="5023" extrusionOk="0">
                <a:moveTo>
                  <a:pt x="0" y="4771"/>
                </a:moveTo>
                <a:lnTo>
                  <a:pt x="229" y="5022"/>
                </a:lnTo>
                <a:lnTo>
                  <a:pt x="5090" y="252"/>
                </a:lnTo>
                <a:lnTo>
                  <a:pt x="486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8"/>
          <p:cNvSpPr/>
          <p:nvPr/>
        </p:nvSpPr>
        <p:spPr>
          <a:xfrm>
            <a:off x="1002879" y="1018467"/>
            <a:ext cx="39679" cy="272309"/>
          </a:xfrm>
          <a:custGeom>
            <a:avLst/>
            <a:gdLst/>
            <a:ahLst/>
            <a:cxnLst/>
            <a:rect l="l" t="t" r="r" b="b"/>
            <a:pathLst>
              <a:path w="1896" h="13012" extrusionOk="0">
                <a:moveTo>
                  <a:pt x="115" y="1530"/>
                </a:moveTo>
                <a:lnTo>
                  <a:pt x="1" y="13011"/>
                </a:lnTo>
                <a:lnTo>
                  <a:pt x="343" y="13011"/>
                </a:lnTo>
                <a:lnTo>
                  <a:pt x="457" y="1667"/>
                </a:lnTo>
                <a:lnTo>
                  <a:pt x="1895" y="252"/>
                </a:lnTo>
                <a:lnTo>
                  <a:pt x="1667"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8"/>
          <p:cNvSpPr/>
          <p:nvPr/>
        </p:nvSpPr>
        <p:spPr>
          <a:xfrm>
            <a:off x="1103661" y="687928"/>
            <a:ext cx="94132" cy="246024"/>
          </a:xfrm>
          <a:custGeom>
            <a:avLst/>
            <a:gdLst/>
            <a:ahLst/>
            <a:cxnLst/>
            <a:rect l="l" t="t" r="r" b="b"/>
            <a:pathLst>
              <a:path w="4498" h="11756" extrusionOk="0">
                <a:moveTo>
                  <a:pt x="4086" y="7510"/>
                </a:moveTo>
                <a:lnTo>
                  <a:pt x="1" y="11505"/>
                </a:lnTo>
                <a:lnTo>
                  <a:pt x="229" y="11756"/>
                </a:lnTo>
                <a:lnTo>
                  <a:pt x="4406" y="7647"/>
                </a:lnTo>
                <a:lnTo>
                  <a:pt x="4497" y="1"/>
                </a:lnTo>
                <a:lnTo>
                  <a:pt x="4155"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8"/>
          <p:cNvSpPr/>
          <p:nvPr/>
        </p:nvSpPr>
        <p:spPr>
          <a:xfrm>
            <a:off x="793675" y="707034"/>
            <a:ext cx="214005" cy="763351"/>
          </a:xfrm>
          <a:custGeom>
            <a:avLst/>
            <a:gdLst/>
            <a:ahLst/>
            <a:cxnLst/>
            <a:rect l="l" t="t" r="r" b="b"/>
            <a:pathLst>
              <a:path w="10226" h="36476" extrusionOk="0">
                <a:moveTo>
                  <a:pt x="4474" y="5387"/>
                </a:moveTo>
                <a:lnTo>
                  <a:pt x="4497" y="31933"/>
                </a:lnTo>
                <a:lnTo>
                  <a:pt x="0" y="36316"/>
                </a:lnTo>
                <a:cubicBezTo>
                  <a:pt x="114" y="36361"/>
                  <a:pt x="228" y="36407"/>
                  <a:pt x="320" y="36475"/>
                </a:cubicBezTo>
                <a:lnTo>
                  <a:pt x="320" y="36475"/>
                </a:lnTo>
                <a:lnTo>
                  <a:pt x="4816" y="32070"/>
                </a:lnTo>
                <a:lnTo>
                  <a:pt x="4816" y="5524"/>
                </a:lnTo>
                <a:lnTo>
                  <a:pt x="10226" y="229"/>
                </a:lnTo>
                <a:lnTo>
                  <a:pt x="999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8"/>
          <p:cNvSpPr/>
          <p:nvPr/>
        </p:nvSpPr>
        <p:spPr>
          <a:xfrm>
            <a:off x="732046" y="1012273"/>
            <a:ext cx="162439" cy="300477"/>
          </a:xfrm>
          <a:custGeom>
            <a:avLst/>
            <a:gdLst/>
            <a:ahLst/>
            <a:cxnLst/>
            <a:rect l="l" t="t" r="r" b="b"/>
            <a:pathLst>
              <a:path w="7762" h="14358" extrusionOk="0">
                <a:moveTo>
                  <a:pt x="46" y="1940"/>
                </a:moveTo>
                <a:lnTo>
                  <a:pt x="1" y="6665"/>
                </a:lnTo>
                <a:lnTo>
                  <a:pt x="7533" y="14357"/>
                </a:lnTo>
                <a:lnTo>
                  <a:pt x="7761" y="14129"/>
                </a:lnTo>
                <a:lnTo>
                  <a:pt x="320" y="6528"/>
                </a:lnTo>
                <a:lnTo>
                  <a:pt x="366" y="2077"/>
                </a:lnTo>
                <a:lnTo>
                  <a:pt x="2260" y="251"/>
                </a:lnTo>
                <a:lnTo>
                  <a:pt x="200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8"/>
          <p:cNvSpPr/>
          <p:nvPr/>
        </p:nvSpPr>
        <p:spPr>
          <a:xfrm>
            <a:off x="700991" y="975964"/>
            <a:ext cx="192533" cy="385505"/>
          </a:xfrm>
          <a:custGeom>
            <a:avLst/>
            <a:gdLst/>
            <a:ahLst/>
            <a:cxnLst/>
            <a:rect l="l" t="t" r="r" b="b"/>
            <a:pathLst>
              <a:path w="9200" h="18421" extrusionOk="0">
                <a:moveTo>
                  <a:pt x="1" y="9199"/>
                </a:moveTo>
                <a:lnTo>
                  <a:pt x="1" y="9267"/>
                </a:lnTo>
                <a:lnTo>
                  <a:pt x="8971" y="18420"/>
                </a:lnTo>
                <a:lnTo>
                  <a:pt x="9200" y="18192"/>
                </a:lnTo>
                <a:lnTo>
                  <a:pt x="343" y="9130"/>
                </a:lnTo>
                <a:lnTo>
                  <a:pt x="435" y="0"/>
                </a:lnTo>
                <a:lnTo>
                  <a:pt x="9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8"/>
          <p:cNvSpPr/>
          <p:nvPr/>
        </p:nvSpPr>
        <p:spPr>
          <a:xfrm>
            <a:off x="8966506" y="747515"/>
            <a:ext cx="80738" cy="76929"/>
          </a:xfrm>
          <a:custGeom>
            <a:avLst/>
            <a:gdLst/>
            <a:ahLst/>
            <a:cxnLst/>
            <a:rect l="l" t="t" r="r" b="b"/>
            <a:pathLst>
              <a:path w="3858" h="3676" extrusionOk="0">
                <a:moveTo>
                  <a:pt x="708" y="503"/>
                </a:moveTo>
                <a:cubicBezTo>
                  <a:pt x="23" y="1165"/>
                  <a:pt x="0" y="2283"/>
                  <a:pt x="685" y="2968"/>
                </a:cubicBezTo>
                <a:lnTo>
                  <a:pt x="685" y="2968"/>
                </a:lnTo>
                <a:cubicBezTo>
                  <a:pt x="1347" y="3675"/>
                  <a:pt x="2465" y="3675"/>
                  <a:pt x="3150" y="2991"/>
                </a:cubicBezTo>
                <a:lnTo>
                  <a:pt x="3150" y="2991"/>
                </a:lnTo>
                <a:cubicBezTo>
                  <a:pt x="3835" y="2329"/>
                  <a:pt x="3858" y="1210"/>
                  <a:pt x="3173" y="525"/>
                </a:cubicBezTo>
                <a:lnTo>
                  <a:pt x="3173" y="525"/>
                </a:lnTo>
                <a:cubicBezTo>
                  <a:pt x="2830" y="183"/>
                  <a:pt x="2374" y="0"/>
                  <a:pt x="1940" y="0"/>
                </a:cubicBezTo>
                <a:lnTo>
                  <a:pt x="1940" y="0"/>
                </a:lnTo>
                <a:cubicBezTo>
                  <a:pt x="1484" y="0"/>
                  <a:pt x="1050" y="160"/>
                  <a:pt x="708" y="503"/>
                </a:cubicBezTo>
                <a:moveTo>
                  <a:pt x="913" y="2740"/>
                </a:moveTo>
                <a:cubicBezTo>
                  <a:pt x="365" y="2192"/>
                  <a:pt x="388" y="1279"/>
                  <a:pt x="936" y="731"/>
                </a:cubicBezTo>
                <a:lnTo>
                  <a:pt x="936" y="731"/>
                </a:lnTo>
                <a:cubicBezTo>
                  <a:pt x="1507" y="183"/>
                  <a:pt x="2397" y="206"/>
                  <a:pt x="2945" y="754"/>
                </a:cubicBezTo>
                <a:lnTo>
                  <a:pt x="2945" y="754"/>
                </a:lnTo>
                <a:cubicBezTo>
                  <a:pt x="3492" y="1324"/>
                  <a:pt x="3470" y="2215"/>
                  <a:pt x="2922" y="2762"/>
                </a:cubicBezTo>
                <a:lnTo>
                  <a:pt x="2922" y="2762"/>
                </a:lnTo>
                <a:cubicBezTo>
                  <a:pt x="2648" y="3036"/>
                  <a:pt x="2283" y="3173"/>
                  <a:pt x="1940" y="3173"/>
                </a:cubicBezTo>
                <a:lnTo>
                  <a:pt x="1940" y="3173"/>
                </a:lnTo>
                <a:cubicBezTo>
                  <a:pt x="1552" y="3173"/>
                  <a:pt x="1187" y="3013"/>
                  <a:pt x="913" y="274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8"/>
          <p:cNvSpPr/>
          <p:nvPr/>
        </p:nvSpPr>
        <p:spPr>
          <a:xfrm>
            <a:off x="2159260" y="866472"/>
            <a:ext cx="80738" cy="76929"/>
          </a:xfrm>
          <a:custGeom>
            <a:avLst/>
            <a:gdLst/>
            <a:ahLst/>
            <a:cxnLst/>
            <a:rect l="l" t="t" r="r" b="b"/>
            <a:pathLst>
              <a:path w="3858" h="3676" extrusionOk="0">
                <a:moveTo>
                  <a:pt x="708" y="480"/>
                </a:moveTo>
                <a:cubicBezTo>
                  <a:pt x="23" y="1165"/>
                  <a:pt x="0" y="2283"/>
                  <a:pt x="685" y="2968"/>
                </a:cubicBezTo>
                <a:lnTo>
                  <a:pt x="685" y="2968"/>
                </a:lnTo>
                <a:cubicBezTo>
                  <a:pt x="1347" y="3653"/>
                  <a:pt x="2466" y="3676"/>
                  <a:pt x="3150" y="2991"/>
                </a:cubicBezTo>
                <a:lnTo>
                  <a:pt x="3150" y="2991"/>
                </a:lnTo>
                <a:cubicBezTo>
                  <a:pt x="3858" y="2306"/>
                  <a:pt x="3858" y="1210"/>
                  <a:pt x="3173" y="526"/>
                </a:cubicBezTo>
                <a:lnTo>
                  <a:pt x="3173" y="526"/>
                </a:lnTo>
                <a:cubicBezTo>
                  <a:pt x="2831" y="161"/>
                  <a:pt x="2397" y="1"/>
                  <a:pt x="1941" y="1"/>
                </a:cubicBezTo>
                <a:lnTo>
                  <a:pt x="1941" y="1"/>
                </a:lnTo>
                <a:cubicBezTo>
                  <a:pt x="1484" y="1"/>
                  <a:pt x="1050" y="161"/>
                  <a:pt x="708" y="480"/>
                </a:cubicBezTo>
                <a:close/>
                <a:moveTo>
                  <a:pt x="914" y="2740"/>
                </a:moveTo>
                <a:cubicBezTo>
                  <a:pt x="366" y="2169"/>
                  <a:pt x="389" y="1279"/>
                  <a:pt x="936" y="731"/>
                </a:cubicBezTo>
                <a:lnTo>
                  <a:pt x="936" y="731"/>
                </a:lnTo>
                <a:cubicBezTo>
                  <a:pt x="1507" y="183"/>
                  <a:pt x="2397" y="183"/>
                  <a:pt x="2945" y="754"/>
                </a:cubicBezTo>
                <a:lnTo>
                  <a:pt x="2945" y="754"/>
                </a:lnTo>
                <a:cubicBezTo>
                  <a:pt x="3493" y="1302"/>
                  <a:pt x="3493" y="2215"/>
                  <a:pt x="2922" y="2763"/>
                </a:cubicBezTo>
                <a:lnTo>
                  <a:pt x="2922" y="2763"/>
                </a:lnTo>
                <a:cubicBezTo>
                  <a:pt x="2648" y="3014"/>
                  <a:pt x="2283" y="3151"/>
                  <a:pt x="1941" y="3151"/>
                </a:cubicBezTo>
                <a:lnTo>
                  <a:pt x="1941" y="3151"/>
                </a:lnTo>
                <a:cubicBezTo>
                  <a:pt x="1575" y="3151"/>
                  <a:pt x="1187" y="3014"/>
                  <a:pt x="914" y="274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8"/>
          <p:cNvSpPr/>
          <p:nvPr/>
        </p:nvSpPr>
        <p:spPr>
          <a:xfrm>
            <a:off x="8933546" y="513929"/>
            <a:ext cx="86954" cy="82664"/>
          </a:xfrm>
          <a:custGeom>
            <a:avLst/>
            <a:gdLst/>
            <a:ahLst/>
            <a:cxnLst/>
            <a:rect l="l" t="t" r="r" b="b"/>
            <a:pathLst>
              <a:path w="4155" h="3950" extrusionOk="0">
                <a:moveTo>
                  <a:pt x="753" y="526"/>
                </a:moveTo>
                <a:cubicBezTo>
                  <a:pt x="23" y="1256"/>
                  <a:pt x="0" y="2466"/>
                  <a:pt x="731" y="3196"/>
                </a:cubicBezTo>
                <a:lnTo>
                  <a:pt x="731" y="3196"/>
                </a:lnTo>
                <a:cubicBezTo>
                  <a:pt x="1461" y="3950"/>
                  <a:pt x="2671" y="3950"/>
                  <a:pt x="3401" y="3219"/>
                </a:cubicBezTo>
                <a:lnTo>
                  <a:pt x="3401" y="3219"/>
                </a:lnTo>
                <a:cubicBezTo>
                  <a:pt x="4154" y="2489"/>
                  <a:pt x="4154" y="1302"/>
                  <a:pt x="3424" y="572"/>
                </a:cubicBezTo>
                <a:lnTo>
                  <a:pt x="3424" y="572"/>
                </a:lnTo>
                <a:cubicBezTo>
                  <a:pt x="3059" y="184"/>
                  <a:pt x="2579" y="1"/>
                  <a:pt x="2077" y="1"/>
                </a:cubicBezTo>
                <a:lnTo>
                  <a:pt x="2077" y="1"/>
                </a:lnTo>
                <a:cubicBezTo>
                  <a:pt x="1598" y="1"/>
                  <a:pt x="1141" y="184"/>
                  <a:pt x="753" y="526"/>
                </a:cubicBezTo>
                <a:close/>
                <a:moveTo>
                  <a:pt x="982" y="2968"/>
                </a:moveTo>
                <a:cubicBezTo>
                  <a:pt x="388" y="2352"/>
                  <a:pt x="388" y="1370"/>
                  <a:pt x="1004" y="777"/>
                </a:cubicBezTo>
                <a:lnTo>
                  <a:pt x="1004" y="777"/>
                </a:lnTo>
                <a:cubicBezTo>
                  <a:pt x="1621" y="184"/>
                  <a:pt x="2602" y="184"/>
                  <a:pt x="3196" y="800"/>
                </a:cubicBezTo>
                <a:lnTo>
                  <a:pt x="3196" y="800"/>
                </a:lnTo>
                <a:cubicBezTo>
                  <a:pt x="3789" y="1416"/>
                  <a:pt x="3789" y="2398"/>
                  <a:pt x="3173" y="2991"/>
                </a:cubicBezTo>
                <a:lnTo>
                  <a:pt x="3173" y="2991"/>
                </a:lnTo>
                <a:cubicBezTo>
                  <a:pt x="2876" y="3288"/>
                  <a:pt x="2465" y="3425"/>
                  <a:pt x="2077" y="3425"/>
                </a:cubicBezTo>
                <a:lnTo>
                  <a:pt x="2077" y="3425"/>
                </a:lnTo>
                <a:cubicBezTo>
                  <a:pt x="1689" y="3425"/>
                  <a:pt x="1278" y="3265"/>
                  <a:pt x="982" y="2968"/>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8"/>
          <p:cNvSpPr/>
          <p:nvPr/>
        </p:nvSpPr>
        <p:spPr>
          <a:xfrm>
            <a:off x="8866665" y="296123"/>
            <a:ext cx="86472" cy="82664"/>
          </a:xfrm>
          <a:custGeom>
            <a:avLst/>
            <a:gdLst/>
            <a:ahLst/>
            <a:cxnLst/>
            <a:rect l="l" t="t" r="r" b="b"/>
            <a:pathLst>
              <a:path w="4132" h="3950" extrusionOk="0">
                <a:moveTo>
                  <a:pt x="754" y="526"/>
                </a:moveTo>
                <a:cubicBezTo>
                  <a:pt x="1" y="1256"/>
                  <a:pt x="1" y="2443"/>
                  <a:pt x="708" y="3196"/>
                </a:cubicBezTo>
                <a:lnTo>
                  <a:pt x="708" y="3196"/>
                </a:lnTo>
                <a:cubicBezTo>
                  <a:pt x="1439" y="3949"/>
                  <a:pt x="2648" y="3949"/>
                  <a:pt x="3379" y="3219"/>
                </a:cubicBezTo>
                <a:lnTo>
                  <a:pt x="3379" y="3219"/>
                </a:lnTo>
                <a:cubicBezTo>
                  <a:pt x="4132" y="2489"/>
                  <a:pt x="4132" y="1302"/>
                  <a:pt x="3402" y="548"/>
                </a:cubicBezTo>
                <a:lnTo>
                  <a:pt x="3402" y="548"/>
                </a:lnTo>
                <a:cubicBezTo>
                  <a:pt x="3036" y="183"/>
                  <a:pt x="2557" y="1"/>
                  <a:pt x="2055" y="1"/>
                </a:cubicBezTo>
                <a:lnTo>
                  <a:pt x="2055" y="1"/>
                </a:lnTo>
                <a:cubicBezTo>
                  <a:pt x="1598" y="1"/>
                  <a:pt x="1119" y="160"/>
                  <a:pt x="754" y="526"/>
                </a:cubicBezTo>
                <a:close/>
                <a:moveTo>
                  <a:pt x="959" y="2968"/>
                </a:moveTo>
                <a:cubicBezTo>
                  <a:pt x="366" y="2352"/>
                  <a:pt x="366" y="1370"/>
                  <a:pt x="982" y="777"/>
                </a:cubicBezTo>
                <a:lnTo>
                  <a:pt x="982" y="777"/>
                </a:lnTo>
                <a:cubicBezTo>
                  <a:pt x="1598" y="160"/>
                  <a:pt x="2580" y="183"/>
                  <a:pt x="3173" y="800"/>
                </a:cubicBezTo>
                <a:lnTo>
                  <a:pt x="3173" y="800"/>
                </a:lnTo>
                <a:cubicBezTo>
                  <a:pt x="3767" y="1393"/>
                  <a:pt x="3767" y="2397"/>
                  <a:pt x="3150" y="2991"/>
                </a:cubicBezTo>
                <a:lnTo>
                  <a:pt x="3150" y="2991"/>
                </a:lnTo>
                <a:cubicBezTo>
                  <a:pt x="2854" y="3287"/>
                  <a:pt x="2466" y="3424"/>
                  <a:pt x="2055" y="3424"/>
                </a:cubicBezTo>
                <a:lnTo>
                  <a:pt x="2055" y="3424"/>
                </a:lnTo>
                <a:cubicBezTo>
                  <a:pt x="1667" y="3424"/>
                  <a:pt x="1256" y="3265"/>
                  <a:pt x="959" y="296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8"/>
          <p:cNvSpPr/>
          <p:nvPr/>
        </p:nvSpPr>
        <p:spPr>
          <a:xfrm>
            <a:off x="8948823" y="214927"/>
            <a:ext cx="86954" cy="83124"/>
          </a:xfrm>
          <a:custGeom>
            <a:avLst/>
            <a:gdLst/>
            <a:ahLst/>
            <a:cxnLst/>
            <a:rect l="l" t="t" r="r" b="b"/>
            <a:pathLst>
              <a:path w="4155" h="3972" extrusionOk="0">
                <a:moveTo>
                  <a:pt x="777" y="548"/>
                </a:moveTo>
                <a:cubicBezTo>
                  <a:pt x="23" y="1279"/>
                  <a:pt x="1" y="2465"/>
                  <a:pt x="731" y="3219"/>
                </a:cubicBezTo>
                <a:lnTo>
                  <a:pt x="731" y="3219"/>
                </a:lnTo>
                <a:cubicBezTo>
                  <a:pt x="1461" y="3949"/>
                  <a:pt x="2671" y="3972"/>
                  <a:pt x="3402" y="3242"/>
                </a:cubicBezTo>
                <a:lnTo>
                  <a:pt x="3402" y="3242"/>
                </a:lnTo>
                <a:cubicBezTo>
                  <a:pt x="4155" y="2511"/>
                  <a:pt x="4155" y="1324"/>
                  <a:pt x="3424" y="571"/>
                </a:cubicBezTo>
                <a:lnTo>
                  <a:pt x="3424" y="571"/>
                </a:lnTo>
                <a:cubicBezTo>
                  <a:pt x="3059" y="206"/>
                  <a:pt x="2580" y="0"/>
                  <a:pt x="2078" y="0"/>
                </a:cubicBezTo>
                <a:lnTo>
                  <a:pt x="2078" y="0"/>
                </a:lnTo>
                <a:cubicBezTo>
                  <a:pt x="1598" y="0"/>
                  <a:pt x="1142" y="183"/>
                  <a:pt x="777" y="548"/>
                </a:cubicBezTo>
                <a:close/>
                <a:moveTo>
                  <a:pt x="982" y="2968"/>
                </a:moveTo>
                <a:cubicBezTo>
                  <a:pt x="389" y="2374"/>
                  <a:pt x="389" y="1370"/>
                  <a:pt x="1005" y="776"/>
                </a:cubicBezTo>
                <a:lnTo>
                  <a:pt x="1005" y="776"/>
                </a:lnTo>
                <a:cubicBezTo>
                  <a:pt x="1621" y="183"/>
                  <a:pt x="2603" y="183"/>
                  <a:pt x="3196" y="799"/>
                </a:cubicBezTo>
                <a:lnTo>
                  <a:pt x="3196" y="799"/>
                </a:lnTo>
                <a:cubicBezTo>
                  <a:pt x="3790" y="1415"/>
                  <a:pt x="3790" y="2397"/>
                  <a:pt x="3173" y="2990"/>
                </a:cubicBezTo>
                <a:lnTo>
                  <a:pt x="3173" y="2990"/>
                </a:lnTo>
                <a:cubicBezTo>
                  <a:pt x="2877" y="3287"/>
                  <a:pt x="2489" y="3447"/>
                  <a:pt x="2078" y="3447"/>
                </a:cubicBezTo>
                <a:lnTo>
                  <a:pt x="2078" y="3447"/>
                </a:lnTo>
                <a:cubicBezTo>
                  <a:pt x="1690" y="3447"/>
                  <a:pt x="1279" y="3287"/>
                  <a:pt x="982" y="2968"/>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8"/>
          <p:cNvSpPr/>
          <p:nvPr/>
        </p:nvSpPr>
        <p:spPr>
          <a:xfrm>
            <a:off x="8857582" y="666318"/>
            <a:ext cx="92709" cy="88858"/>
          </a:xfrm>
          <a:custGeom>
            <a:avLst/>
            <a:gdLst/>
            <a:ahLst/>
            <a:cxnLst/>
            <a:rect l="l" t="t" r="r" b="b"/>
            <a:pathLst>
              <a:path w="4430" h="4246" extrusionOk="0">
                <a:moveTo>
                  <a:pt x="800" y="571"/>
                </a:moveTo>
                <a:cubicBezTo>
                  <a:pt x="1" y="1370"/>
                  <a:pt x="1" y="2625"/>
                  <a:pt x="777" y="3424"/>
                </a:cubicBezTo>
                <a:lnTo>
                  <a:pt x="777" y="3424"/>
                </a:lnTo>
                <a:cubicBezTo>
                  <a:pt x="1553" y="4223"/>
                  <a:pt x="2831" y="4246"/>
                  <a:pt x="3607" y="3447"/>
                </a:cubicBezTo>
                <a:lnTo>
                  <a:pt x="3607" y="3447"/>
                </a:lnTo>
                <a:cubicBezTo>
                  <a:pt x="4406" y="2671"/>
                  <a:pt x="4429" y="1415"/>
                  <a:pt x="3653" y="616"/>
                </a:cubicBezTo>
                <a:lnTo>
                  <a:pt x="3653" y="616"/>
                </a:lnTo>
                <a:cubicBezTo>
                  <a:pt x="3242" y="206"/>
                  <a:pt x="2717" y="0"/>
                  <a:pt x="2215" y="0"/>
                </a:cubicBezTo>
                <a:lnTo>
                  <a:pt x="2215" y="0"/>
                </a:lnTo>
                <a:cubicBezTo>
                  <a:pt x="1690" y="0"/>
                  <a:pt x="1188" y="206"/>
                  <a:pt x="800" y="571"/>
                </a:cubicBezTo>
                <a:moveTo>
                  <a:pt x="1005" y="3196"/>
                </a:moveTo>
                <a:cubicBezTo>
                  <a:pt x="366" y="2534"/>
                  <a:pt x="366" y="1461"/>
                  <a:pt x="1028" y="822"/>
                </a:cubicBezTo>
                <a:lnTo>
                  <a:pt x="1028" y="822"/>
                </a:lnTo>
                <a:cubicBezTo>
                  <a:pt x="1690" y="183"/>
                  <a:pt x="2763" y="183"/>
                  <a:pt x="3402" y="845"/>
                </a:cubicBezTo>
                <a:lnTo>
                  <a:pt x="3402" y="845"/>
                </a:lnTo>
                <a:cubicBezTo>
                  <a:pt x="4064" y="1507"/>
                  <a:pt x="4041" y="2579"/>
                  <a:pt x="3379" y="3219"/>
                </a:cubicBezTo>
                <a:lnTo>
                  <a:pt x="3379" y="3219"/>
                </a:lnTo>
                <a:cubicBezTo>
                  <a:pt x="3060" y="3538"/>
                  <a:pt x="2626" y="3698"/>
                  <a:pt x="2215" y="3698"/>
                </a:cubicBezTo>
                <a:lnTo>
                  <a:pt x="2215" y="3698"/>
                </a:lnTo>
                <a:cubicBezTo>
                  <a:pt x="1758" y="3698"/>
                  <a:pt x="1325" y="3538"/>
                  <a:pt x="1005" y="319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8"/>
          <p:cNvSpPr/>
          <p:nvPr/>
        </p:nvSpPr>
        <p:spPr>
          <a:xfrm>
            <a:off x="796060" y="806876"/>
            <a:ext cx="97459" cy="157647"/>
          </a:xfrm>
          <a:custGeom>
            <a:avLst/>
            <a:gdLst/>
            <a:ahLst/>
            <a:cxnLst/>
            <a:rect l="l" t="t" r="r" b="b"/>
            <a:pathLst>
              <a:path w="4657" h="7533" extrusionOk="0">
                <a:moveTo>
                  <a:pt x="0" y="228"/>
                </a:moveTo>
                <a:lnTo>
                  <a:pt x="2328" y="2602"/>
                </a:lnTo>
                <a:lnTo>
                  <a:pt x="2306" y="5387"/>
                </a:lnTo>
                <a:lnTo>
                  <a:pt x="4428" y="7533"/>
                </a:lnTo>
                <a:lnTo>
                  <a:pt x="4657" y="7304"/>
                </a:lnTo>
                <a:lnTo>
                  <a:pt x="2648" y="5250"/>
                </a:lnTo>
                <a:lnTo>
                  <a:pt x="2671" y="2465"/>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8"/>
          <p:cNvSpPr/>
          <p:nvPr/>
        </p:nvSpPr>
        <p:spPr>
          <a:xfrm>
            <a:off x="8768267" y="732698"/>
            <a:ext cx="263707" cy="498723"/>
          </a:xfrm>
          <a:custGeom>
            <a:avLst/>
            <a:gdLst/>
            <a:ahLst/>
            <a:cxnLst/>
            <a:rect l="l" t="t" r="r" b="b"/>
            <a:pathLst>
              <a:path w="12601" h="23831" extrusionOk="0">
                <a:moveTo>
                  <a:pt x="4543" y="11505"/>
                </a:moveTo>
                <a:lnTo>
                  <a:pt x="4520" y="11573"/>
                </a:lnTo>
                <a:lnTo>
                  <a:pt x="12121" y="19334"/>
                </a:lnTo>
                <a:lnTo>
                  <a:pt x="8012" y="23374"/>
                </a:lnTo>
                <a:lnTo>
                  <a:pt x="366" y="15568"/>
                </a:lnTo>
                <a:cubicBezTo>
                  <a:pt x="366" y="14860"/>
                  <a:pt x="457" y="7807"/>
                  <a:pt x="480" y="5045"/>
                </a:cubicBezTo>
                <a:lnTo>
                  <a:pt x="480" y="5045"/>
                </a:lnTo>
                <a:lnTo>
                  <a:pt x="160" y="5045"/>
                </a:lnTo>
                <a:cubicBezTo>
                  <a:pt x="1" y="15659"/>
                  <a:pt x="23" y="15682"/>
                  <a:pt x="92" y="15750"/>
                </a:cubicBezTo>
                <a:lnTo>
                  <a:pt x="92" y="15750"/>
                </a:lnTo>
                <a:lnTo>
                  <a:pt x="8012" y="23830"/>
                </a:lnTo>
                <a:lnTo>
                  <a:pt x="12600" y="19334"/>
                </a:lnTo>
                <a:lnTo>
                  <a:pt x="4862" y="11436"/>
                </a:lnTo>
                <a:lnTo>
                  <a:pt x="4977" y="1"/>
                </a:lnTo>
                <a:lnTo>
                  <a:pt x="4657"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8"/>
          <p:cNvSpPr/>
          <p:nvPr/>
        </p:nvSpPr>
        <p:spPr>
          <a:xfrm>
            <a:off x="8720513" y="1074706"/>
            <a:ext cx="141407" cy="143814"/>
          </a:xfrm>
          <a:custGeom>
            <a:avLst/>
            <a:gdLst/>
            <a:ahLst/>
            <a:cxnLst/>
            <a:rect l="l" t="t" r="r" b="b"/>
            <a:pathLst>
              <a:path w="6757" h="6872" extrusionOk="0">
                <a:moveTo>
                  <a:pt x="0" y="252"/>
                </a:moveTo>
                <a:lnTo>
                  <a:pt x="6505" y="6871"/>
                </a:lnTo>
                <a:lnTo>
                  <a:pt x="6756" y="6643"/>
                </a:lnTo>
                <a:lnTo>
                  <a:pt x="25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8"/>
          <p:cNvSpPr/>
          <p:nvPr/>
        </p:nvSpPr>
        <p:spPr>
          <a:xfrm>
            <a:off x="8798360" y="609942"/>
            <a:ext cx="175331" cy="572765"/>
          </a:xfrm>
          <a:custGeom>
            <a:avLst/>
            <a:gdLst/>
            <a:ahLst/>
            <a:cxnLst/>
            <a:rect l="l" t="t" r="r" b="b"/>
            <a:pathLst>
              <a:path w="8378" h="27369" extrusionOk="0">
                <a:moveTo>
                  <a:pt x="1598" y="19037"/>
                </a:moveTo>
                <a:lnTo>
                  <a:pt x="1598" y="19106"/>
                </a:lnTo>
                <a:lnTo>
                  <a:pt x="7898" y="25542"/>
                </a:lnTo>
                <a:lnTo>
                  <a:pt x="6529" y="26889"/>
                </a:lnTo>
                <a:lnTo>
                  <a:pt x="320" y="20566"/>
                </a:lnTo>
                <a:lnTo>
                  <a:pt x="434" y="9633"/>
                </a:lnTo>
                <a:lnTo>
                  <a:pt x="115" y="9610"/>
                </a:lnTo>
                <a:lnTo>
                  <a:pt x="1" y="20635"/>
                </a:lnTo>
                <a:lnTo>
                  <a:pt x="1" y="20703"/>
                </a:lnTo>
                <a:lnTo>
                  <a:pt x="6529" y="27368"/>
                </a:lnTo>
                <a:lnTo>
                  <a:pt x="8377" y="25565"/>
                </a:lnTo>
                <a:lnTo>
                  <a:pt x="1941" y="18991"/>
                </a:lnTo>
                <a:lnTo>
                  <a:pt x="2146" y="1"/>
                </a:lnTo>
                <a:lnTo>
                  <a:pt x="180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8"/>
          <p:cNvSpPr/>
          <p:nvPr/>
        </p:nvSpPr>
        <p:spPr>
          <a:xfrm>
            <a:off x="4675290" y="3886404"/>
            <a:ext cx="175812" cy="480558"/>
          </a:xfrm>
          <a:custGeom>
            <a:avLst/>
            <a:gdLst/>
            <a:ahLst/>
            <a:cxnLst/>
            <a:rect l="l" t="t" r="r" b="b"/>
            <a:pathLst>
              <a:path w="8401" h="22963" extrusionOk="0">
                <a:moveTo>
                  <a:pt x="0" y="1827"/>
                </a:moveTo>
                <a:lnTo>
                  <a:pt x="6437" y="8400"/>
                </a:lnTo>
                <a:lnTo>
                  <a:pt x="6346" y="17690"/>
                </a:lnTo>
                <a:lnTo>
                  <a:pt x="6688" y="17713"/>
                </a:lnTo>
                <a:lnTo>
                  <a:pt x="6779" y="8332"/>
                </a:lnTo>
                <a:lnTo>
                  <a:pt x="6779" y="8263"/>
                </a:lnTo>
                <a:lnTo>
                  <a:pt x="480" y="1827"/>
                </a:lnTo>
                <a:lnTo>
                  <a:pt x="1849" y="480"/>
                </a:lnTo>
                <a:lnTo>
                  <a:pt x="8058" y="6825"/>
                </a:lnTo>
                <a:lnTo>
                  <a:pt x="7898" y="22963"/>
                </a:lnTo>
                <a:lnTo>
                  <a:pt x="8217" y="22963"/>
                </a:lnTo>
                <a:lnTo>
                  <a:pt x="8400" y="6757"/>
                </a:lnTo>
                <a:lnTo>
                  <a:pt x="8400" y="6688"/>
                </a:lnTo>
                <a:lnTo>
                  <a:pt x="184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8"/>
          <p:cNvSpPr/>
          <p:nvPr/>
        </p:nvSpPr>
        <p:spPr>
          <a:xfrm>
            <a:off x="4563521" y="3901702"/>
            <a:ext cx="210196" cy="483907"/>
          </a:xfrm>
          <a:custGeom>
            <a:avLst/>
            <a:gdLst/>
            <a:ahLst/>
            <a:cxnLst/>
            <a:rect l="l" t="t" r="r" b="b"/>
            <a:pathLst>
              <a:path w="10044" h="23123" extrusionOk="0">
                <a:moveTo>
                  <a:pt x="0" y="1803"/>
                </a:moveTo>
                <a:lnTo>
                  <a:pt x="8103" y="10089"/>
                </a:lnTo>
                <a:lnTo>
                  <a:pt x="8012" y="19036"/>
                </a:lnTo>
                <a:lnTo>
                  <a:pt x="5707" y="21296"/>
                </a:lnTo>
                <a:lnTo>
                  <a:pt x="5935" y="21524"/>
                </a:lnTo>
                <a:lnTo>
                  <a:pt x="8354" y="19173"/>
                </a:lnTo>
                <a:lnTo>
                  <a:pt x="8446" y="10020"/>
                </a:lnTo>
                <a:lnTo>
                  <a:pt x="8446" y="9952"/>
                </a:lnTo>
                <a:lnTo>
                  <a:pt x="457" y="1803"/>
                </a:lnTo>
                <a:lnTo>
                  <a:pt x="1826" y="457"/>
                </a:lnTo>
                <a:lnTo>
                  <a:pt x="9724" y="8514"/>
                </a:lnTo>
                <a:lnTo>
                  <a:pt x="9610" y="18991"/>
                </a:lnTo>
                <a:cubicBezTo>
                  <a:pt x="8126" y="20452"/>
                  <a:pt x="5935" y="22643"/>
                  <a:pt x="5752" y="22757"/>
                </a:cubicBezTo>
                <a:lnTo>
                  <a:pt x="5752" y="22757"/>
                </a:lnTo>
                <a:lnTo>
                  <a:pt x="5843" y="22917"/>
                </a:lnTo>
                <a:lnTo>
                  <a:pt x="5661" y="22917"/>
                </a:lnTo>
                <a:lnTo>
                  <a:pt x="5661" y="23031"/>
                </a:lnTo>
                <a:lnTo>
                  <a:pt x="5775" y="23076"/>
                </a:lnTo>
                <a:cubicBezTo>
                  <a:pt x="5912" y="23122"/>
                  <a:pt x="5935" y="23122"/>
                  <a:pt x="9884" y="19173"/>
                </a:cubicBezTo>
                <a:lnTo>
                  <a:pt x="9884" y="19173"/>
                </a:lnTo>
                <a:lnTo>
                  <a:pt x="9929" y="19128"/>
                </a:lnTo>
                <a:lnTo>
                  <a:pt x="10043" y="8445"/>
                </a:lnTo>
                <a:lnTo>
                  <a:pt x="10043" y="8377"/>
                </a:lnTo>
                <a:lnTo>
                  <a:pt x="184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8"/>
          <p:cNvSpPr/>
          <p:nvPr/>
        </p:nvSpPr>
        <p:spPr>
          <a:xfrm>
            <a:off x="754019" y="1034246"/>
            <a:ext cx="132346" cy="242675"/>
          </a:xfrm>
          <a:custGeom>
            <a:avLst/>
            <a:gdLst/>
            <a:ahLst/>
            <a:cxnLst/>
            <a:rect l="l" t="t" r="r" b="b"/>
            <a:pathLst>
              <a:path w="6324" h="11596" extrusionOk="0">
                <a:moveTo>
                  <a:pt x="46" y="1461"/>
                </a:moveTo>
                <a:lnTo>
                  <a:pt x="1" y="5387"/>
                </a:lnTo>
                <a:lnTo>
                  <a:pt x="6072" y="11595"/>
                </a:lnTo>
                <a:lnTo>
                  <a:pt x="6323" y="11367"/>
                </a:lnTo>
                <a:lnTo>
                  <a:pt x="343" y="5250"/>
                </a:lnTo>
                <a:lnTo>
                  <a:pt x="366" y="1621"/>
                </a:lnTo>
                <a:lnTo>
                  <a:pt x="1781" y="251"/>
                </a:lnTo>
                <a:lnTo>
                  <a:pt x="153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8"/>
          <p:cNvSpPr/>
          <p:nvPr/>
        </p:nvSpPr>
        <p:spPr>
          <a:xfrm>
            <a:off x="775510" y="1040921"/>
            <a:ext cx="107505" cy="193956"/>
          </a:xfrm>
          <a:custGeom>
            <a:avLst/>
            <a:gdLst/>
            <a:ahLst/>
            <a:cxnLst/>
            <a:rect l="l" t="t" r="r" b="b"/>
            <a:pathLst>
              <a:path w="5137" h="9268" extrusionOk="0">
                <a:moveTo>
                  <a:pt x="24" y="1553"/>
                </a:moveTo>
                <a:lnTo>
                  <a:pt x="1" y="4246"/>
                </a:lnTo>
                <a:lnTo>
                  <a:pt x="4908" y="9268"/>
                </a:lnTo>
                <a:lnTo>
                  <a:pt x="5136" y="9017"/>
                </a:lnTo>
                <a:lnTo>
                  <a:pt x="343" y="4109"/>
                </a:lnTo>
                <a:lnTo>
                  <a:pt x="366" y="1690"/>
                </a:lnTo>
                <a:lnTo>
                  <a:pt x="1827" y="252"/>
                </a:lnTo>
                <a:lnTo>
                  <a:pt x="159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8"/>
          <p:cNvSpPr/>
          <p:nvPr/>
        </p:nvSpPr>
        <p:spPr>
          <a:xfrm>
            <a:off x="800832" y="1008443"/>
            <a:ext cx="92688" cy="203499"/>
          </a:xfrm>
          <a:custGeom>
            <a:avLst/>
            <a:gdLst/>
            <a:ahLst/>
            <a:cxnLst/>
            <a:rect l="l" t="t" r="r" b="b"/>
            <a:pathLst>
              <a:path w="4429" h="9724" extrusionOk="0">
                <a:moveTo>
                  <a:pt x="23" y="4086"/>
                </a:moveTo>
                <a:lnTo>
                  <a:pt x="0" y="5456"/>
                </a:lnTo>
                <a:lnTo>
                  <a:pt x="4200" y="9724"/>
                </a:lnTo>
                <a:lnTo>
                  <a:pt x="4429" y="9496"/>
                </a:lnTo>
                <a:lnTo>
                  <a:pt x="343" y="5319"/>
                </a:lnTo>
                <a:lnTo>
                  <a:pt x="343" y="4246"/>
                </a:lnTo>
                <a:lnTo>
                  <a:pt x="4429" y="252"/>
                </a:lnTo>
                <a:lnTo>
                  <a:pt x="420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8"/>
          <p:cNvSpPr/>
          <p:nvPr/>
        </p:nvSpPr>
        <p:spPr>
          <a:xfrm>
            <a:off x="8697096" y="221142"/>
            <a:ext cx="96036" cy="620982"/>
          </a:xfrm>
          <a:custGeom>
            <a:avLst/>
            <a:gdLst/>
            <a:ahLst/>
            <a:cxnLst/>
            <a:rect l="l" t="t" r="r" b="b"/>
            <a:pathLst>
              <a:path w="4589" h="29673" extrusionOk="0">
                <a:moveTo>
                  <a:pt x="4155" y="9815"/>
                </a:moveTo>
                <a:lnTo>
                  <a:pt x="46" y="13855"/>
                </a:lnTo>
                <a:lnTo>
                  <a:pt x="1" y="18671"/>
                </a:lnTo>
                <a:lnTo>
                  <a:pt x="3493" y="22232"/>
                </a:lnTo>
                <a:lnTo>
                  <a:pt x="3424" y="29650"/>
                </a:lnTo>
                <a:lnTo>
                  <a:pt x="3744" y="29673"/>
                </a:lnTo>
                <a:lnTo>
                  <a:pt x="3835" y="22163"/>
                </a:lnTo>
                <a:lnTo>
                  <a:pt x="3835" y="22095"/>
                </a:lnTo>
                <a:lnTo>
                  <a:pt x="343" y="18534"/>
                </a:lnTo>
                <a:lnTo>
                  <a:pt x="389" y="13992"/>
                </a:lnTo>
                <a:lnTo>
                  <a:pt x="4497" y="9975"/>
                </a:lnTo>
                <a:lnTo>
                  <a:pt x="4589" y="0"/>
                </a:lnTo>
                <a:lnTo>
                  <a:pt x="426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8"/>
          <p:cNvSpPr/>
          <p:nvPr/>
        </p:nvSpPr>
        <p:spPr>
          <a:xfrm>
            <a:off x="8601566" y="120337"/>
            <a:ext cx="66905" cy="327243"/>
          </a:xfrm>
          <a:custGeom>
            <a:avLst/>
            <a:gdLst/>
            <a:ahLst/>
            <a:cxnLst/>
            <a:rect l="l" t="t" r="r" b="b"/>
            <a:pathLst>
              <a:path w="3197" h="15637" extrusionOk="0">
                <a:moveTo>
                  <a:pt x="2694" y="7670"/>
                </a:moveTo>
                <a:lnTo>
                  <a:pt x="23" y="10272"/>
                </a:lnTo>
                <a:lnTo>
                  <a:pt x="1" y="12623"/>
                </a:lnTo>
                <a:lnTo>
                  <a:pt x="2945" y="15636"/>
                </a:lnTo>
                <a:lnTo>
                  <a:pt x="3196" y="15408"/>
                </a:lnTo>
                <a:lnTo>
                  <a:pt x="343" y="12486"/>
                </a:lnTo>
                <a:lnTo>
                  <a:pt x="366" y="10409"/>
                </a:lnTo>
                <a:lnTo>
                  <a:pt x="3013" y="7807"/>
                </a:lnTo>
                <a:lnTo>
                  <a:pt x="3105" y="24"/>
                </a:lnTo>
                <a:lnTo>
                  <a:pt x="276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8"/>
          <p:cNvSpPr/>
          <p:nvPr/>
        </p:nvSpPr>
        <p:spPr>
          <a:xfrm>
            <a:off x="8493145" y="651984"/>
            <a:ext cx="96497" cy="480558"/>
          </a:xfrm>
          <a:custGeom>
            <a:avLst/>
            <a:gdLst/>
            <a:ahLst/>
            <a:cxnLst/>
            <a:rect l="l" t="t" r="r" b="b"/>
            <a:pathLst>
              <a:path w="4611" h="22963" extrusionOk="0">
                <a:moveTo>
                  <a:pt x="0" y="252"/>
                </a:moveTo>
                <a:lnTo>
                  <a:pt x="4269" y="4611"/>
                </a:lnTo>
                <a:lnTo>
                  <a:pt x="4086" y="22963"/>
                </a:lnTo>
                <a:lnTo>
                  <a:pt x="4428" y="22963"/>
                </a:lnTo>
                <a:lnTo>
                  <a:pt x="4611" y="4543"/>
                </a:lnTo>
                <a:lnTo>
                  <a:pt x="4611" y="4474"/>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8"/>
          <p:cNvSpPr/>
          <p:nvPr/>
        </p:nvSpPr>
        <p:spPr>
          <a:xfrm>
            <a:off x="8139191" y="614734"/>
            <a:ext cx="395069" cy="403168"/>
          </a:xfrm>
          <a:custGeom>
            <a:avLst/>
            <a:gdLst/>
            <a:ahLst/>
            <a:cxnLst/>
            <a:rect l="l" t="t" r="r" b="b"/>
            <a:pathLst>
              <a:path w="18878" h="19265" extrusionOk="0">
                <a:moveTo>
                  <a:pt x="1" y="228"/>
                </a:moveTo>
                <a:lnTo>
                  <a:pt x="18649" y="19265"/>
                </a:lnTo>
                <a:lnTo>
                  <a:pt x="18877" y="19036"/>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8"/>
          <p:cNvSpPr/>
          <p:nvPr/>
        </p:nvSpPr>
        <p:spPr>
          <a:xfrm>
            <a:off x="8137768" y="303301"/>
            <a:ext cx="75967" cy="266072"/>
          </a:xfrm>
          <a:custGeom>
            <a:avLst/>
            <a:gdLst/>
            <a:ahLst/>
            <a:cxnLst/>
            <a:rect l="l" t="t" r="r" b="b"/>
            <a:pathLst>
              <a:path w="3630" h="12714" extrusionOk="0">
                <a:moveTo>
                  <a:pt x="3173" y="11915"/>
                </a:moveTo>
                <a:lnTo>
                  <a:pt x="228" y="8925"/>
                </a:lnTo>
                <a:lnTo>
                  <a:pt x="0" y="9153"/>
                </a:lnTo>
                <a:lnTo>
                  <a:pt x="3492" y="12714"/>
                </a:lnTo>
                <a:lnTo>
                  <a:pt x="3629" y="0"/>
                </a:lnTo>
                <a:lnTo>
                  <a:pt x="3287"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8"/>
          <p:cNvSpPr/>
          <p:nvPr/>
        </p:nvSpPr>
        <p:spPr>
          <a:xfrm>
            <a:off x="8140154" y="538769"/>
            <a:ext cx="120396" cy="122321"/>
          </a:xfrm>
          <a:custGeom>
            <a:avLst/>
            <a:gdLst/>
            <a:ahLst/>
            <a:cxnLst/>
            <a:rect l="l" t="t" r="r" b="b"/>
            <a:pathLst>
              <a:path w="5753" h="5845" extrusionOk="0">
                <a:moveTo>
                  <a:pt x="0" y="229"/>
                </a:moveTo>
                <a:lnTo>
                  <a:pt x="5501" y="5844"/>
                </a:lnTo>
                <a:lnTo>
                  <a:pt x="5752" y="5616"/>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8"/>
          <p:cNvSpPr/>
          <p:nvPr/>
        </p:nvSpPr>
        <p:spPr>
          <a:xfrm>
            <a:off x="8206073" y="444682"/>
            <a:ext cx="140926" cy="143793"/>
          </a:xfrm>
          <a:custGeom>
            <a:avLst/>
            <a:gdLst/>
            <a:ahLst/>
            <a:cxnLst/>
            <a:rect l="l" t="t" r="r" b="b"/>
            <a:pathLst>
              <a:path w="6734" h="6871" extrusionOk="0">
                <a:moveTo>
                  <a:pt x="0" y="229"/>
                </a:moveTo>
                <a:lnTo>
                  <a:pt x="6505" y="6871"/>
                </a:lnTo>
                <a:lnTo>
                  <a:pt x="6734" y="6642"/>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8"/>
          <p:cNvSpPr/>
          <p:nvPr/>
        </p:nvSpPr>
        <p:spPr>
          <a:xfrm>
            <a:off x="7836843" y="411241"/>
            <a:ext cx="240290" cy="245061"/>
          </a:xfrm>
          <a:custGeom>
            <a:avLst/>
            <a:gdLst/>
            <a:ahLst/>
            <a:cxnLst/>
            <a:rect l="l" t="t" r="r" b="b"/>
            <a:pathLst>
              <a:path w="11482" h="11710" extrusionOk="0">
                <a:moveTo>
                  <a:pt x="0" y="229"/>
                </a:moveTo>
                <a:lnTo>
                  <a:pt x="11230" y="11710"/>
                </a:lnTo>
                <a:lnTo>
                  <a:pt x="11481" y="11459"/>
                </a:lnTo>
                <a:lnTo>
                  <a:pt x="25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8"/>
          <p:cNvSpPr/>
          <p:nvPr/>
        </p:nvSpPr>
        <p:spPr>
          <a:xfrm>
            <a:off x="7618557" y="249791"/>
            <a:ext cx="390277" cy="397936"/>
          </a:xfrm>
          <a:custGeom>
            <a:avLst/>
            <a:gdLst/>
            <a:ahLst/>
            <a:cxnLst/>
            <a:rect l="l" t="t" r="r" b="b"/>
            <a:pathLst>
              <a:path w="18649" h="19015" extrusionOk="0">
                <a:moveTo>
                  <a:pt x="0" y="229"/>
                </a:moveTo>
                <a:lnTo>
                  <a:pt x="18397" y="19014"/>
                </a:lnTo>
                <a:lnTo>
                  <a:pt x="18648" y="18786"/>
                </a:lnTo>
                <a:lnTo>
                  <a:pt x="25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8"/>
          <p:cNvSpPr/>
          <p:nvPr/>
        </p:nvSpPr>
        <p:spPr>
          <a:xfrm>
            <a:off x="7536184" y="1946956"/>
            <a:ext cx="1092478" cy="631048"/>
          </a:xfrm>
          <a:custGeom>
            <a:avLst/>
            <a:gdLst/>
            <a:ahLst/>
            <a:cxnLst/>
            <a:rect l="l" t="t" r="r" b="b"/>
            <a:pathLst>
              <a:path w="52203" h="30154" extrusionOk="0">
                <a:moveTo>
                  <a:pt x="1" y="229"/>
                </a:moveTo>
                <a:lnTo>
                  <a:pt x="5502" y="5844"/>
                </a:lnTo>
                <a:lnTo>
                  <a:pt x="13582" y="5936"/>
                </a:lnTo>
                <a:lnTo>
                  <a:pt x="18489" y="10957"/>
                </a:lnTo>
                <a:lnTo>
                  <a:pt x="33303" y="11117"/>
                </a:lnTo>
                <a:lnTo>
                  <a:pt x="51974" y="30153"/>
                </a:lnTo>
                <a:lnTo>
                  <a:pt x="52202" y="29925"/>
                </a:lnTo>
                <a:lnTo>
                  <a:pt x="33463" y="10774"/>
                </a:lnTo>
                <a:lnTo>
                  <a:pt x="18649" y="10615"/>
                </a:lnTo>
                <a:lnTo>
                  <a:pt x="13719" y="5593"/>
                </a:lnTo>
                <a:lnTo>
                  <a:pt x="5639" y="5525"/>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8"/>
          <p:cNvSpPr/>
          <p:nvPr/>
        </p:nvSpPr>
        <p:spPr>
          <a:xfrm>
            <a:off x="7573915" y="1747293"/>
            <a:ext cx="1038506" cy="184413"/>
          </a:xfrm>
          <a:custGeom>
            <a:avLst/>
            <a:gdLst/>
            <a:ahLst/>
            <a:cxnLst/>
            <a:rect l="l" t="t" r="r" b="b"/>
            <a:pathLst>
              <a:path w="49624" h="8812" extrusionOk="0">
                <a:moveTo>
                  <a:pt x="1" y="3836"/>
                </a:moveTo>
                <a:lnTo>
                  <a:pt x="229" y="4064"/>
                </a:lnTo>
                <a:lnTo>
                  <a:pt x="4018" y="343"/>
                </a:lnTo>
                <a:lnTo>
                  <a:pt x="8241" y="389"/>
                </a:lnTo>
                <a:lnTo>
                  <a:pt x="12235" y="4475"/>
                </a:lnTo>
                <a:lnTo>
                  <a:pt x="22621" y="4566"/>
                </a:lnTo>
                <a:lnTo>
                  <a:pt x="26798" y="8812"/>
                </a:lnTo>
                <a:lnTo>
                  <a:pt x="33714" y="2032"/>
                </a:lnTo>
                <a:lnTo>
                  <a:pt x="49623" y="2192"/>
                </a:lnTo>
                <a:lnTo>
                  <a:pt x="49623" y="1873"/>
                </a:lnTo>
                <a:lnTo>
                  <a:pt x="33645" y="1690"/>
                </a:lnTo>
                <a:lnTo>
                  <a:pt x="33577" y="1690"/>
                </a:lnTo>
                <a:lnTo>
                  <a:pt x="26798" y="8355"/>
                </a:lnTo>
                <a:lnTo>
                  <a:pt x="22758" y="4246"/>
                </a:lnTo>
                <a:lnTo>
                  <a:pt x="12395" y="4132"/>
                </a:lnTo>
                <a:lnTo>
                  <a:pt x="8401" y="47"/>
                </a:lnTo>
                <a:lnTo>
                  <a:pt x="388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8"/>
          <p:cNvSpPr/>
          <p:nvPr/>
        </p:nvSpPr>
        <p:spPr>
          <a:xfrm>
            <a:off x="7574396" y="1822776"/>
            <a:ext cx="259396" cy="107505"/>
          </a:xfrm>
          <a:custGeom>
            <a:avLst/>
            <a:gdLst/>
            <a:ahLst/>
            <a:cxnLst/>
            <a:rect l="l" t="t" r="r" b="b"/>
            <a:pathLst>
              <a:path w="12395" h="5137" extrusionOk="0">
                <a:moveTo>
                  <a:pt x="1" y="4908"/>
                </a:moveTo>
                <a:lnTo>
                  <a:pt x="252" y="5136"/>
                </a:lnTo>
                <a:lnTo>
                  <a:pt x="5159" y="343"/>
                </a:lnTo>
                <a:lnTo>
                  <a:pt x="7716" y="366"/>
                </a:lnTo>
                <a:lnTo>
                  <a:pt x="12167" y="4885"/>
                </a:lnTo>
                <a:lnTo>
                  <a:pt x="12395" y="4657"/>
                </a:lnTo>
                <a:lnTo>
                  <a:pt x="7875" y="23"/>
                </a:lnTo>
                <a:lnTo>
                  <a:pt x="502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8"/>
          <p:cNvSpPr/>
          <p:nvPr/>
        </p:nvSpPr>
        <p:spPr>
          <a:xfrm>
            <a:off x="7606393" y="1894430"/>
            <a:ext cx="187762" cy="70714"/>
          </a:xfrm>
          <a:custGeom>
            <a:avLst/>
            <a:gdLst/>
            <a:ahLst/>
            <a:cxnLst/>
            <a:rect l="l" t="t" r="r" b="b"/>
            <a:pathLst>
              <a:path w="8972" h="3379" extrusionOk="0">
                <a:moveTo>
                  <a:pt x="1" y="3150"/>
                </a:moveTo>
                <a:lnTo>
                  <a:pt x="229" y="3378"/>
                </a:lnTo>
                <a:lnTo>
                  <a:pt x="3333" y="343"/>
                </a:lnTo>
                <a:lnTo>
                  <a:pt x="5867" y="365"/>
                </a:lnTo>
                <a:lnTo>
                  <a:pt x="8743" y="3310"/>
                </a:lnTo>
                <a:lnTo>
                  <a:pt x="8971" y="3082"/>
                </a:lnTo>
                <a:lnTo>
                  <a:pt x="6004" y="46"/>
                </a:lnTo>
                <a:lnTo>
                  <a:pt x="3197"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8"/>
          <p:cNvSpPr/>
          <p:nvPr/>
        </p:nvSpPr>
        <p:spPr>
          <a:xfrm>
            <a:off x="7859564" y="1946956"/>
            <a:ext cx="166729" cy="45413"/>
          </a:xfrm>
          <a:custGeom>
            <a:avLst/>
            <a:gdLst/>
            <a:ahLst/>
            <a:cxnLst/>
            <a:rect l="l" t="t" r="r" b="b"/>
            <a:pathLst>
              <a:path w="7967" h="2170" extrusionOk="0">
                <a:moveTo>
                  <a:pt x="0" y="1918"/>
                </a:moveTo>
                <a:lnTo>
                  <a:pt x="229" y="2169"/>
                </a:lnTo>
                <a:lnTo>
                  <a:pt x="2100" y="343"/>
                </a:lnTo>
                <a:lnTo>
                  <a:pt x="6528" y="389"/>
                </a:lnTo>
                <a:lnTo>
                  <a:pt x="7738" y="1622"/>
                </a:lnTo>
                <a:lnTo>
                  <a:pt x="7966" y="1393"/>
                </a:lnTo>
                <a:lnTo>
                  <a:pt x="6665" y="47"/>
                </a:lnTo>
                <a:lnTo>
                  <a:pt x="1963"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8"/>
          <p:cNvSpPr/>
          <p:nvPr/>
        </p:nvSpPr>
        <p:spPr>
          <a:xfrm>
            <a:off x="7898739" y="1785045"/>
            <a:ext cx="477691" cy="248409"/>
          </a:xfrm>
          <a:custGeom>
            <a:avLst/>
            <a:gdLst/>
            <a:ahLst/>
            <a:cxnLst/>
            <a:rect l="l" t="t" r="r" b="b"/>
            <a:pathLst>
              <a:path w="22826" h="11870" extrusionOk="0">
                <a:moveTo>
                  <a:pt x="10705" y="11550"/>
                </a:moveTo>
                <a:lnTo>
                  <a:pt x="0" y="11436"/>
                </a:lnTo>
                <a:lnTo>
                  <a:pt x="0" y="11755"/>
                </a:lnTo>
                <a:lnTo>
                  <a:pt x="10842" y="11869"/>
                </a:lnTo>
                <a:lnTo>
                  <a:pt x="10888" y="11824"/>
                </a:lnTo>
                <a:cubicBezTo>
                  <a:pt x="10888" y="11824"/>
                  <a:pt x="13855" y="8948"/>
                  <a:pt x="16822" y="6049"/>
                </a:cubicBezTo>
                <a:lnTo>
                  <a:pt x="16822" y="6049"/>
                </a:lnTo>
                <a:cubicBezTo>
                  <a:pt x="22825" y="160"/>
                  <a:pt x="22825" y="160"/>
                  <a:pt x="22780" y="46"/>
                </a:cubicBezTo>
                <a:lnTo>
                  <a:pt x="22780" y="46"/>
                </a:lnTo>
                <a:lnTo>
                  <a:pt x="22620" y="114"/>
                </a:lnTo>
                <a:lnTo>
                  <a:pt x="22483" y="0"/>
                </a:lnTo>
                <a:cubicBezTo>
                  <a:pt x="22300" y="228"/>
                  <a:pt x="14722" y="7624"/>
                  <a:pt x="10705" y="1155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8"/>
          <p:cNvSpPr/>
          <p:nvPr/>
        </p:nvSpPr>
        <p:spPr>
          <a:xfrm>
            <a:off x="1003360" y="1455063"/>
            <a:ext cx="647748" cy="187741"/>
          </a:xfrm>
          <a:custGeom>
            <a:avLst/>
            <a:gdLst/>
            <a:ahLst/>
            <a:cxnLst/>
            <a:rect l="l" t="t" r="r" b="b"/>
            <a:pathLst>
              <a:path w="30952" h="8971" extrusionOk="0">
                <a:moveTo>
                  <a:pt x="16252" y="1233"/>
                </a:moveTo>
                <a:lnTo>
                  <a:pt x="7807" y="1141"/>
                </a:lnTo>
                <a:lnTo>
                  <a:pt x="7738" y="1141"/>
                </a:lnTo>
                <a:lnTo>
                  <a:pt x="0" y="8742"/>
                </a:lnTo>
                <a:lnTo>
                  <a:pt x="229" y="8970"/>
                </a:lnTo>
                <a:lnTo>
                  <a:pt x="7875" y="1484"/>
                </a:lnTo>
                <a:lnTo>
                  <a:pt x="16320" y="1575"/>
                </a:lnTo>
                <a:lnTo>
                  <a:pt x="16389" y="1575"/>
                </a:lnTo>
                <a:lnTo>
                  <a:pt x="17667" y="320"/>
                </a:lnTo>
                <a:lnTo>
                  <a:pt x="30951" y="457"/>
                </a:lnTo>
                <a:lnTo>
                  <a:pt x="30951" y="137"/>
                </a:lnTo>
                <a:lnTo>
                  <a:pt x="17599" y="0"/>
                </a:lnTo>
                <a:lnTo>
                  <a:pt x="1753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8"/>
          <p:cNvSpPr/>
          <p:nvPr/>
        </p:nvSpPr>
        <p:spPr>
          <a:xfrm>
            <a:off x="932670" y="880433"/>
            <a:ext cx="293780" cy="676879"/>
          </a:xfrm>
          <a:custGeom>
            <a:avLst/>
            <a:gdLst/>
            <a:ahLst/>
            <a:cxnLst/>
            <a:rect l="l" t="t" r="r" b="b"/>
            <a:pathLst>
              <a:path w="14038" h="32344" extrusionOk="0">
                <a:moveTo>
                  <a:pt x="10979" y="229"/>
                </a:moveTo>
                <a:lnTo>
                  <a:pt x="13695" y="3013"/>
                </a:lnTo>
                <a:lnTo>
                  <a:pt x="13536" y="18831"/>
                </a:lnTo>
                <a:lnTo>
                  <a:pt x="0" y="32115"/>
                </a:lnTo>
                <a:lnTo>
                  <a:pt x="228" y="32344"/>
                </a:lnTo>
                <a:lnTo>
                  <a:pt x="13878" y="18991"/>
                </a:lnTo>
                <a:lnTo>
                  <a:pt x="14038" y="2945"/>
                </a:lnTo>
                <a:lnTo>
                  <a:pt x="14038" y="2876"/>
                </a:lnTo>
                <a:lnTo>
                  <a:pt x="11207"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8"/>
          <p:cNvSpPr/>
          <p:nvPr/>
        </p:nvSpPr>
        <p:spPr>
          <a:xfrm>
            <a:off x="1067835" y="1017044"/>
            <a:ext cx="95074" cy="307634"/>
          </a:xfrm>
          <a:custGeom>
            <a:avLst/>
            <a:gdLst/>
            <a:ahLst/>
            <a:cxnLst/>
            <a:rect l="l" t="t" r="r" b="b"/>
            <a:pathLst>
              <a:path w="4543" h="14700" extrusionOk="0">
                <a:moveTo>
                  <a:pt x="2215" y="229"/>
                </a:moveTo>
                <a:lnTo>
                  <a:pt x="4223" y="2283"/>
                </a:lnTo>
                <a:lnTo>
                  <a:pt x="4132" y="10409"/>
                </a:lnTo>
                <a:lnTo>
                  <a:pt x="1" y="14449"/>
                </a:lnTo>
                <a:lnTo>
                  <a:pt x="229" y="14700"/>
                </a:lnTo>
                <a:lnTo>
                  <a:pt x="4475" y="10546"/>
                </a:lnTo>
                <a:lnTo>
                  <a:pt x="4543" y="2214"/>
                </a:lnTo>
                <a:lnTo>
                  <a:pt x="4543" y="2146"/>
                </a:lnTo>
                <a:lnTo>
                  <a:pt x="2466"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8"/>
          <p:cNvSpPr/>
          <p:nvPr/>
        </p:nvSpPr>
        <p:spPr>
          <a:xfrm>
            <a:off x="1035838" y="1048560"/>
            <a:ext cx="78834" cy="243638"/>
          </a:xfrm>
          <a:custGeom>
            <a:avLst/>
            <a:gdLst/>
            <a:ahLst/>
            <a:cxnLst/>
            <a:rect l="l" t="t" r="r" b="b"/>
            <a:pathLst>
              <a:path w="3767" h="11642" extrusionOk="0">
                <a:moveTo>
                  <a:pt x="1849" y="229"/>
                </a:moveTo>
                <a:lnTo>
                  <a:pt x="3424" y="1850"/>
                </a:lnTo>
                <a:lnTo>
                  <a:pt x="3356" y="8104"/>
                </a:lnTo>
                <a:lnTo>
                  <a:pt x="0" y="11391"/>
                </a:lnTo>
                <a:lnTo>
                  <a:pt x="229" y="11642"/>
                </a:lnTo>
                <a:lnTo>
                  <a:pt x="3698" y="8241"/>
                </a:lnTo>
                <a:lnTo>
                  <a:pt x="3767" y="1781"/>
                </a:lnTo>
                <a:lnTo>
                  <a:pt x="3767" y="1713"/>
                </a:lnTo>
                <a:lnTo>
                  <a:pt x="207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8"/>
          <p:cNvSpPr/>
          <p:nvPr/>
        </p:nvSpPr>
        <p:spPr>
          <a:xfrm>
            <a:off x="1075473" y="669303"/>
            <a:ext cx="87435" cy="236941"/>
          </a:xfrm>
          <a:custGeom>
            <a:avLst/>
            <a:gdLst/>
            <a:ahLst/>
            <a:cxnLst/>
            <a:rect l="l" t="t" r="r" b="b"/>
            <a:pathLst>
              <a:path w="4178" h="11322" extrusionOk="0">
                <a:moveTo>
                  <a:pt x="3767" y="7396"/>
                </a:moveTo>
                <a:lnTo>
                  <a:pt x="1" y="11094"/>
                </a:lnTo>
                <a:lnTo>
                  <a:pt x="252" y="11322"/>
                </a:lnTo>
                <a:lnTo>
                  <a:pt x="4110" y="7533"/>
                </a:lnTo>
                <a:lnTo>
                  <a:pt x="4178" y="1"/>
                </a:lnTo>
                <a:lnTo>
                  <a:pt x="385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8"/>
          <p:cNvSpPr/>
          <p:nvPr/>
        </p:nvSpPr>
        <p:spPr>
          <a:xfrm>
            <a:off x="886338" y="708959"/>
            <a:ext cx="228821" cy="224050"/>
          </a:xfrm>
          <a:custGeom>
            <a:avLst/>
            <a:gdLst/>
            <a:ahLst/>
            <a:cxnLst/>
            <a:rect l="l" t="t" r="r" b="b"/>
            <a:pathLst>
              <a:path w="10934" h="10706" extrusionOk="0">
                <a:moveTo>
                  <a:pt x="0" y="10477"/>
                </a:moveTo>
                <a:lnTo>
                  <a:pt x="228" y="10705"/>
                </a:lnTo>
                <a:lnTo>
                  <a:pt x="10933" y="228"/>
                </a:lnTo>
                <a:lnTo>
                  <a:pt x="1068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8"/>
          <p:cNvSpPr/>
          <p:nvPr/>
        </p:nvSpPr>
        <p:spPr>
          <a:xfrm>
            <a:off x="4529599" y="3992922"/>
            <a:ext cx="136636" cy="231688"/>
          </a:xfrm>
          <a:custGeom>
            <a:avLst/>
            <a:gdLst/>
            <a:ahLst/>
            <a:cxnLst/>
            <a:rect l="l" t="t" r="r" b="b"/>
            <a:pathLst>
              <a:path w="6529" h="11071" extrusionOk="0">
                <a:moveTo>
                  <a:pt x="1" y="229"/>
                </a:moveTo>
                <a:lnTo>
                  <a:pt x="6209" y="6574"/>
                </a:lnTo>
                <a:lnTo>
                  <a:pt x="6163" y="11071"/>
                </a:lnTo>
                <a:lnTo>
                  <a:pt x="6483" y="11071"/>
                </a:lnTo>
                <a:lnTo>
                  <a:pt x="6529" y="6437"/>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8"/>
          <p:cNvSpPr/>
          <p:nvPr/>
        </p:nvSpPr>
        <p:spPr>
          <a:xfrm>
            <a:off x="7694499" y="183390"/>
            <a:ext cx="68810" cy="65461"/>
          </a:xfrm>
          <a:custGeom>
            <a:avLst/>
            <a:gdLst/>
            <a:ahLst/>
            <a:cxnLst/>
            <a:rect l="l" t="t" r="r" b="b"/>
            <a:pathLst>
              <a:path w="3288" h="3128" extrusionOk="0">
                <a:moveTo>
                  <a:pt x="594" y="435"/>
                </a:moveTo>
                <a:cubicBezTo>
                  <a:pt x="0" y="1005"/>
                  <a:pt x="0" y="1964"/>
                  <a:pt x="571" y="2534"/>
                </a:cubicBezTo>
                <a:lnTo>
                  <a:pt x="571" y="2534"/>
                </a:lnTo>
                <a:cubicBezTo>
                  <a:pt x="1142" y="3128"/>
                  <a:pt x="2100" y="3128"/>
                  <a:pt x="2671" y="2557"/>
                </a:cubicBezTo>
                <a:lnTo>
                  <a:pt x="2671" y="2557"/>
                </a:lnTo>
                <a:cubicBezTo>
                  <a:pt x="3264" y="1987"/>
                  <a:pt x="3287" y="1051"/>
                  <a:pt x="2694" y="457"/>
                </a:cubicBezTo>
                <a:lnTo>
                  <a:pt x="2694" y="457"/>
                </a:lnTo>
                <a:cubicBezTo>
                  <a:pt x="2420" y="161"/>
                  <a:pt x="2032" y="1"/>
                  <a:pt x="1644" y="1"/>
                </a:cubicBezTo>
                <a:lnTo>
                  <a:pt x="1644" y="1"/>
                </a:lnTo>
                <a:cubicBezTo>
                  <a:pt x="1256" y="1"/>
                  <a:pt x="890" y="138"/>
                  <a:pt x="594" y="435"/>
                </a:cubicBezTo>
                <a:close/>
                <a:moveTo>
                  <a:pt x="822" y="2306"/>
                </a:moveTo>
                <a:cubicBezTo>
                  <a:pt x="366" y="1850"/>
                  <a:pt x="366" y="1119"/>
                  <a:pt x="822" y="663"/>
                </a:cubicBezTo>
                <a:lnTo>
                  <a:pt x="822" y="663"/>
                </a:lnTo>
                <a:cubicBezTo>
                  <a:pt x="1279" y="229"/>
                  <a:pt x="2009" y="229"/>
                  <a:pt x="2465" y="686"/>
                </a:cubicBezTo>
                <a:lnTo>
                  <a:pt x="2465" y="686"/>
                </a:lnTo>
                <a:cubicBezTo>
                  <a:pt x="2899" y="1142"/>
                  <a:pt x="2899" y="1873"/>
                  <a:pt x="2443" y="2329"/>
                </a:cubicBezTo>
                <a:lnTo>
                  <a:pt x="2443" y="2329"/>
                </a:lnTo>
                <a:cubicBezTo>
                  <a:pt x="2214" y="2534"/>
                  <a:pt x="1940" y="2649"/>
                  <a:pt x="1644" y="2649"/>
                </a:cubicBezTo>
                <a:lnTo>
                  <a:pt x="1644" y="2649"/>
                </a:lnTo>
                <a:cubicBezTo>
                  <a:pt x="1347" y="2649"/>
                  <a:pt x="1027" y="2534"/>
                  <a:pt x="822" y="2306"/>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8"/>
          <p:cNvSpPr/>
          <p:nvPr/>
        </p:nvSpPr>
        <p:spPr>
          <a:xfrm>
            <a:off x="7688766" y="240708"/>
            <a:ext cx="43487" cy="83626"/>
          </a:xfrm>
          <a:custGeom>
            <a:avLst/>
            <a:gdLst/>
            <a:ahLst/>
            <a:cxnLst/>
            <a:rect l="l" t="t" r="r" b="b"/>
            <a:pathLst>
              <a:path w="2078" h="3996" extrusionOk="0">
                <a:moveTo>
                  <a:pt x="1735" y="2078"/>
                </a:moveTo>
                <a:lnTo>
                  <a:pt x="0" y="3744"/>
                </a:lnTo>
                <a:lnTo>
                  <a:pt x="251" y="3995"/>
                </a:lnTo>
                <a:lnTo>
                  <a:pt x="2055" y="2215"/>
                </a:lnTo>
                <a:lnTo>
                  <a:pt x="2078" y="1"/>
                </a:lnTo>
                <a:lnTo>
                  <a:pt x="175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8"/>
          <p:cNvSpPr/>
          <p:nvPr/>
        </p:nvSpPr>
        <p:spPr>
          <a:xfrm>
            <a:off x="4698686" y="4700333"/>
            <a:ext cx="62594" cy="62615"/>
          </a:xfrm>
          <a:custGeom>
            <a:avLst/>
            <a:gdLst/>
            <a:ahLst/>
            <a:cxnLst/>
            <a:rect l="l" t="t" r="r" b="b"/>
            <a:pathLst>
              <a:path w="2991" h="2992" extrusionOk="0">
                <a:moveTo>
                  <a:pt x="1" y="1462"/>
                </a:moveTo>
                <a:cubicBezTo>
                  <a:pt x="1" y="1873"/>
                  <a:pt x="161" y="2261"/>
                  <a:pt x="434" y="2512"/>
                </a:cubicBezTo>
                <a:lnTo>
                  <a:pt x="434" y="2512"/>
                </a:lnTo>
                <a:cubicBezTo>
                  <a:pt x="686" y="2786"/>
                  <a:pt x="1051" y="2968"/>
                  <a:pt x="1462" y="2968"/>
                </a:cubicBezTo>
                <a:lnTo>
                  <a:pt x="1462" y="2968"/>
                </a:lnTo>
                <a:cubicBezTo>
                  <a:pt x="2283" y="2991"/>
                  <a:pt x="2968" y="2329"/>
                  <a:pt x="2968" y="1507"/>
                </a:cubicBezTo>
                <a:lnTo>
                  <a:pt x="2968" y="1507"/>
                </a:lnTo>
                <a:cubicBezTo>
                  <a:pt x="2991" y="709"/>
                  <a:pt x="2306" y="1"/>
                  <a:pt x="1507" y="1"/>
                </a:cubicBezTo>
                <a:lnTo>
                  <a:pt x="1507" y="1"/>
                </a:lnTo>
                <a:lnTo>
                  <a:pt x="1484" y="1"/>
                </a:lnTo>
                <a:lnTo>
                  <a:pt x="1484" y="1"/>
                </a:lnTo>
                <a:cubicBezTo>
                  <a:pt x="663" y="1"/>
                  <a:pt x="1" y="640"/>
                  <a:pt x="1" y="1462"/>
                </a:cubicBezTo>
                <a:moveTo>
                  <a:pt x="1484" y="2626"/>
                </a:moveTo>
                <a:cubicBezTo>
                  <a:pt x="845" y="2626"/>
                  <a:pt x="320" y="2101"/>
                  <a:pt x="320" y="1462"/>
                </a:cubicBezTo>
                <a:lnTo>
                  <a:pt x="320" y="1462"/>
                </a:lnTo>
                <a:cubicBezTo>
                  <a:pt x="343" y="1165"/>
                  <a:pt x="457" y="868"/>
                  <a:pt x="686" y="663"/>
                </a:cubicBezTo>
                <a:lnTo>
                  <a:pt x="686" y="663"/>
                </a:lnTo>
                <a:cubicBezTo>
                  <a:pt x="891" y="435"/>
                  <a:pt x="1188" y="320"/>
                  <a:pt x="1507" y="320"/>
                </a:cubicBezTo>
                <a:lnTo>
                  <a:pt x="1507" y="320"/>
                </a:lnTo>
                <a:cubicBezTo>
                  <a:pt x="1804" y="320"/>
                  <a:pt x="2101" y="457"/>
                  <a:pt x="2306" y="663"/>
                </a:cubicBezTo>
                <a:lnTo>
                  <a:pt x="2306" y="663"/>
                </a:lnTo>
                <a:cubicBezTo>
                  <a:pt x="2534" y="891"/>
                  <a:pt x="2648" y="1188"/>
                  <a:pt x="2648" y="1485"/>
                </a:cubicBezTo>
                <a:lnTo>
                  <a:pt x="2648" y="1485"/>
                </a:lnTo>
                <a:cubicBezTo>
                  <a:pt x="2648" y="1804"/>
                  <a:pt x="2512" y="2101"/>
                  <a:pt x="2306" y="2306"/>
                </a:cubicBezTo>
                <a:lnTo>
                  <a:pt x="2306" y="2306"/>
                </a:lnTo>
                <a:cubicBezTo>
                  <a:pt x="2078" y="2512"/>
                  <a:pt x="1781" y="2626"/>
                  <a:pt x="1484" y="2626"/>
                </a:cubicBezTo>
                <a:lnTo>
                  <a:pt x="1484" y="2626"/>
                </a:lnTo>
                <a:lnTo>
                  <a:pt x="1484" y="2626"/>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8"/>
          <p:cNvSpPr/>
          <p:nvPr/>
        </p:nvSpPr>
        <p:spPr>
          <a:xfrm>
            <a:off x="4676713" y="4629161"/>
            <a:ext cx="37293" cy="86493"/>
          </a:xfrm>
          <a:custGeom>
            <a:avLst/>
            <a:gdLst/>
            <a:ahLst/>
            <a:cxnLst/>
            <a:rect l="l" t="t" r="r" b="b"/>
            <a:pathLst>
              <a:path w="1782" h="4133" extrusionOk="0">
                <a:moveTo>
                  <a:pt x="1" y="2557"/>
                </a:moveTo>
                <a:lnTo>
                  <a:pt x="1530" y="4132"/>
                </a:lnTo>
                <a:lnTo>
                  <a:pt x="1781" y="3881"/>
                </a:lnTo>
                <a:lnTo>
                  <a:pt x="320" y="2420"/>
                </a:lnTo>
                <a:lnTo>
                  <a:pt x="343" y="1"/>
                </a:lnTo>
                <a:lnTo>
                  <a:pt x="2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8"/>
          <p:cNvSpPr/>
          <p:nvPr/>
        </p:nvSpPr>
        <p:spPr>
          <a:xfrm>
            <a:off x="4412577" y="4729002"/>
            <a:ext cx="37272" cy="85991"/>
          </a:xfrm>
          <a:custGeom>
            <a:avLst/>
            <a:gdLst/>
            <a:ahLst/>
            <a:cxnLst/>
            <a:rect l="l" t="t" r="r" b="b"/>
            <a:pathLst>
              <a:path w="1781" h="4109" extrusionOk="0">
                <a:moveTo>
                  <a:pt x="0" y="2534"/>
                </a:moveTo>
                <a:lnTo>
                  <a:pt x="1553" y="4109"/>
                </a:lnTo>
                <a:lnTo>
                  <a:pt x="1781" y="3881"/>
                </a:lnTo>
                <a:lnTo>
                  <a:pt x="343" y="2420"/>
                </a:lnTo>
                <a:lnTo>
                  <a:pt x="366" y="0"/>
                </a:lnTo>
                <a:lnTo>
                  <a:pt x="23"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8"/>
          <p:cNvSpPr/>
          <p:nvPr/>
        </p:nvSpPr>
        <p:spPr>
          <a:xfrm>
            <a:off x="8963906" y="2271301"/>
            <a:ext cx="62594" cy="62594"/>
          </a:xfrm>
          <a:custGeom>
            <a:avLst/>
            <a:gdLst/>
            <a:ahLst/>
            <a:cxnLst/>
            <a:rect l="l" t="t" r="r" b="b"/>
            <a:pathLst>
              <a:path w="2991" h="2991" extrusionOk="0">
                <a:moveTo>
                  <a:pt x="23" y="1484"/>
                </a:moveTo>
                <a:cubicBezTo>
                  <a:pt x="0" y="1895"/>
                  <a:pt x="160" y="2260"/>
                  <a:pt x="434" y="2534"/>
                </a:cubicBezTo>
                <a:lnTo>
                  <a:pt x="434" y="2534"/>
                </a:lnTo>
                <a:cubicBezTo>
                  <a:pt x="708" y="2808"/>
                  <a:pt x="1073" y="2968"/>
                  <a:pt x="1484" y="2990"/>
                </a:cubicBezTo>
                <a:lnTo>
                  <a:pt x="1484" y="2990"/>
                </a:lnTo>
                <a:cubicBezTo>
                  <a:pt x="2306" y="2990"/>
                  <a:pt x="2991" y="2328"/>
                  <a:pt x="2991" y="1507"/>
                </a:cubicBezTo>
                <a:lnTo>
                  <a:pt x="2991" y="1507"/>
                </a:lnTo>
                <a:cubicBezTo>
                  <a:pt x="2991" y="685"/>
                  <a:pt x="2329" y="0"/>
                  <a:pt x="1507" y="0"/>
                </a:cubicBezTo>
                <a:lnTo>
                  <a:pt x="1507" y="0"/>
                </a:lnTo>
                <a:lnTo>
                  <a:pt x="1507" y="0"/>
                </a:lnTo>
                <a:lnTo>
                  <a:pt x="1507" y="0"/>
                </a:lnTo>
                <a:cubicBezTo>
                  <a:pt x="685" y="0"/>
                  <a:pt x="23" y="662"/>
                  <a:pt x="23" y="1484"/>
                </a:cubicBezTo>
                <a:moveTo>
                  <a:pt x="1484" y="2648"/>
                </a:moveTo>
                <a:cubicBezTo>
                  <a:pt x="845" y="2648"/>
                  <a:pt x="343" y="2123"/>
                  <a:pt x="343" y="1484"/>
                </a:cubicBezTo>
                <a:lnTo>
                  <a:pt x="343" y="1484"/>
                </a:lnTo>
                <a:cubicBezTo>
                  <a:pt x="343" y="845"/>
                  <a:pt x="868" y="320"/>
                  <a:pt x="1507" y="343"/>
                </a:cubicBezTo>
                <a:lnTo>
                  <a:pt x="1507" y="343"/>
                </a:lnTo>
                <a:cubicBezTo>
                  <a:pt x="1827" y="343"/>
                  <a:pt x="2123" y="480"/>
                  <a:pt x="2329" y="685"/>
                </a:cubicBezTo>
                <a:lnTo>
                  <a:pt x="2329" y="685"/>
                </a:lnTo>
                <a:cubicBezTo>
                  <a:pt x="2534" y="890"/>
                  <a:pt x="2671" y="1187"/>
                  <a:pt x="2648" y="1507"/>
                </a:cubicBezTo>
                <a:lnTo>
                  <a:pt x="2648" y="1507"/>
                </a:lnTo>
                <a:cubicBezTo>
                  <a:pt x="2648" y="2146"/>
                  <a:pt x="2146" y="2648"/>
                  <a:pt x="1507" y="2648"/>
                </a:cubicBezTo>
                <a:lnTo>
                  <a:pt x="1507" y="2648"/>
                </a:lnTo>
                <a:lnTo>
                  <a:pt x="1484" y="2648"/>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8"/>
          <p:cNvSpPr/>
          <p:nvPr/>
        </p:nvSpPr>
        <p:spPr>
          <a:xfrm>
            <a:off x="8894157" y="2247884"/>
            <a:ext cx="85531" cy="38235"/>
          </a:xfrm>
          <a:custGeom>
            <a:avLst/>
            <a:gdLst/>
            <a:ahLst/>
            <a:cxnLst/>
            <a:rect l="l" t="t" r="r" b="b"/>
            <a:pathLst>
              <a:path w="4087" h="1827" extrusionOk="0">
                <a:moveTo>
                  <a:pt x="1" y="320"/>
                </a:moveTo>
                <a:lnTo>
                  <a:pt x="2420" y="343"/>
                </a:lnTo>
                <a:lnTo>
                  <a:pt x="3858" y="1827"/>
                </a:lnTo>
                <a:lnTo>
                  <a:pt x="4087" y="1599"/>
                </a:lnTo>
                <a:lnTo>
                  <a:pt x="2557" y="24"/>
                </a:lnTo>
                <a:lnTo>
                  <a:pt x="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8"/>
          <p:cNvSpPr/>
          <p:nvPr/>
        </p:nvSpPr>
        <p:spPr>
          <a:xfrm>
            <a:off x="8887963" y="1854774"/>
            <a:ext cx="62594" cy="62113"/>
          </a:xfrm>
          <a:custGeom>
            <a:avLst/>
            <a:gdLst/>
            <a:ahLst/>
            <a:cxnLst/>
            <a:rect l="l" t="t" r="r" b="b"/>
            <a:pathLst>
              <a:path w="2991" h="2968" extrusionOk="0">
                <a:moveTo>
                  <a:pt x="457" y="412"/>
                </a:moveTo>
                <a:cubicBezTo>
                  <a:pt x="160" y="708"/>
                  <a:pt x="0" y="1073"/>
                  <a:pt x="0" y="1461"/>
                </a:cubicBezTo>
                <a:lnTo>
                  <a:pt x="0" y="1461"/>
                </a:lnTo>
                <a:cubicBezTo>
                  <a:pt x="0" y="1872"/>
                  <a:pt x="160" y="2260"/>
                  <a:pt x="434" y="2534"/>
                </a:cubicBezTo>
                <a:lnTo>
                  <a:pt x="434" y="2534"/>
                </a:lnTo>
                <a:cubicBezTo>
                  <a:pt x="708" y="2808"/>
                  <a:pt x="1073" y="2968"/>
                  <a:pt x="1484" y="2968"/>
                </a:cubicBezTo>
                <a:lnTo>
                  <a:pt x="1484" y="2968"/>
                </a:lnTo>
                <a:cubicBezTo>
                  <a:pt x="1872" y="2968"/>
                  <a:pt x="2260" y="2831"/>
                  <a:pt x="2534" y="2557"/>
                </a:cubicBezTo>
                <a:lnTo>
                  <a:pt x="2534" y="2557"/>
                </a:lnTo>
                <a:cubicBezTo>
                  <a:pt x="2831" y="2260"/>
                  <a:pt x="2990" y="1895"/>
                  <a:pt x="2990" y="1507"/>
                </a:cubicBezTo>
                <a:lnTo>
                  <a:pt x="2990" y="1507"/>
                </a:lnTo>
                <a:cubicBezTo>
                  <a:pt x="2990" y="685"/>
                  <a:pt x="2328" y="1"/>
                  <a:pt x="1507" y="1"/>
                </a:cubicBezTo>
                <a:lnTo>
                  <a:pt x="1507" y="1"/>
                </a:lnTo>
                <a:lnTo>
                  <a:pt x="1507" y="1"/>
                </a:lnTo>
                <a:lnTo>
                  <a:pt x="1507" y="1"/>
                </a:lnTo>
                <a:cubicBezTo>
                  <a:pt x="1096" y="1"/>
                  <a:pt x="731" y="138"/>
                  <a:pt x="457" y="412"/>
                </a:cubicBezTo>
                <a:moveTo>
                  <a:pt x="1484" y="2648"/>
                </a:moveTo>
                <a:cubicBezTo>
                  <a:pt x="845" y="2626"/>
                  <a:pt x="343" y="2101"/>
                  <a:pt x="343" y="1461"/>
                </a:cubicBezTo>
                <a:lnTo>
                  <a:pt x="343" y="1461"/>
                </a:lnTo>
                <a:cubicBezTo>
                  <a:pt x="343" y="1165"/>
                  <a:pt x="457" y="868"/>
                  <a:pt x="685" y="663"/>
                </a:cubicBezTo>
                <a:lnTo>
                  <a:pt x="685" y="663"/>
                </a:lnTo>
                <a:cubicBezTo>
                  <a:pt x="913" y="434"/>
                  <a:pt x="1210" y="320"/>
                  <a:pt x="1507" y="320"/>
                </a:cubicBezTo>
                <a:lnTo>
                  <a:pt x="1507" y="320"/>
                </a:lnTo>
                <a:cubicBezTo>
                  <a:pt x="1826" y="320"/>
                  <a:pt x="2100" y="457"/>
                  <a:pt x="2328" y="663"/>
                </a:cubicBezTo>
                <a:lnTo>
                  <a:pt x="2328" y="663"/>
                </a:lnTo>
                <a:cubicBezTo>
                  <a:pt x="2534" y="891"/>
                  <a:pt x="2648" y="1188"/>
                  <a:pt x="2648" y="1484"/>
                </a:cubicBezTo>
                <a:lnTo>
                  <a:pt x="2648" y="1484"/>
                </a:lnTo>
                <a:cubicBezTo>
                  <a:pt x="2648" y="1804"/>
                  <a:pt x="2534" y="2101"/>
                  <a:pt x="2306" y="2306"/>
                </a:cubicBezTo>
                <a:lnTo>
                  <a:pt x="2306" y="2306"/>
                </a:lnTo>
                <a:cubicBezTo>
                  <a:pt x="2077" y="2511"/>
                  <a:pt x="1803" y="2648"/>
                  <a:pt x="1507" y="2648"/>
                </a:cubicBezTo>
                <a:lnTo>
                  <a:pt x="1507" y="2648"/>
                </a:lnTo>
                <a:cubicBezTo>
                  <a:pt x="1484" y="2648"/>
                  <a:pt x="1484" y="2648"/>
                  <a:pt x="1484" y="2648"/>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8"/>
          <p:cNvSpPr/>
          <p:nvPr/>
        </p:nvSpPr>
        <p:spPr>
          <a:xfrm>
            <a:off x="8818214" y="1830896"/>
            <a:ext cx="85531" cy="38235"/>
          </a:xfrm>
          <a:custGeom>
            <a:avLst/>
            <a:gdLst/>
            <a:ahLst/>
            <a:cxnLst/>
            <a:rect l="l" t="t" r="r" b="b"/>
            <a:pathLst>
              <a:path w="4087" h="1827" extrusionOk="0">
                <a:moveTo>
                  <a:pt x="1" y="343"/>
                </a:moveTo>
                <a:lnTo>
                  <a:pt x="2397" y="366"/>
                </a:lnTo>
                <a:lnTo>
                  <a:pt x="3858" y="1826"/>
                </a:lnTo>
                <a:lnTo>
                  <a:pt x="4087" y="1598"/>
                </a:lnTo>
                <a:lnTo>
                  <a:pt x="2557" y="23"/>
                </a:lnTo>
                <a:lnTo>
                  <a:pt x="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8"/>
          <p:cNvSpPr/>
          <p:nvPr/>
        </p:nvSpPr>
        <p:spPr>
          <a:xfrm>
            <a:off x="2149743" y="1470340"/>
            <a:ext cx="63075" cy="62594"/>
          </a:xfrm>
          <a:custGeom>
            <a:avLst/>
            <a:gdLst/>
            <a:ahLst/>
            <a:cxnLst/>
            <a:rect l="l" t="t" r="r" b="b"/>
            <a:pathLst>
              <a:path w="3014" h="2991" extrusionOk="0">
                <a:moveTo>
                  <a:pt x="23" y="1484"/>
                </a:moveTo>
                <a:cubicBezTo>
                  <a:pt x="0" y="1895"/>
                  <a:pt x="183" y="2260"/>
                  <a:pt x="434" y="2534"/>
                </a:cubicBezTo>
                <a:lnTo>
                  <a:pt x="434" y="2534"/>
                </a:lnTo>
                <a:cubicBezTo>
                  <a:pt x="708" y="2808"/>
                  <a:pt x="1073" y="2991"/>
                  <a:pt x="1484" y="2991"/>
                </a:cubicBezTo>
                <a:lnTo>
                  <a:pt x="1484" y="2991"/>
                </a:lnTo>
                <a:cubicBezTo>
                  <a:pt x="1895" y="2991"/>
                  <a:pt x="2260" y="2831"/>
                  <a:pt x="2557" y="2557"/>
                </a:cubicBezTo>
                <a:lnTo>
                  <a:pt x="2557" y="2557"/>
                </a:lnTo>
                <a:cubicBezTo>
                  <a:pt x="2830" y="2283"/>
                  <a:pt x="2990" y="1918"/>
                  <a:pt x="2990" y="1507"/>
                </a:cubicBezTo>
                <a:lnTo>
                  <a:pt x="2990" y="1507"/>
                </a:lnTo>
                <a:cubicBezTo>
                  <a:pt x="3013" y="685"/>
                  <a:pt x="2351" y="0"/>
                  <a:pt x="1529" y="0"/>
                </a:cubicBezTo>
                <a:lnTo>
                  <a:pt x="1529" y="0"/>
                </a:lnTo>
                <a:lnTo>
                  <a:pt x="1507" y="0"/>
                </a:lnTo>
                <a:lnTo>
                  <a:pt x="1507" y="0"/>
                </a:lnTo>
                <a:cubicBezTo>
                  <a:pt x="685" y="0"/>
                  <a:pt x="23" y="662"/>
                  <a:pt x="23" y="1484"/>
                </a:cubicBezTo>
                <a:close/>
                <a:moveTo>
                  <a:pt x="1484" y="2648"/>
                </a:moveTo>
                <a:cubicBezTo>
                  <a:pt x="867" y="2648"/>
                  <a:pt x="342" y="2100"/>
                  <a:pt x="342" y="1484"/>
                </a:cubicBezTo>
                <a:lnTo>
                  <a:pt x="342" y="1484"/>
                </a:lnTo>
                <a:cubicBezTo>
                  <a:pt x="342" y="845"/>
                  <a:pt x="867" y="320"/>
                  <a:pt x="1507" y="343"/>
                </a:cubicBezTo>
                <a:lnTo>
                  <a:pt x="1507" y="343"/>
                </a:lnTo>
                <a:cubicBezTo>
                  <a:pt x="1826" y="343"/>
                  <a:pt x="2123" y="457"/>
                  <a:pt x="2328" y="685"/>
                </a:cubicBezTo>
                <a:lnTo>
                  <a:pt x="2328" y="685"/>
                </a:lnTo>
                <a:cubicBezTo>
                  <a:pt x="2557" y="913"/>
                  <a:pt x="2671" y="1187"/>
                  <a:pt x="2671" y="1507"/>
                </a:cubicBezTo>
                <a:lnTo>
                  <a:pt x="2671" y="1507"/>
                </a:lnTo>
                <a:cubicBezTo>
                  <a:pt x="2648" y="1804"/>
                  <a:pt x="2534" y="2100"/>
                  <a:pt x="2305" y="2329"/>
                </a:cubicBezTo>
                <a:lnTo>
                  <a:pt x="2305" y="2329"/>
                </a:lnTo>
                <a:cubicBezTo>
                  <a:pt x="2100" y="2534"/>
                  <a:pt x="1803" y="2648"/>
                  <a:pt x="1507" y="2648"/>
                </a:cubicBezTo>
                <a:lnTo>
                  <a:pt x="1507" y="2648"/>
                </a:lnTo>
                <a:lnTo>
                  <a:pt x="1484" y="2648"/>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8"/>
          <p:cNvSpPr/>
          <p:nvPr/>
        </p:nvSpPr>
        <p:spPr>
          <a:xfrm>
            <a:off x="2079995" y="1446944"/>
            <a:ext cx="85531" cy="38235"/>
          </a:xfrm>
          <a:custGeom>
            <a:avLst/>
            <a:gdLst/>
            <a:ahLst/>
            <a:cxnLst/>
            <a:rect l="l" t="t" r="r" b="b"/>
            <a:pathLst>
              <a:path w="4087" h="1827" extrusionOk="0">
                <a:moveTo>
                  <a:pt x="1" y="320"/>
                </a:moveTo>
                <a:lnTo>
                  <a:pt x="2420" y="342"/>
                </a:lnTo>
                <a:lnTo>
                  <a:pt x="3858" y="1826"/>
                </a:lnTo>
                <a:lnTo>
                  <a:pt x="4086" y="1598"/>
                </a:lnTo>
                <a:lnTo>
                  <a:pt x="2557" y="23"/>
                </a:lnTo>
                <a:lnTo>
                  <a:pt x="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8"/>
          <p:cNvSpPr/>
          <p:nvPr/>
        </p:nvSpPr>
        <p:spPr>
          <a:xfrm>
            <a:off x="1946253" y="1151750"/>
            <a:ext cx="62594" cy="62594"/>
          </a:xfrm>
          <a:custGeom>
            <a:avLst/>
            <a:gdLst/>
            <a:ahLst/>
            <a:cxnLst/>
            <a:rect l="l" t="t" r="r" b="b"/>
            <a:pathLst>
              <a:path w="2991" h="2991" extrusionOk="0">
                <a:moveTo>
                  <a:pt x="1" y="1484"/>
                </a:moveTo>
                <a:cubicBezTo>
                  <a:pt x="1" y="1895"/>
                  <a:pt x="160" y="2260"/>
                  <a:pt x="411" y="2534"/>
                </a:cubicBezTo>
                <a:lnTo>
                  <a:pt x="411" y="2534"/>
                </a:lnTo>
                <a:cubicBezTo>
                  <a:pt x="685" y="2808"/>
                  <a:pt x="1050" y="2990"/>
                  <a:pt x="1461" y="2990"/>
                </a:cubicBezTo>
                <a:lnTo>
                  <a:pt x="1461" y="2990"/>
                </a:lnTo>
                <a:cubicBezTo>
                  <a:pt x="2283" y="2990"/>
                  <a:pt x="2968" y="2328"/>
                  <a:pt x="2968" y="1506"/>
                </a:cubicBezTo>
                <a:lnTo>
                  <a:pt x="2968" y="1506"/>
                </a:lnTo>
                <a:cubicBezTo>
                  <a:pt x="2991" y="685"/>
                  <a:pt x="2329" y="23"/>
                  <a:pt x="1507" y="0"/>
                </a:cubicBezTo>
                <a:lnTo>
                  <a:pt x="1507" y="0"/>
                </a:lnTo>
                <a:lnTo>
                  <a:pt x="1484" y="0"/>
                </a:lnTo>
                <a:lnTo>
                  <a:pt x="1484" y="0"/>
                </a:lnTo>
                <a:cubicBezTo>
                  <a:pt x="662" y="0"/>
                  <a:pt x="1" y="662"/>
                  <a:pt x="1" y="1484"/>
                </a:cubicBezTo>
                <a:close/>
                <a:moveTo>
                  <a:pt x="1484" y="2648"/>
                </a:moveTo>
                <a:cubicBezTo>
                  <a:pt x="868" y="2648"/>
                  <a:pt x="320" y="2100"/>
                  <a:pt x="320" y="1484"/>
                </a:cubicBezTo>
                <a:lnTo>
                  <a:pt x="320" y="1484"/>
                </a:lnTo>
                <a:cubicBezTo>
                  <a:pt x="343" y="845"/>
                  <a:pt x="868" y="342"/>
                  <a:pt x="1507" y="342"/>
                </a:cubicBezTo>
                <a:lnTo>
                  <a:pt x="1507" y="342"/>
                </a:lnTo>
                <a:cubicBezTo>
                  <a:pt x="1827" y="342"/>
                  <a:pt x="2100" y="479"/>
                  <a:pt x="2306" y="685"/>
                </a:cubicBezTo>
                <a:lnTo>
                  <a:pt x="2306" y="685"/>
                </a:lnTo>
                <a:cubicBezTo>
                  <a:pt x="2511" y="890"/>
                  <a:pt x="2648" y="1187"/>
                  <a:pt x="2648" y="1506"/>
                </a:cubicBezTo>
                <a:lnTo>
                  <a:pt x="2648" y="1506"/>
                </a:lnTo>
                <a:cubicBezTo>
                  <a:pt x="2625" y="2146"/>
                  <a:pt x="2123" y="2648"/>
                  <a:pt x="1484" y="2648"/>
                </a:cubicBezTo>
                <a:lnTo>
                  <a:pt x="1484" y="2648"/>
                </a:lnTo>
                <a:lnTo>
                  <a:pt x="1484" y="2648"/>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8"/>
          <p:cNvSpPr/>
          <p:nvPr/>
        </p:nvSpPr>
        <p:spPr>
          <a:xfrm>
            <a:off x="1876525" y="1128333"/>
            <a:ext cx="85510" cy="38235"/>
          </a:xfrm>
          <a:custGeom>
            <a:avLst/>
            <a:gdLst/>
            <a:ahLst/>
            <a:cxnLst/>
            <a:rect l="l" t="t" r="r" b="b"/>
            <a:pathLst>
              <a:path w="4086" h="1827" extrusionOk="0">
                <a:moveTo>
                  <a:pt x="0" y="320"/>
                </a:moveTo>
                <a:lnTo>
                  <a:pt x="2397" y="343"/>
                </a:lnTo>
                <a:lnTo>
                  <a:pt x="3835" y="1827"/>
                </a:lnTo>
                <a:lnTo>
                  <a:pt x="4086" y="1598"/>
                </a:lnTo>
                <a:lnTo>
                  <a:pt x="2534" y="23"/>
                </a:lnTo>
                <a:lnTo>
                  <a:pt x="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8"/>
          <p:cNvSpPr/>
          <p:nvPr/>
        </p:nvSpPr>
        <p:spPr>
          <a:xfrm>
            <a:off x="1692621" y="1061932"/>
            <a:ext cx="63075" cy="62594"/>
          </a:xfrm>
          <a:custGeom>
            <a:avLst/>
            <a:gdLst/>
            <a:ahLst/>
            <a:cxnLst/>
            <a:rect l="l" t="t" r="r" b="b"/>
            <a:pathLst>
              <a:path w="3014" h="2991" extrusionOk="0">
                <a:moveTo>
                  <a:pt x="23" y="1485"/>
                </a:moveTo>
                <a:cubicBezTo>
                  <a:pt x="0" y="1895"/>
                  <a:pt x="183" y="2261"/>
                  <a:pt x="434" y="2534"/>
                </a:cubicBezTo>
                <a:lnTo>
                  <a:pt x="434" y="2534"/>
                </a:lnTo>
                <a:cubicBezTo>
                  <a:pt x="708" y="2808"/>
                  <a:pt x="1073" y="2968"/>
                  <a:pt x="1484" y="2991"/>
                </a:cubicBezTo>
                <a:lnTo>
                  <a:pt x="1484" y="2991"/>
                </a:lnTo>
                <a:cubicBezTo>
                  <a:pt x="1895" y="2991"/>
                  <a:pt x="2260" y="2831"/>
                  <a:pt x="2557" y="2557"/>
                </a:cubicBezTo>
                <a:lnTo>
                  <a:pt x="2557" y="2557"/>
                </a:lnTo>
                <a:cubicBezTo>
                  <a:pt x="2831" y="2283"/>
                  <a:pt x="2990" y="1895"/>
                  <a:pt x="2990" y="1507"/>
                </a:cubicBezTo>
                <a:lnTo>
                  <a:pt x="2990" y="1507"/>
                </a:lnTo>
                <a:cubicBezTo>
                  <a:pt x="3013" y="708"/>
                  <a:pt x="2306" y="1"/>
                  <a:pt x="1530" y="1"/>
                </a:cubicBezTo>
                <a:lnTo>
                  <a:pt x="1530" y="1"/>
                </a:lnTo>
                <a:lnTo>
                  <a:pt x="1507" y="1"/>
                </a:lnTo>
                <a:lnTo>
                  <a:pt x="1507" y="1"/>
                </a:lnTo>
                <a:cubicBezTo>
                  <a:pt x="685" y="1"/>
                  <a:pt x="23" y="663"/>
                  <a:pt x="23" y="1485"/>
                </a:cubicBezTo>
                <a:moveTo>
                  <a:pt x="1484" y="2649"/>
                </a:moveTo>
                <a:cubicBezTo>
                  <a:pt x="868" y="2649"/>
                  <a:pt x="343" y="2101"/>
                  <a:pt x="343" y="1485"/>
                </a:cubicBezTo>
                <a:lnTo>
                  <a:pt x="343" y="1485"/>
                </a:lnTo>
                <a:cubicBezTo>
                  <a:pt x="343" y="1165"/>
                  <a:pt x="480" y="891"/>
                  <a:pt x="685" y="663"/>
                </a:cubicBezTo>
                <a:lnTo>
                  <a:pt x="685" y="663"/>
                </a:lnTo>
                <a:cubicBezTo>
                  <a:pt x="913" y="457"/>
                  <a:pt x="1210" y="320"/>
                  <a:pt x="1507" y="343"/>
                </a:cubicBezTo>
                <a:lnTo>
                  <a:pt x="1507" y="343"/>
                </a:lnTo>
                <a:cubicBezTo>
                  <a:pt x="1826" y="343"/>
                  <a:pt x="2123" y="457"/>
                  <a:pt x="2328" y="686"/>
                </a:cubicBezTo>
                <a:lnTo>
                  <a:pt x="2328" y="686"/>
                </a:lnTo>
                <a:cubicBezTo>
                  <a:pt x="2557" y="891"/>
                  <a:pt x="2671" y="1188"/>
                  <a:pt x="2671" y="1507"/>
                </a:cubicBezTo>
                <a:lnTo>
                  <a:pt x="2671" y="1507"/>
                </a:lnTo>
                <a:cubicBezTo>
                  <a:pt x="2648" y="1804"/>
                  <a:pt x="2534" y="2101"/>
                  <a:pt x="2306" y="2306"/>
                </a:cubicBezTo>
                <a:lnTo>
                  <a:pt x="2306" y="2306"/>
                </a:lnTo>
                <a:cubicBezTo>
                  <a:pt x="2100" y="2534"/>
                  <a:pt x="1803" y="2649"/>
                  <a:pt x="1507" y="2649"/>
                </a:cubicBezTo>
                <a:lnTo>
                  <a:pt x="1507" y="2649"/>
                </a:lnTo>
                <a:lnTo>
                  <a:pt x="1484" y="2649"/>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8"/>
          <p:cNvSpPr/>
          <p:nvPr/>
        </p:nvSpPr>
        <p:spPr>
          <a:xfrm>
            <a:off x="1621931" y="1109227"/>
            <a:ext cx="86472" cy="37272"/>
          </a:xfrm>
          <a:custGeom>
            <a:avLst/>
            <a:gdLst/>
            <a:ahLst/>
            <a:cxnLst/>
            <a:rect l="l" t="t" r="r" b="b"/>
            <a:pathLst>
              <a:path w="4132" h="1781" extrusionOk="0">
                <a:moveTo>
                  <a:pt x="2420" y="1439"/>
                </a:moveTo>
                <a:lnTo>
                  <a:pt x="0" y="1416"/>
                </a:lnTo>
                <a:lnTo>
                  <a:pt x="0" y="1758"/>
                </a:lnTo>
                <a:lnTo>
                  <a:pt x="2557" y="1781"/>
                </a:lnTo>
                <a:lnTo>
                  <a:pt x="4132" y="229"/>
                </a:lnTo>
                <a:lnTo>
                  <a:pt x="388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8"/>
          <p:cNvSpPr/>
          <p:nvPr/>
        </p:nvSpPr>
        <p:spPr>
          <a:xfrm>
            <a:off x="1606152" y="951606"/>
            <a:ext cx="62594" cy="62594"/>
          </a:xfrm>
          <a:custGeom>
            <a:avLst/>
            <a:gdLst/>
            <a:ahLst/>
            <a:cxnLst/>
            <a:rect l="l" t="t" r="r" b="b"/>
            <a:pathLst>
              <a:path w="2991" h="2991" extrusionOk="0">
                <a:moveTo>
                  <a:pt x="1" y="1461"/>
                </a:moveTo>
                <a:cubicBezTo>
                  <a:pt x="1" y="1872"/>
                  <a:pt x="161" y="2260"/>
                  <a:pt x="435" y="2534"/>
                </a:cubicBezTo>
                <a:lnTo>
                  <a:pt x="435" y="2534"/>
                </a:lnTo>
                <a:cubicBezTo>
                  <a:pt x="708" y="2808"/>
                  <a:pt x="1074" y="2968"/>
                  <a:pt x="1485" y="2968"/>
                </a:cubicBezTo>
                <a:lnTo>
                  <a:pt x="1485" y="2968"/>
                </a:lnTo>
                <a:cubicBezTo>
                  <a:pt x="1873" y="2990"/>
                  <a:pt x="2261" y="2831"/>
                  <a:pt x="2534" y="2557"/>
                </a:cubicBezTo>
                <a:lnTo>
                  <a:pt x="2534" y="2557"/>
                </a:lnTo>
                <a:cubicBezTo>
                  <a:pt x="2831" y="2283"/>
                  <a:pt x="2991" y="1895"/>
                  <a:pt x="2991" y="1507"/>
                </a:cubicBezTo>
                <a:lnTo>
                  <a:pt x="2991" y="1507"/>
                </a:lnTo>
                <a:cubicBezTo>
                  <a:pt x="2991" y="685"/>
                  <a:pt x="2329" y="0"/>
                  <a:pt x="1507" y="0"/>
                </a:cubicBezTo>
                <a:lnTo>
                  <a:pt x="1507" y="0"/>
                </a:lnTo>
                <a:lnTo>
                  <a:pt x="1507" y="0"/>
                </a:lnTo>
                <a:lnTo>
                  <a:pt x="1507" y="0"/>
                </a:lnTo>
                <a:cubicBezTo>
                  <a:pt x="686" y="0"/>
                  <a:pt x="24" y="662"/>
                  <a:pt x="1" y="1461"/>
                </a:cubicBezTo>
                <a:moveTo>
                  <a:pt x="1485" y="2648"/>
                </a:moveTo>
                <a:cubicBezTo>
                  <a:pt x="845" y="2648"/>
                  <a:pt x="343" y="2123"/>
                  <a:pt x="343" y="1484"/>
                </a:cubicBezTo>
                <a:lnTo>
                  <a:pt x="343" y="1484"/>
                </a:lnTo>
                <a:cubicBezTo>
                  <a:pt x="343" y="845"/>
                  <a:pt x="868" y="320"/>
                  <a:pt x="1507" y="320"/>
                </a:cubicBezTo>
                <a:lnTo>
                  <a:pt x="1507" y="320"/>
                </a:lnTo>
                <a:cubicBezTo>
                  <a:pt x="1827" y="343"/>
                  <a:pt x="2101" y="457"/>
                  <a:pt x="2329" y="685"/>
                </a:cubicBezTo>
                <a:lnTo>
                  <a:pt x="2329" y="685"/>
                </a:lnTo>
                <a:cubicBezTo>
                  <a:pt x="2534" y="890"/>
                  <a:pt x="2649" y="1187"/>
                  <a:pt x="2649" y="1507"/>
                </a:cubicBezTo>
                <a:lnTo>
                  <a:pt x="2649" y="1507"/>
                </a:lnTo>
                <a:cubicBezTo>
                  <a:pt x="2649" y="1803"/>
                  <a:pt x="2534" y="2100"/>
                  <a:pt x="2306" y="2306"/>
                </a:cubicBezTo>
                <a:lnTo>
                  <a:pt x="2306" y="2306"/>
                </a:lnTo>
                <a:cubicBezTo>
                  <a:pt x="2101" y="2534"/>
                  <a:pt x="1804" y="2648"/>
                  <a:pt x="1507" y="2648"/>
                </a:cubicBezTo>
                <a:lnTo>
                  <a:pt x="1507" y="2648"/>
                </a:lnTo>
                <a:lnTo>
                  <a:pt x="1485" y="2648"/>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8"/>
          <p:cNvSpPr/>
          <p:nvPr/>
        </p:nvSpPr>
        <p:spPr>
          <a:xfrm>
            <a:off x="1535462" y="998879"/>
            <a:ext cx="86012" cy="37293"/>
          </a:xfrm>
          <a:custGeom>
            <a:avLst/>
            <a:gdLst/>
            <a:ahLst/>
            <a:cxnLst/>
            <a:rect l="l" t="t" r="r" b="b"/>
            <a:pathLst>
              <a:path w="4110" h="1782" extrusionOk="0">
                <a:moveTo>
                  <a:pt x="2420" y="1439"/>
                </a:moveTo>
                <a:lnTo>
                  <a:pt x="1" y="1416"/>
                </a:lnTo>
                <a:lnTo>
                  <a:pt x="1" y="1758"/>
                </a:lnTo>
                <a:lnTo>
                  <a:pt x="2534" y="1781"/>
                </a:lnTo>
                <a:lnTo>
                  <a:pt x="4109" y="229"/>
                </a:lnTo>
                <a:lnTo>
                  <a:pt x="388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8"/>
          <p:cNvSpPr/>
          <p:nvPr/>
        </p:nvSpPr>
        <p:spPr>
          <a:xfrm>
            <a:off x="1727004" y="922936"/>
            <a:ext cx="62594" cy="62594"/>
          </a:xfrm>
          <a:custGeom>
            <a:avLst/>
            <a:gdLst/>
            <a:ahLst/>
            <a:cxnLst/>
            <a:rect l="l" t="t" r="r" b="b"/>
            <a:pathLst>
              <a:path w="2991" h="2991" extrusionOk="0">
                <a:moveTo>
                  <a:pt x="1" y="1462"/>
                </a:moveTo>
                <a:cubicBezTo>
                  <a:pt x="1" y="1872"/>
                  <a:pt x="160" y="2260"/>
                  <a:pt x="434" y="2534"/>
                </a:cubicBezTo>
                <a:lnTo>
                  <a:pt x="434" y="2534"/>
                </a:lnTo>
                <a:cubicBezTo>
                  <a:pt x="685" y="2808"/>
                  <a:pt x="1073" y="2968"/>
                  <a:pt x="1484" y="2968"/>
                </a:cubicBezTo>
                <a:lnTo>
                  <a:pt x="1484" y="2968"/>
                </a:lnTo>
                <a:cubicBezTo>
                  <a:pt x="2283" y="2991"/>
                  <a:pt x="2968" y="2329"/>
                  <a:pt x="2968" y="1507"/>
                </a:cubicBezTo>
                <a:lnTo>
                  <a:pt x="2968" y="1507"/>
                </a:lnTo>
                <a:cubicBezTo>
                  <a:pt x="2991" y="685"/>
                  <a:pt x="2329" y="1"/>
                  <a:pt x="1507" y="1"/>
                </a:cubicBezTo>
                <a:lnTo>
                  <a:pt x="1507" y="1"/>
                </a:lnTo>
                <a:lnTo>
                  <a:pt x="1484" y="1"/>
                </a:lnTo>
                <a:lnTo>
                  <a:pt x="1484" y="1"/>
                </a:lnTo>
                <a:cubicBezTo>
                  <a:pt x="663" y="1"/>
                  <a:pt x="1" y="663"/>
                  <a:pt x="1" y="1462"/>
                </a:cubicBezTo>
                <a:moveTo>
                  <a:pt x="1484" y="2648"/>
                </a:moveTo>
                <a:cubicBezTo>
                  <a:pt x="845" y="2648"/>
                  <a:pt x="320" y="2123"/>
                  <a:pt x="343" y="1484"/>
                </a:cubicBezTo>
                <a:lnTo>
                  <a:pt x="343" y="1484"/>
                </a:lnTo>
                <a:cubicBezTo>
                  <a:pt x="343" y="845"/>
                  <a:pt x="868" y="320"/>
                  <a:pt x="1507" y="320"/>
                </a:cubicBezTo>
                <a:lnTo>
                  <a:pt x="1507" y="320"/>
                </a:lnTo>
                <a:cubicBezTo>
                  <a:pt x="1827" y="343"/>
                  <a:pt x="2101" y="457"/>
                  <a:pt x="2306" y="685"/>
                </a:cubicBezTo>
                <a:lnTo>
                  <a:pt x="2306" y="685"/>
                </a:lnTo>
                <a:cubicBezTo>
                  <a:pt x="2511" y="891"/>
                  <a:pt x="2648" y="1188"/>
                  <a:pt x="2648" y="1507"/>
                </a:cubicBezTo>
                <a:lnTo>
                  <a:pt x="2648" y="1507"/>
                </a:lnTo>
                <a:cubicBezTo>
                  <a:pt x="2648" y="2123"/>
                  <a:pt x="2123" y="2648"/>
                  <a:pt x="1484" y="2648"/>
                </a:cubicBezTo>
                <a:lnTo>
                  <a:pt x="1484" y="2648"/>
                </a:lnTo>
                <a:lnTo>
                  <a:pt x="1484" y="2648"/>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8"/>
          <p:cNvSpPr/>
          <p:nvPr/>
        </p:nvSpPr>
        <p:spPr>
          <a:xfrm>
            <a:off x="1655832" y="970231"/>
            <a:ext cx="86493" cy="37272"/>
          </a:xfrm>
          <a:custGeom>
            <a:avLst/>
            <a:gdLst/>
            <a:ahLst/>
            <a:cxnLst/>
            <a:rect l="l" t="t" r="r" b="b"/>
            <a:pathLst>
              <a:path w="4133" h="1781" extrusionOk="0">
                <a:moveTo>
                  <a:pt x="2420" y="1438"/>
                </a:moveTo>
                <a:lnTo>
                  <a:pt x="24" y="1416"/>
                </a:lnTo>
                <a:lnTo>
                  <a:pt x="1" y="1758"/>
                </a:lnTo>
                <a:lnTo>
                  <a:pt x="2557" y="1781"/>
                </a:lnTo>
                <a:lnTo>
                  <a:pt x="4132" y="229"/>
                </a:lnTo>
                <a:lnTo>
                  <a:pt x="3904"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8"/>
          <p:cNvSpPr/>
          <p:nvPr/>
        </p:nvSpPr>
        <p:spPr>
          <a:xfrm>
            <a:off x="1324333" y="649715"/>
            <a:ext cx="62615" cy="62594"/>
          </a:xfrm>
          <a:custGeom>
            <a:avLst/>
            <a:gdLst/>
            <a:ahLst/>
            <a:cxnLst/>
            <a:rect l="l" t="t" r="r" b="b"/>
            <a:pathLst>
              <a:path w="2992" h="2991" extrusionOk="0">
                <a:moveTo>
                  <a:pt x="1" y="1484"/>
                </a:moveTo>
                <a:cubicBezTo>
                  <a:pt x="1" y="1895"/>
                  <a:pt x="161" y="2260"/>
                  <a:pt x="435" y="2534"/>
                </a:cubicBezTo>
                <a:lnTo>
                  <a:pt x="435" y="2534"/>
                </a:lnTo>
                <a:cubicBezTo>
                  <a:pt x="686" y="2808"/>
                  <a:pt x="1051" y="2968"/>
                  <a:pt x="1462" y="2991"/>
                </a:cubicBezTo>
                <a:lnTo>
                  <a:pt x="1462" y="2991"/>
                </a:lnTo>
                <a:cubicBezTo>
                  <a:pt x="2306" y="2991"/>
                  <a:pt x="2968" y="2329"/>
                  <a:pt x="2968" y="1507"/>
                </a:cubicBezTo>
                <a:lnTo>
                  <a:pt x="2968" y="1507"/>
                </a:lnTo>
                <a:cubicBezTo>
                  <a:pt x="2991" y="708"/>
                  <a:pt x="2306" y="1"/>
                  <a:pt x="1507" y="1"/>
                </a:cubicBezTo>
                <a:lnTo>
                  <a:pt x="1507" y="1"/>
                </a:lnTo>
                <a:lnTo>
                  <a:pt x="1485" y="1"/>
                </a:lnTo>
                <a:lnTo>
                  <a:pt x="1485" y="1"/>
                </a:lnTo>
                <a:cubicBezTo>
                  <a:pt x="663" y="1"/>
                  <a:pt x="1" y="663"/>
                  <a:pt x="1" y="1484"/>
                </a:cubicBezTo>
                <a:moveTo>
                  <a:pt x="1485" y="2648"/>
                </a:moveTo>
                <a:cubicBezTo>
                  <a:pt x="845" y="2648"/>
                  <a:pt x="321" y="2123"/>
                  <a:pt x="321" y="1484"/>
                </a:cubicBezTo>
                <a:lnTo>
                  <a:pt x="321" y="1484"/>
                </a:lnTo>
                <a:cubicBezTo>
                  <a:pt x="343" y="1165"/>
                  <a:pt x="457" y="868"/>
                  <a:pt x="686" y="663"/>
                </a:cubicBezTo>
                <a:lnTo>
                  <a:pt x="686" y="663"/>
                </a:lnTo>
                <a:cubicBezTo>
                  <a:pt x="891" y="457"/>
                  <a:pt x="1188" y="320"/>
                  <a:pt x="1507" y="343"/>
                </a:cubicBezTo>
                <a:lnTo>
                  <a:pt x="1507" y="343"/>
                </a:lnTo>
                <a:cubicBezTo>
                  <a:pt x="1804" y="343"/>
                  <a:pt x="2101" y="457"/>
                  <a:pt x="2306" y="685"/>
                </a:cubicBezTo>
                <a:lnTo>
                  <a:pt x="2306" y="685"/>
                </a:lnTo>
                <a:cubicBezTo>
                  <a:pt x="2535" y="891"/>
                  <a:pt x="2649" y="1188"/>
                  <a:pt x="2649" y="1507"/>
                </a:cubicBezTo>
                <a:lnTo>
                  <a:pt x="2649" y="1507"/>
                </a:lnTo>
                <a:cubicBezTo>
                  <a:pt x="2649" y="1804"/>
                  <a:pt x="2512" y="2101"/>
                  <a:pt x="2306" y="2306"/>
                </a:cubicBezTo>
                <a:lnTo>
                  <a:pt x="2306" y="2306"/>
                </a:lnTo>
                <a:cubicBezTo>
                  <a:pt x="2078" y="2534"/>
                  <a:pt x="1781" y="2648"/>
                  <a:pt x="1485" y="2648"/>
                </a:cubicBezTo>
                <a:lnTo>
                  <a:pt x="1485" y="2648"/>
                </a:lnTo>
                <a:lnTo>
                  <a:pt x="1485" y="2648"/>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8"/>
          <p:cNvSpPr/>
          <p:nvPr/>
        </p:nvSpPr>
        <p:spPr>
          <a:xfrm>
            <a:off x="1300456" y="696528"/>
            <a:ext cx="38716" cy="85531"/>
          </a:xfrm>
          <a:custGeom>
            <a:avLst/>
            <a:gdLst/>
            <a:ahLst/>
            <a:cxnLst/>
            <a:rect l="l" t="t" r="r" b="b"/>
            <a:pathLst>
              <a:path w="1850" h="4087" extrusionOk="0">
                <a:moveTo>
                  <a:pt x="24" y="1530"/>
                </a:moveTo>
                <a:lnTo>
                  <a:pt x="1" y="4086"/>
                </a:lnTo>
                <a:lnTo>
                  <a:pt x="343" y="4086"/>
                </a:lnTo>
                <a:lnTo>
                  <a:pt x="366" y="1667"/>
                </a:lnTo>
                <a:lnTo>
                  <a:pt x="1850" y="229"/>
                </a:lnTo>
                <a:lnTo>
                  <a:pt x="159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8"/>
          <p:cNvSpPr/>
          <p:nvPr/>
        </p:nvSpPr>
        <p:spPr>
          <a:xfrm>
            <a:off x="7151225" y="3118711"/>
            <a:ext cx="62594" cy="62594"/>
          </a:xfrm>
          <a:custGeom>
            <a:avLst/>
            <a:gdLst/>
            <a:ahLst/>
            <a:cxnLst/>
            <a:rect l="l" t="t" r="r" b="b"/>
            <a:pathLst>
              <a:path w="2991" h="2991" extrusionOk="0">
                <a:moveTo>
                  <a:pt x="0" y="1484"/>
                </a:moveTo>
                <a:cubicBezTo>
                  <a:pt x="0" y="1895"/>
                  <a:pt x="160" y="2261"/>
                  <a:pt x="411" y="2534"/>
                </a:cubicBezTo>
                <a:lnTo>
                  <a:pt x="411" y="2534"/>
                </a:lnTo>
                <a:cubicBezTo>
                  <a:pt x="685" y="2808"/>
                  <a:pt x="1050" y="2968"/>
                  <a:pt x="1461" y="2991"/>
                </a:cubicBezTo>
                <a:lnTo>
                  <a:pt x="1461" y="2991"/>
                </a:lnTo>
                <a:cubicBezTo>
                  <a:pt x="2283" y="2991"/>
                  <a:pt x="2968" y="2329"/>
                  <a:pt x="2968" y="1507"/>
                </a:cubicBezTo>
                <a:lnTo>
                  <a:pt x="2968" y="1507"/>
                </a:lnTo>
                <a:cubicBezTo>
                  <a:pt x="2990" y="686"/>
                  <a:pt x="2329" y="1"/>
                  <a:pt x="1507" y="1"/>
                </a:cubicBezTo>
                <a:lnTo>
                  <a:pt x="1507" y="1"/>
                </a:lnTo>
                <a:cubicBezTo>
                  <a:pt x="1507" y="1"/>
                  <a:pt x="1484" y="1"/>
                  <a:pt x="1484" y="1"/>
                </a:cubicBezTo>
                <a:lnTo>
                  <a:pt x="1484" y="1"/>
                </a:lnTo>
                <a:cubicBezTo>
                  <a:pt x="662" y="1"/>
                  <a:pt x="0" y="663"/>
                  <a:pt x="0" y="1484"/>
                </a:cubicBezTo>
                <a:close/>
                <a:moveTo>
                  <a:pt x="1484" y="2649"/>
                </a:moveTo>
                <a:cubicBezTo>
                  <a:pt x="845" y="2649"/>
                  <a:pt x="320" y="2124"/>
                  <a:pt x="320" y="1484"/>
                </a:cubicBezTo>
                <a:lnTo>
                  <a:pt x="320" y="1484"/>
                </a:lnTo>
                <a:cubicBezTo>
                  <a:pt x="343" y="1165"/>
                  <a:pt x="457" y="891"/>
                  <a:pt x="685" y="663"/>
                </a:cubicBezTo>
                <a:lnTo>
                  <a:pt x="685" y="663"/>
                </a:lnTo>
                <a:cubicBezTo>
                  <a:pt x="891" y="457"/>
                  <a:pt x="1187" y="320"/>
                  <a:pt x="1507" y="343"/>
                </a:cubicBezTo>
                <a:lnTo>
                  <a:pt x="1507" y="343"/>
                </a:lnTo>
                <a:cubicBezTo>
                  <a:pt x="2146" y="343"/>
                  <a:pt x="2648" y="868"/>
                  <a:pt x="2648" y="1507"/>
                </a:cubicBezTo>
                <a:lnTo>
                  <a:pt x="2648" y="1507"/>
                </a:lnTo>
                <a:cubicBezTo>
                  <a:pt x="2648" y="2146"/>
                  <a:pt x="2123" y="2649"/>
                  <a:pt x="1484" y="2649"/>
                </a:cubicBezTo>
                <a:lnTo>
                  <a:pt x="1484" y="2649"/>
                </a:lnTo>
                <a:cubicBezTo>
                  <a:pt x="1484" y="2649"/>
                  <a:pt x="1484" y="2649"/>
                  <a:pt x="1484" y="264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8"/>
          <p:cNvSpPr/>
          <p:nvPr/>
        </p:nvSpPr>
        <p:spPr>
          <a:xfrm>
            <a:off x="7127348" y="3165525"/>
            <a:ext cx="38695" cy="85531"/>
          </a:xfrm>
          <a:custGeom>
            <a:avLst/>
            <a:gdLst/>
            <a:ahLst/>
            <a:cxnLst/>
            <a:rect l="l" t="t" r="r" b="b"/>
            <a:pathLst>
              <a:path w="1849" h="4087" extrusionOk="0">
                <a:moveTo>
                  <a:pt x="23" y="1530"/>
                </a:moveTo>
                <a:lnTo>
                  <a:pt x="0" y="4086"/>
                </a:lnTo>
                <a:lnTo>
                  <a:pt x="342" y="4086"/>
                </a:lnTo>
                <a:lnTo>
                  <a:pt x="365" y="1667"/>
                </a:lnTo>
                <a:lnTo>
                  <a:pt x="1849" y="229"/>
                </a:lnTo>
                <a:lnTo>
                  <a:pt x="159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8"/>
          <p:cNvSpPr/>
          <p:nvPr/>
        </p:nvSpPr>
        <p:spPr>
          <a:xfrm>
            <a:off x="2246697" y="1642296"/>
            <a:ext cx="62594" cy="62594"/>
          </a:xfrm>
          <a:custGeom>
            <a:avLst/>
            <a:gdLst/>
            <a:ahLst/>
            <a:cxnLst/>
            <a:rect l="l" t="t" r="r" b="b"/>
            <a:pathLst>
              <a:path w="2991" h="2991" extrusionOk="0">
                <a:moveTo>
                  <a:pt x="1" y="1484"/>
                </a:moveTo>
                <a:cubicBezTo>
                  <a:pt x="1" y="1895"/>
                  <a:pt x="160" y="2260"/>
                  <a:pt x="434" y="2534"/>
                </a:cubicBezTo>
                <a:lnTo>
                  <a:pt x="434" y="2534"/>
                </a:lnTo>
                <a:cubicBezTo>
                  <a:pt x="708" y="2808"/>
                  <a:pt x="1073" y="2991"/>
                  <a:pt x="1484" y="2991"/>
                </a:cubicBezTo>
                <a:lnTo>
                  <a:pt x="1484" y="2991"/>
                </a:lnTo>
                <a:cubicBezTo>
                  <a:pt x="2306" y="2991"/>
                  <a:pt x="2991" y="2329"/>
                  <a:pt x="2991" y="1507"/>
                </a:cubicBezTo>
                <a:lnTo>
                  <a:pt x="2991" y="1507"/>
                </a:lnTo>
                <a:cubicBezTo>
                  <a:pt x="2991" y="685"/>
                  <a:pt x="2329" y="23"/>
                  <a:pt x="1507" y="1"/>
                </a:cubicBezTo>
                <a:lnTo>
                  <a:pt x="1507" y="1"/>
                </a:lnTo>
                <a:lnTo>
                  <a:pt x="1507" y="1"/>
                </a:lnTo>
                <a:lnTo>
                  <a:pt x="1507" y="1"/>
                </a:lnTo>
                <a:cubicBezTo>
                  <a:pt x="685" y="1"/>
                  <a:pt x="23" y="662"/>
                  <a:pt x="1" y="1484"/>
                </a:cubicBezTo>
                <a:close/>
                <a:moveTo>
                  <a:pt x="1484" y="2648"/>
                </a:moveTo>
                <a:cubicBezTo>
                  <a:pt x="845" y="2648"/>
                  <a:pt x="343" y="2123"/>
                  <a:pt x="343" y="1484"/>
                </a:cubicBezTo>
                <a:lnTo>
                  <a:pt x="343" y="1484"/>
                </a:lnTo>
                <a:cubicBezTo>
                  <a:pt x="343" y="1187"/>
                  <a:pt x="457" y="891"/>
                  <a:pt x="685" y="662"/>
                </a:cubicBezTo>
                <a:lnTo>
                  <a:pt x="685" y="662"/>
                </a:lnTo>
                <a:cubicBezTo>
                  <a:pt x="914" y="457"/>
                  <a:pt x="1210" y="343"/>
                  <a:pt x="1507" y="343"/>
                </a:cubicBezTo>
                <a:lnTo>
                  <a:pt x="1507" y="343"/>
                </a:lnTo>
                <a:cubicBezTo>
                  <a:pt x="1827" y="343"/>
                  <a:pt x="2123" y="480"/>
                  <a:pt x="2329" y="685"/>
                </a:cubicBezTo>
                <a:lnTo>
                  <a:pt x="2329" y="685"/>
                </a:lnTo>
                <a:cubicBezTo>
                  <a:pt x="2534" y="914"/>
                  <a:pt x="2648" y="1187"/>
                  <a:pt x="2648" y="1507"/>
                </a:cubicBezTo>
                <a:lnTo>
                  <a:pt x="2648" y="1507"/>
                </a:lnTo>
                <a:cubicBezTo>
                  <a:pt x="2648" y="2146"/>
                  <a:pt x="2123" y="2648"/>
                  <a:pt x="1507" y="2648"/>
                </a:cubicBezTo>
                <a:lnTo>
                  <a:pt x="1507" y="2648"/>
                </a:lnTo>
                <a:lnTo>
                  <a:pt x="1484" y="2648"/>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8"/>
          <p:cNvSpPr/>
          <p:nvPr/>
        </p:nvSpPr>
        <p:spPr>
          <a:xfrm>
            <a:off x="2176969" y="1618900"/>
            <a:ext cx="85510" cy="38235"/>
          </a:xfrm>
          <a:custGeom>
            <a:avLst/>
            <a:gdLst/>
            <a:ahLst/>
            <a:cxnLst/>
            <a:rect l="l" t="t" r="r" b="b"/>
            <a:pathLst>
              <a:path w="4086" h="1827" extrusionOk="0">
                <a:moveTo>
                  <a:pt x="0" y="320"/>
                </a:moveTo>
                <a:lnTo>
                  <a:pt x="2420" y="365"/>
                </a:lnTo>
                <a:lnTo>
                  <a:pt x="3858" y="1826"/>
                </a:lnTo>
                <a:lnTo>
                  <a:pt x="4086" y="1598"/>
                </a:lnTo>
                <a:lnTo>
                  <a:pt x="2557" y="23"/>
                </a:lnTo>
                <a:lnTo>
                  <a:pt x="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2" name="Google Shape;1032;p48"/>
          <p:cNvGrpSpPr/>
          <p:nvPr/>
        </p:nvGrpSpPr>
        <p:grpSpPr>
          <a:xfrm>
            <a:off x="-53872" y="3205741"/>
            <a:ext cx="2373998" cy="1936467"/>
            <a:chOff x="266225" y="3103488"/>
            <a:chExt cx="1946379" cy="1587658"/>
          </a:xfrm>
        </p:grpSpPr>
        <p:sp>
          <p:nvSpPr>
            <p:cNvPr id="1033" name="Google Shape;1033;p48"/>
            <p:cNvSpPr/>
            <p:nvPr/>
          </p:nvSpPr>
          <p:spPr>
            <a:xfrm>
              <a:off x="1228442" y="3124643"/>
              <a:ext cx="132387" cy="110460"/>
            </a:xfrm>
            <a:custGeom>
              <a:avLst/>
              <a:gdLst/>
              <a:ahLst/>
              <a:cxnLst/>
              <a:rect l="l" t="t" r="r" b="b"/>
              <a:pathLst>
                <a:path w="7716" h="6438" extrusionOk="0">
                  <a:moveTo>
                    <a:pt x="0" y="343"/>
                  </a:moveTo>
                  <a:lnTo>
                    <a:pt x="1507" y="343"/>
                  </a:lnTo>
                  <a:lnTo>
                    <a:pt x="7464" y="6437"/>
                  </a:lnTo>
                  <a:lnTo>
                    <a:pt x="7715" y="6209"/>
                  </a:lnTo>
                  <a:lnTo>
                    <a:pt x="1644" y="23"/>
                  </a:lnTo>
                  <a:lnTo>
                    <a:pt x="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8"/>
            <p:cNvSpPr/>
            <p:nvPr/>
          </p:nvSpPr>
          <p:spPr>
            <a:xfrm>
              <a:off x="1721097" y="3398783"/>
              <a:ext cx="441771" cy="113977"/>
            </a:xfrm>
            <a:custGeom>
              <a:avLst/>
              <a:gdLst/>
              <a:ahLst/>
              <a:cxnLst/>
              <a:rect l="l" t="t" r="r" b="b"/>
              <a:pathLst>
                <a:path w="25748" h="6643" extrusionOk="0">
                  <a:moveTo>
                    <a:pt x="1" y="343"/>
                  </a:moveTo>
                  <a:lnTo>
                    <a:pt x="9633" y="434"/>
                  </a:lnTo>
                  <a:lnTo>
                    <a:pt x="12897" y="3766"/>
                  </a:lnTo>
                  <a:lnTo>
                    <a:pt x="22803" y="3880"/>
                  </a:lnTo>
                  <a:lnTo>
                    <a:pt x="25519" y="6642"/>
                  </a:lnTo>
                  <a:lnTo>
                    <a:pt x="25748" y="6414"/>
                  </a:lnTo>
                  <a:lnTo>
                    <a:pt x="22940" y="3538"/>
                  </a:lnTo>
                  <a:lnTo>
                    <a:pt x="13034" y="3447"/>
                  </a:lnTo>
                  <a:lnTo>
                    <a:pt x="9793" y="114"/>
                  </a:lnTo>
                  <a:lnTo>
                    <a:pt x="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8"/>
            <p:cNvSpPr/>
            <p:nvPr/>
          </p:nvSpPr>
          <p:spPr>
            <a:xfrm>
              <a:off x="1208076" y="3205711"/>
              <a:ext cx="252215" cy="250259"/>
            </a:xfrm>
            <a:custGeom>
              <a:avLst/>
              <a:gdLst/>
              <a:ahLst/>
              <a:cxnLst/>
              <a:rect l="l" t="t" r="r" b="b"/>
              <a:pathLst>
                <a:path w="14700" h="14586" extrusionOk="0">
                  <a:moveTo>
                    <a:pt x="0" y="343"/>
                  </a:moveTo>
                  <a:lnTo>
                    <a:pt x="1484" y="343"/>
                  </a:lnTo>
                  <a:lnTo>
                    <a:pt x="2443" y="1324"/>
                  </a:lnTo>
                  <a:lnTo>
                    <a:pt x="2397" y="4953"/>
                  </a:lnTo>
                  <a:lnTo>
                    <a:pt x="6209" y="8834"/>
                  </a:lnTo>
                  <a:lnTo>
                    <a:pt x="8879" y="8857"/>
                  </a:lnTo>
                  <a:lnTo>
                    <a:pt x="14472" y="14586"/>
                  </a:lnTo>
                  <a:lnTo>
                    <a:pt x="14700" y="14335"/>
                  </a:lnTo>
                  <a:lnTo>
                    <a:pt x="9016" y="8537"/>
                  </a:lnTo>
                  <a:lnTo>
                    <a:pt x="6346" y="8514"/>
                  </a:lnTo>
                  <a:lnTo>
                    <a:pt x="2739" y="4816"/>
                  </a:lnTo>
                  <a:lnTo>
                    <a:pt x="2762" y="1187"/>
                  </a:lnTo>
                  <a:lnTo>
                    <a:pt x="1621" y="23"/>
                  </a:lnTo>
                  <a:lnTo>
                    <a:pt x="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8"/>
            <p:cNvSpPr/>
            <p:nvPr/>
          </p:nvSpPr>
          <p:spPr>
            <a:xfrm>
              <a:off x="949601" y="3417570"/>
              <a:ext cx="200142" cy="84226"/>
            </a:xfrm>
            <a:custGeom>
              <a:avLst/>
              <a:gdLst/>
              <a:ahLst/>
              <a:cxnLst/>
              <a:rect l="l" t="t" r="r" b="b"/>
              <a:pathLst>
                <a:path w="11665" h="4909" extrusionOk="0">
                  <a:moveTo>
                    <a:pt x="1" y="229"/>
                  </a:moveTo>
                  <a:lnTo>
                    <a:pt x="4497" y="4840"/>
                  </a:lnTo>
                  <a:lnTo>
                    <a:pt x="11642" y="4908"/>
                  </a:lnTo>
                  <a:lnTo>
                    <a:pt x="11664" y="4566"/>
                  </a:lnTo>
                  <a:lnTo>
                    <a:pt x="4657" y="4497"/>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8"/>
            <p:cNvSpPr/>
            <p:nvPr/>
          </p:nvSpPr>
          <p:spPr>
            <a:xfrm>
              <a:off x="1298546" y="3475150"/>
              <a:ext cx="233033" cy="147263"/>
            </a:xfrm>
            <a:custGeom>
              <a:avLst/>
              <a:gdLst/>
              <a:ahLst/>
              <a:cxnLst/>
              <a:rect l="l" t="t" r="r" b="b"/>
              <a:pathLst>
                <a:path w="13582" h="8583" extrusionOk="0">
                  <a:moveTo>
                    <a:pt x="11025" y="2260"/>
                  </a:moveTo>
                  <a:lnTo>
                    <a:pt x="6254" y="2214"/>
                  </a:lnTo>
                  <a:lnTo>
                    <a:pt x="0" y="8331"/>
                  </a:lnTo>
                  <a:lnTo>
                    <a:pt x="251" y="8582"/>
                  </a:lnTo>
                  <a:lnTo>
                    <a:pt x="6391" y="2534"/>
                  </a:lnTo>
                  <a:lnTo>
                    <a:pt x="11162" y="2602"/>
                  </a:lnTo>
                  <a:lnTo>
                    <a:pt x="13581" y="228"/>
                  </a:lnTo>
                  <a:lnTo>
                    <a:pt x="1333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8"/>
            <p:cNvSpPr/>
            <p:nvPr/>
          </p:nvSpPr>
          <p:spPr>
            <a:xfrm>
              <a:off x="1508449" y="3499034"/>
              <a:ext cx="159805" cy="83042"/>
            </a:xfrm>
            <a:custGeom>
              <a:avLst/>
              <a:gdLst/>
              <a:ahLst/>
              <a:cxnLst/>
              <a:rect l="l" t="t" r="r" b="b"/>
              <a:pathLst>
                <a:path w="9314" h="4840" extrusionOk="0">
                  <a:moveTo>
                    <a:pt x="7008" y="2032"/>
                  </a:moveTo>
                  <a:lnTo>
                    <a:pt x="2694" y="1986"/>
                  </a:lnTo>
                  <a:lnTo>
                    <a:pt x="0" y="4611"/>
                  </a:lnTo>
                  <a:lnTo>
                    <a:pt x="229" y="4839"/>
                  </a:lnTo>
                  <a:lnTo>
                    <a:pt x="2808" y="2306"/>
                  </a:lnTo>
                  <a:lnTo>
                    <a:pt x="7145" y="2351"/>
                  </a:lnTo>
                  <a:lnTo>
                    <a:pt x="9313" y="252"/>
                  </a:lnTo>
                  <a:lnTo>
                    <a:pt x="906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8"/>
            <p:cNvSpPr/>
            <p:nvPr/>
          </p:nvSpPr>
          <p:spPr>
            <a:xfrm>
              <a:off x="1725798" y="3543677"/>
              <a:ext cx="289824" cy="132387"/>
            </a:xfrm>
            <a:custGeom>
              <a:avLst/>
              <a:gdLst/>
              <a:ahLst/>
              <a:cxnLst/>
              <a:rect l="l" t="t" r="r" b="b"/>
              <a:pathLst>
                <a:path w="16892" h="7716" extrusionOk="0">
                  <a:moveTo>
                    <a:pt x="9108" y="7396"/>
                  </a:moveTo>
                  <a:lnTo>
                    <a:pt x="0" y="7282"/>
                  </a:lnTo>
                  <a:lnTo>
                    <a:pt x="0" y="7624"/>
                  </a:lnTo>
                  <a:lnTo>
                    <a:pt x="9176" y="7715"/>
                  </a:lnTo>
                  <a:lnTo>
                    <a:pt x="9245" y="7715"/>
                  </a:lnTo>
                  <a:lnTo>
                    <a:pt x="16891" y="252"/>
                  </a:lnTo>
                  <a:lnTo>
                    <a:pt x="1664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8"/>
            <p:cNvSpPr/>
            <p:nvPr/>
          </p:nvSpPr>
          <p:spPr>
            <a:xfrm>
              <a:off x="1778660" y="3541326"/>
              <a:ext cx="195836" cy="85788"/>
            </a:xfrm>
            <a:custGeom>
              <a:avLst/>
              <a:gdLst/>
              <a:ahLst/>
              <a:cxnLst/>
              <a:rect l="l" t="t" r="r" b="b"/>
              <a:pathLst>
                <a:path w="11414" h="5000" extrusionOk="0">
                  <a:moveTo>
                    <a:pt x="6415" y="4680"/>
                  </a:moveTo>
                  <a:lnTo>
                    <a:pt x="2261" y="4634"/>
                  </a:lnTo>
                  <a:lnTo>
                    <a:pt x="252" y="2557"/>
                  </a:lnTo>
                  <a:lnTo>
                    <a:pt x="1" y="2808"/>
                  </a:lnTo>
                  <a:lnTo>
                    <a:pt x="2124" y="4954"/>
                  </a:lnTo>
                  <a:lnTo>
                    <a:pt x="6552" y="4999"/>
                  </a:lnTo>
                  <a:lnTo>
                    <a:pt x="11414" y="229"/>
                  </a:lnTo>
                  <a:lnTo>
                    <a:pt x="11185"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8"/>
            <p:cNvSpPr/>
            <p:nvPr/>
          </p:nvSpPr>
          <p:spPr>
            <a:xfrm>
              <a:off x="1821347" y="3824475"/>
              <a:ext cx="190740" cy="105364"/>
            </a:xfrm>
            <a:custGeom>
              <a:avLst/>
              <a:gdLst/>
              <a:ahLst/>
              <a:cxnLst/>
              <a:rect l="l" t="t" r="r" b="b"/>
              <a:pathLst>
                <a:path w="11117" h="6141" extrusionOk="0">
                  <a:moveTo>
                    <a:pt x="4954" y="5821"/>
                  </a:moveTo>
                  <a:lnTo>
                    <a:pt x="1" y="5752"/>
                  </a:lnTo>
                  <a:lnTo>
                    <a:pt x="1" y="6095"/>
                  </a:lnTo>
                  <a:lnTo>
                    <a:pt x="5000" y="6140"/>
                  </a:lnTo>
                  <a:lnTo>
                    <a:pt x="5091" y="6140"/>
                  </a:lnTo>
                  <a:lnTo>
                    <a:pt x="11117" y="251"/>
                  </a:lnTo>
                  <a:lnTo>
                    <a:pt x="10866"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8"/>
            <p:cNvSpPr/>
            <p:nvPr/>
          </p:nvSpPr>
          <p:spPr>
            <a:xfrm>
              <a:off x="1319684" y="3899658"/>
              <a:ext cx="316848" cy="144929"/>
            </a:xfrm>
            <a:custGeom>
              <a:avLst/>
              <a:gdLst/>
              <a:ahLst/>
              <a:cxnLst/>
              <a:rect l="l" t="t" r="r" b="b"/>
              <a:pathLst>
                <a:path w="18467" h="8447" extrusionOk="0">
                  <a:moveTo>
                    <a:pt x="9952" y="8126"/>
                  </a:moveTo>
                  <a:lnTo>
                    <a:pt x="1" y="8012"/>
                  </a:lnTo>
                  <a:lnTo>
                    <a:pt x="1" y="8355"/>
                  </a:lnTo>
                  <a:lnTo>
                    <a:pt x="10021" y="8446"/>
                  </a:lnTo>
                  <a:lnTo>
                    <a:pt x="10089" y="8446"/>
                  </a:lnTo>
                  <a:lnTo>
                    <a:pt x="18466" y="229"/>
                  </a:lnTo>
                  <a:lnTo>
                    <a:pt x="1823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8"/>
            <p:cNvSpPr/>
            <p:nvPr/>
          </p:nvSpPr>
          <p:spPr>
            <a:xfrm>
              <a:off x="1242545" y="3899264"/>
              <a:ext cx="357957" cy="107320"/>
            </a:xfrm>
            <a:custGeom>
              <a:avLst/>
              <a:gdLst/>
              <a:ahLst/>
              <a:cxnLst/>
              <a:rect l="l" t="t" r="r" b="b"/>
              <a:pathLst>
                <a:path w="20863" h="6255" extrusionOk="0">
                  <a:moveTo>
                    <a:pt x="14585" y="5913"/>
                  </a:moveTo>
                  <a:lnTo>
                    <a:pt x="6437" y="5821"/>
                  </a:lnTo>
                  <a:lnTo>
                    <a:pt x="3629" y="2968"/>
                  </a:lnTo>
                  <a:lnTo>
                    <a:pt x="0" y="2945"/>
                  </a:lnTo>
                  <a:lnTo>
                    <a:pt x="0" y="3265"/>
                  </a:lnTo>
                  <a:lnTo>
                    <a:pt x="3492" y="3311"/>
                  </a:lnTo>
                  <a:lnTo>
                    <a:pt x="6277" y="6164"/>
                  </a:lnTo>
                  <a:lnTo>
                    <a:pt x="14654" y="6255"/>
                  </a:lnTo>
                  <a:lnTo>
                    <a:pt x="14722" y="6255"/>
                  </a:lnTo>
                  <a:lnTo>
                    <a:pt x="20862" y="229"/>
                  </a:lnTo>
                  <a:lnTo>
                    <a:pt x="2063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8"/>
            <p:cNvSpPr/>
            <p:nvPr/>
          </p:nvSpPr>
          <p:spPr>
            <a:xfrm>
              <a:off x="1159898" y="3890256"/>
              <a:ext cx="409275" cy="88138"/>
            </a:xfrm>
            <a:custGeom>
              <a:avLst/>
              <a:gdLst/>
              <a:ahLst/>
              <a:cxnLst/>
              <a:rect l="l" t="t" r="r" b="b"/>
              <a:pathLst>
                <a:path w="23854" h="5137" extrusionOk="0">
                  <a:moveTo>
                    <a:pt x="18695" y="4817"/>
                  </a:moveTo>
                  <a:lnTo>
                    <a:pt x="12258" y="4749"/>
                  </a:lnTo>
                  <a:lnTo>
                    <a:pt x="9177" y="1621"/>
                  </a:lnTo>
                  <a:lnTo>
                    <a:pt x="1302" y="1530"/>
                  </a:lnTo>
                  <a:lnTo>
                    <a:pt x="1233" y="1530"/>
                  </a:lnTo>
                  <a:lnTo>
                    <a:pt x="1" y="2717"/>
                  </a:lnTo>
                  <a:lnTo>
                    <a:pt x="229" y="2968"/>
                  </a:lnTo>
                  <a:lnTo>
                    <a:pt x="1370" y="1873"/>
                  </a:lnTo>
                  <a:lnTo>
                    <a:pt x="9040" y="1941"/>
                  </a:lnTo>
                  <a:lnTo>
                    <a:pt x="12098" y="5068"/>
                  </a:lnTo>
                  <a:lnTo>
                    <a:pt x="18763" y="5137"/>
                  </a:lnTo>
                  <a:lnTo>
                    <a:pt x="18832" y="5137"/>
                  </a:lnTo>
                  <a:lnTo>
                    <a:pt x="23853" y="229"/>
                  </a:lnTo>
                  <a:lnTo>
                    <a:pt x="23625"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8"/>
            <p:cNvSpPr/>
            <p:nvPr/>
          </p:nvSpPr>
          <p:spPr>
            <a:xfrm>
              <a:off x="1125841" y="3637665"/>
              <a:ext cx="173497" cy="126519"/>
            </a:xfrm>
            <a:custGeom>
              <a:avLst/>
              <a:gdLst/>
              <a:ahLst/>
              <a:cxnLst/>
              <a:rect l="l" t="t" r="r" b="b"/>
              <a:pathLst>
                <a:path w="10112" h="7374" extrusionOk="0">
                  <a:moveTo>
                    <a:pt x="0" y="252"/>
                  </a:moveTo>
                  <a:lnTo>
                    <a:pt x="1484" y="1758"/>
                  </a:lnTo>
                  <a:lnTo>
                    <a:pt x="4405" y="1804"/>
                  </a:lnTo>
                  <a:lnTo>
                    <a:pt x="9861" y="7373"/>
                  </a:lnTo>
                  <a:lnTo>
                    <a:pt x="10112" y="7122"/>
                  </a:lnTo>
                  <a:lnTo>
                    <a:pt x="4542" y="1461"/>
                  </a:lnTo>
                  <a:lnTo>
                    <a:pt x="1621" y="1439"/>
                  </a:lnTo>
                  <a:lnTo>
                    <a:pt x="22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8"/>
            <p:cNvSpPr/>
            <p:nvPr/>
          </p:nvSpPr>
          <p:spPr>
            <a:xfrm>
              <a:off x="1266033" y="4219609"/>
              <a:ext cx="165278" cy="54458"/>
            </a:xfrm>
            <a:custGeom>
              <a:avLst/>
              <a:gdLst/>
              <a:ahLst/>
              <a:cxnLst/>
              <a:rect l="l" t="t" r="r" b="b"/>
              <a:pathLst>
                <a:path w="9633" h="3174" extrusionOk="0">
                  <a:moveTo>
                    <a:pt x="7784" y="1576"/>
                  </a:moveTo>
                  <a:lnTo>
                    <a:pt x="1507" y="1507"/>
                  </a:lnTo>
                  <a:lnTo>
                    <a:pt x="1439" y="1507"/>
                  </a:lnTo>
                  <a:lnTo>
                    <a:pt x="1" y="2945"/>
                  </a:lnTo>
                  <a:lnTo>
                    <a:pt x="229" y="3174"/>
                  </a:lnTo>
                  <a:lnTo>
                    <a:pt x="1576" y="1850"/>
                  </a:lnTo>
                  <a:lnTo>
                    <a:pt x="7852" y="1918"/>
                  </a:lnTo>
                  <a:lnTo>
                    <a:pt x="7921" y="1918"/>
                  </a:lnTo>
                  <a:lnTo>
                    <a:pt x="9633" y="252"/>
                  </a:lnTo>
                  <a:lnTo>
                    <a:pt x="938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8"/>
            <p:cNvSpPr/>
            <p:nvPr/>
          </p:nvSpPr>
          <p:spPr>
            <a:xfrm>
              <a:off x="960187" y="4353556"/>
              <a:ext cx="85770" cy="112793"/>
            </a:xfrm>
            <a:custGeom>
              <a:avLst/>
              <a:gdLst/>
              <a:ahLst/>
              <a:cxnLst/>
              <a:rect l="l" t="t" r="r" b="b"/>
              <a:pathLst>
                <a:path w="4999" h="6574" extrusionOk="0">
                  <a:moveTo>
                    <a:pt x="23" y="4611"/>
                  </a:moveTo>
                  <a:lnTo>
                    <a:pt x="0" y="6574"/>
                  </a:lnTo>
                  <a:lnTo>
                    <a:pt x="342" y="6574"/>
                  </a:lnTo>
                  <a:lnTo>
                    <a:pt x="365" y="4771"/>
                  </a:lnTo>
                  <a:lnTo>
                    <a:pt x="4999" y="228"/>
                  </a:lnTo>
                  <a:lnTo>
                    <a:pt x="4748"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8"/>
            <p:cNvSpPr/>
            <p:nvPr/>
          </p:nvSpPr>
          <p:spPr>
            <a:xfrm>
              <a:off x="1084715" y="4268953"/>
              <a:ext cx="134343" cy="47012"/>
            </a:xfrm>
            <a:custGeom>
              <a:avLst/>
              <a:gdLst/>
              <a:ahLst/>
              <a:cxnLst/>
              <a:rect l="l" t="t" r="r" b="b"/>
              <a:pathLst>
                <a:path w="7830" h="2740" extrusionOk="0">
                  <a:moveTo>
                    <a:pt x="0" y="2512"/>
                  </a:moveTo>
                  <a:lnTo>
                    <a:pt x="229" y="2740"/>
                  </a:lnTo>
                  <a:lnTo>
                    <a:pt x="2694" y="343"/>
                  </a:lnTo>
                  <a:lnTo>
                    <a:pt x="7830" y="389"/>
                  </a:lnTo>
                  <a:lnTo>
                    <a:pt x="7830" y="69"/>
                  </a:lnTo>
                  <a:lnTo>
                    <a:pt x="2625" y="1"/>
                  </a:lnTo>
                  <a:lnTo>
                    <a:pt x="2557"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8"/>
            <p:cNvSpPr/>
            <p:nvPr/>
          </p:nvSpPr>
          <p:spPr>
            <a:xfrm>
              <a:off x="1078452" y="4335147"/>
              <a:ext cx="365009" cy="108881"/>
            </a:xfrm>
            <a:custGeom>
              <a:avLst/>
              <a:gdLst/>
              <a:ahLst/>
              <a:cxnLst/>
              <a:rect l="l" t="t" r="r" b="b"/>
              <a:pathLst>
                <a:path w="21274" h="6346" extrusionOk="0">
                  <a:moveTo>
                    <a:pt x="12531" y="3652"/>
                  </a:moveTo>
                  <a:lnTo>
                    <a:pt x="2694" y="3538"/>
                  </a:lnTo>
                  <a:lnTo>
                    <a:pt x="2625" y="3538"/>
                  </a:lnTo>
                  <a:lnTo>
                    <a:pt x="0" y="6095"/>
                  </a:lnTo>
                  <a:lnTo>
                    <a:pt x="251" y="6346"/>
                  </a:lnTo>
                  <a:lnTo>
                    <a:pt x="2762" y="3881"/>
                  </a:lnTo>
                  <a:lnTo>
                    <a:pt x="12600" y="3995"/>
                  </a:lnTo>
                  <a:lnTo>
                    <a:pt x="12668" y="3995"/>
                  </a:lnTo>
                  <a:lnTo>
                    <a:pt x="16389" y="320"/>
                  </a:lnTo>
                  <a:lnTo>
                    <a:pt x="21273" y="388"/>
                  </a:lnTo>
                  <a:lnTo>
                    <a:pt x="21273" y="46"/>
                  </a:lnTo>
                  <a:lnTo>
                    <a:pt x="16320" y="0"/>
                  </a:lnTo>
                  <a:lnTo>
                    <a:pt x="16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8"/>
            <p:cNvSpPr/>
            <p:nvPr/>
          </p:nvSpPr>
          <p:spPr>
            <a:xfrm>
              <a:off x="1160293" y="4397805"/>
              <a:ext cx="60326" cy="89699"/>
            </a:xfrm>
            <a:custGeom>
              <a:avLst/>
              <a:gdLst/>
              <a:ahLst/>
              <a:cxnLst/>
              <a:rect l="l" t="t" r="r" b="b"/>
              <a:pathLst>
                <a:path w="3516" h="5228" extrusionOk="0">
                  <a:moveTo>
                    <a:pt x="24" y="3196"/>
                  </a:moveTo>
                  <a:lnTo>
                    <a:pt x="1" y="5205"/>
                  </a:lnTo>
                  <a:lnTo>
                    <a:pt x="320" y="5227"/>
                  </a:lnTo>
                  <a:lnTo>
                    <a:pt x="343" y="3333"/>
                  </a:lnTo>
                  <a:lnTo>
                    <a:pt x="3516" y="229"/>
                  </a:lnTo>
                  <a:lnTo>
                    <a:pt x="3265"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8"/>
            <p:cNvSpPr/>
            <p:nvPr/>
          </p:nvSpPr>
          <p:spPr>
            <a:xfrm>
              <a:off x="1485733" y="4320649"/>
              <a:ext cx="106153" cy="104197"/>
            </a:xfrm>
            <a:custGeom>
              <a:avLst/>
              <a:gdLst/>
              <a:ahLst/>
              <a:cxnLst/>
              <a:rect l="l" t="t" r="r" b="b"/>
              <a:pathLst>
                <a:path w="6187" h="6073" extrusionOk="0">
                  <a:moveTo>
                    <a:pt x="1" y="5821"/>
                  </a:moveTo>
                  <a:lnTo>
                    <a:pt x="229" y="6072"/>
                  </a:lnTo>
                  <a:lnTo>
                    <a:pt x="6186" y="252"/>
                  </a:lnTo>
                  <a:lnTo>
                    <a:pt x="595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8"/>
            <p:cNvSpPr/>
            <p:nvPr/>
          </p:nvSpPr>
          <p:spPr>
            <a:xfrm>
              <a:off x="1794719" y="4111140"/>
              <a:ext cx="90094" cy="247909"/>
            </a:xfrm>
            <a:custGeom>
              <a:avLst/>
              <a:gdLst/>
              <a:ahLst/>
              <a:cxnLst/>
              <a:rect l="l" t="t" r="r" b="b"/>
              <a:pathLst>
                <a:path w="5251" h="14449" extrusionOk="0">
                  <a:moveTo>
                    <a:pt x="4817" y="9496"/>
                  </a:moveTo>
                  <a:lnTo>
                    <a:pt x="1" y="14220"/>
                  </a:lnTo>
                  <a:lnTo>
                    <a:pt x="252" y="14449"/>
                  </a:lnTo>
                  <a:lnTo>
                    <a:pt x="5159" y="9633"/>
                  </a:lnTo>
                  <a:lnTo>
                    <a:pt x="5251" y="0"/>
                  </a:lnTo>
                  <a:lnTo>
                    <a:pt x="493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8"/>
            <p:cNvSpPr/>
            <p:nvPr/>
          </p:nvSpPr>
          <p:spPr>
            <a:xfrm>
              <a:off x="1798631" y="4141680"/>
              <a:ext cx="54853" cy="146885"/>
            </a:xfrm>
            <a:custGeom>
              <a:avLst/>
              <a:gdLst/>
              <a:ahLst/>
              <a:cxnLst/>
              <a:rect l="l" t="t" r="r" b="b"/>
              <a:pathLst>
                <a:path w="3197" h="8561" extrusionOk="0">
                  <a:moveTo>
                    <a:pt x="2809" y="5570"/>
                  </a:moveTo>
                  <a:lnTo>
                    <a:pt x="1" y="8309"/>
                  </a:lnTo>
                  <a:lnTo>
                    <a:pt x="229" y="8560"/>
                  </a:lnTo>
                  <a:lnTo>
                    <a:pt x="3151" y="5707"/>
                  </a:lnTo>
                  <a:lnTo>
                    <a:pt x="3197" y="1"/>
                  </a:lnTo>
                  <a:lnTo>
                    <a:pt x="2877"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8"/>
            <p:cNvSpPr/>
            <p:nvPr/>
          </p:nvSpPr>
          <p:spPr>
            <a:xfrm>
              <a:off x="1892636" y="4292854"/>
              <a:ext cx="93611" cy="91655"/>
            </a:xfrm>
            <a:custGeom>
              <a:avLst/>
              <a:gdLst/>
              <a:ahLst/>
              <a:cxnLst/>
              <a:rect l="l" t="t" r="r" b="b"/>
              <a:pathLst>
                <a:path w="5456" h="5342" extrusionOk="0">
                  <a:moveTo>
                    <a:pt x="0" y="5113"/>
                  </a:moveTo>
                  <a:lnTo>
                    <a:pt x="251" y="5341"/>
                  </a:lnTo>
                  <a:lnTo>
                    <a:pt x="5455" y="251"/>
                  </a:lnTo>
                  <a:lnTo>
                    <a:pt x="5227"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8"/>
            <p:cNvSpPr/>
            <p:nvPr/>
          </p:nvSpPr>
          <p:spPr>
            <a:xfrm>
              <a:off x="1630626" y="3851103"/>
              <a:ext cx="521279" cy="531059"/>
            </a:xfrm>
            <a:custGeom>
              <a:avLst/>
              <a:gdLst/>
              <a:ahLst/>
              <a:cxnLst/>
              <a:rect l="l" t="t" r="r" b="b"/>
              <a:pathLst>
                <a:path w="30382" h="30952" extrusionOk="0">
                  <a:moveTo>
                    <a:pt x="24" y="29536"/>
                  </a:moveTo>
                  <a:lnTo>
                    <a:pt x="1" y="30951"/>
                  </a:lnTo>
                  <a:lnTo>
                    <a:pt x="343" y="30951"/>
                  </a:lnTo>
                  <a:lnTo>
                    <a:pt x="343" y="29673"/>
                  </a:lnTo>
                  <a:lnTo>
                    <a:pt x="30381" y="251"/>
                  </a:lnTo>
                  <a:lnTo>
                    <a:pt x="30153"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8"/>
            <p:cNvSpPr/>
            <p:nvPr/>
          </p:nvSpPr>
          <p:spPr>
            <a:xfrm>
              <a:off x="1703476" y="4002654"/>
              <a:ext cx="285895" cy="159016"/>
            </a:xfrm>
            <a:custGeom>
              <a:avLst/>
              <a:gdLst/>
              <a:ahLst/>
              <a:cxnLst/>
              <a:rect l="l" t="t" r="r" b="b"/>
              <a:pathLst>
                <a:path w="16663" h="9268" extrusionOk="0">
                  <a:moveTo>
                    <a:pt x="0" y="9017"/>
                  </a:moveTo>
                  <a:lnTo>
                    <a:pt x="229" y="9268"/>
                  </a:lnTo>
                  <a:lnTo>
                    <a:pt x="9336" y="343"/>
                  </a:lnTo>
                  <a:lnTo>
                    <a:pt x="16663" y="412"/>
                  </a:lnTo>
                  <a:lnTo>
                    <a:pt x="16663" y="69"/>
                  </a:lnTo>
                  <a:lnTo>
                    <a:pt x="9268" y="1"/>
                  </a:lnTo>
                  <a:lnTo>
                    <a:pt x="919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8"/>
            <p:cNvSpPr/>
            <p:nvPr/>
          </p:nvSpPr>
          <p:spPr>
            <a:xfrm>
              <a:off x="1241756" y="4142864"/>
              <a:ext cx="173514" cy="7446"/>
            </a:xfrm>
            <a:custGeom>
              <a:avLst/>
              <a:gdLst/>
              <a:ahLst/>
              <a:cxnLst/>
              <a:rect l="l" t="t" r="r" b="b"/>
              <a:pathLst>
                <a:path w="10113" h="434" extrusionOk="0">
                  <a:moveTo>
                    <a:pt x="0" y="320"/>
                  </a:moveTo>
                  <a:lnTo>
                    <a:pt x="10112" y="434"/>
                  </a:lnTo>
                  <a:lnTo>
                    <a:pt x="10112" y="91"/>
                  </a:lnTo>
                  <a:lnTo>
                    <a:pt x="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8"/>
            <p:cNvSpPr/>
            <p:nvPr/>
          </p:nvSpPr>
          <p:spPr>
            <a:xfrm>
              <a:off x="1499441" y="4028905"/>
              <a:ext cx="333679" cy="112399"/>
            </a:xfrm>
            <a:custGeom>
              <a:avLst/>
              <a:gdLst/>
              <a:ahLst/>
              <a:cxnLst/>
              <a:rect l="l" t="t" r="r" b="b"/>
              <a:pathLst>
                <a:path w="19448" h="6551" extrusionOk="0">
                  <a:moveTo>
                    <a:pt x="0" y="6323"/>
                  </a:moveTo>
                  <a:lnTo>
                    <a:pt x="229" y="6551"/>
                  </a:lnTo>
                  <a:lnTo>
                    <a:pt x="6597" y="342"/>
                  </a:lnTo>
                  <a:lnTo>
                    <a:pt x="19448" y="457"/>
                  </a:lnTo>
                  <a:lnTo>
                    <a:pt x="19448" y="137"/>
                  </a:lnTo>
                  <a:lnTo>
                    <a:pt x="6528" y="0"/>
                  </a:lnTo>
                  <a:lnTo>
                    <a:pt x="6460"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8"/>
            <p:cNvSpPr/>
            <p:nvPr/>
          </p:nvSpPr>
          <p:spPr>
            <a:xfrm>
              <a:off x="1004041" y="3782559"/>
              <a:ext cx="243208" cy="43889"/>
            </a:xfrm>
            <a:custGeom>
              <a:avLst/>
              <a:gdLst/>
              <a:ahLst/>
              <a:cxnLst/>
              <a:rect l="l" t="t" r="r" b="b"/>
              <a:pathLst>
                <a:path w="14175" h="2558" extrusionOk="0">
                  <a:moveTo>
                    <a:pt x="0" y="320"/>
                  </a:moveTo>
                  <a:lnTo>
                    <a:pt x="7190" y="412"/>
                  </a:lnTo>
                  <a:lnTo>
                    <a:pt x="9268" y="2512"/>
                  </a:lnTo>
                  <a:lnTo>
                    <a:pt x="14175" y="2557"/>
                  </a:lnTo>
                  <a:lnTo>
                    <a:pt x="14175" y="2238"/>
                  </a:lnTo>
                  <a:lnTo>
                    <a:pt x="9404" y="2169"/>
                  </a:lnTo>
                  <a:lnTo>
                    <a:pt x="7327" y="69"/>
                  </a:lnTo>
                  <a:lnTo>
                    <a:pt x="0"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8"/>
            <p:cNvSpPr/>
            <p:nvPr/>
          </p:nvSpPr>
          <p:spPr>
            <a:xfrm>
              <a:off x="1356898" y="3746151"/>
              <a:ext cx="784441" cy="150403"/>
            </a:xfrm>
            <a:custGeom>
              <a:avLst/>
              <a:gdLst/>
              <a:ahLst/>
              <a:cxnLst/>
              <a:rect l="l" t="t" r="r" b="b"/>
              <a:pathLst>
                <a:path w="45720" h="8766" extrusionOk="0">
                  <a:moveTo>
                    <a:pt x="40835" y="4565"/>
                  </a:moveTo>
                  <a:lnTo>
                    <a:pt x="22894" y="4383"/>
                  </a:lnTo>
                  <a:lnTo>
                    <a:pt x="22825" y="4383"/>
                  </a:lnTo>
                  <a:lnTo>
                    <a:pt x="18694" y="8423"/>
                  </a:lnTo>
                  <a:lnTo>
                    <a:pt x="10911" y="8331"/>
                  </a:lnTo>
                  <a:lnTo>
                    <a:pt x="5935" y="3264"/>
                  </a:lnTo>
                  <a:lnTo>
                    <a:pt x="23" y="3196"/>
                  </a:lnTo>
                  <a:lnTo>
                    <a:pt x="0" y="3538"/>
                  </a:lnTo>
                  <a:lnTo>
                    <a:pt x="5798" y="3584"/>
                  </a:lnTo>
                  <a:lnTo>
                    <a:pt x="10774" y="8674"/>
                  </a:lnTo>
                  <a:lnTo>
                    <a:pt x="18762" y="8765"/>
                  </a:lnTo>
                  <a:lnTo>
                    <a:pt x="18831" y="8765"/>
                  </a:lnTo>
                  <a:lnTo>
                    <a:pt x="22962" y="4725"/>
                  </a:lnTo>
                  <a:lnTo>
                    <a:pt x="40903" y="4908"/>
                  </a:lnTo>
                  <a:lnTo>
                    <a:pt x="40971" y="4908"/>
                  </a:lnTo>
                  <a:lnTo>
                    <a:pt x="45719" y="251"/>
                  </a:lnTo>
                  <a:lnTo>
                    <a:pt x="4549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8"/>
            <p:cNvSpPr/>
            <p:nvPr/>
          </p:nvSpPr>
          <p:spPr>
            <a:xfrm>
              <a:off x="2023820" y="3907499"/>
              <a:ext cx="73640" cy="213439"/>
            </a:xfrm>
            <a:custGeom>
              <a:avLst/>
              <a:gdLst/>
              <a:ahLst/>
              <a:cxnLst/>
              <a:rect l="l" t="t" r="r" b="b"/>
              <a:pathLst>
                <a:path w="4292" h="12440" extrusionOk="0">
                  <a:moveTo>
                    <a:pt x="3858" y="8400"/>
                  </a:moveTo>
                  <a:lnTo>
                    <a:pt x="1" y="12189"/>
                  </a:lnTo>
                  <a:lnTo>
                    <a:pt x="229" y="12440"/>
                  </a:lnTo>
                  <a:lnTo>
                    <a:pt x="4200" y="8537"/>
                  </a:lnTo>
                  <a:lnTo>
                    <a:pt x="4292" y="23"/>
                  </a:lnTo>
                  <a:lnTo>
                    <a:pt x="394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8"/>
            <p:cNvSpPr/>
            <p:nvPr/>
          </p:nvSpPr>
          <p:spPr>
            <a:xfrm>
              <a:off x="1986229" y="4197682"/>
              <a:ext cx="7841" cy="191924"/>
            </a:xfrm>
            <a:custGeom>
              <a:avLst/>
              <a:gdLst/>
              <a:ahLst/>
              <a:cxnLst/>
              <a:rect l="l" t="t" r="r" b="b"/>
              <a:pathLst>
                <a:path w="457" h="11186" extrusionOk="0">
                  <a:moveTo>
                    <a:pt x="0" y="11185"/>
                  </a:moveTo>
                  <a:lnTo>
                    <a:pt x="343" y="11185"/>
                  </a:lnTo>
                  <a:lnTo>
                    <a:pt x="457" y="1"/>
                  </a:lnTo>
                  <a:lnTo>
                    <a:pt x="11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8"/>
            <p:cNvSpPr/>
            <p:nvPr/>
          </p:nvSpPr>
          <p:spPr>
            <a:xfrm>
              <a:off x="1930999" y="4098993"/>
              <a:ext cx="119073" cy="113600"/>
            </a:xfrm>
            <a:custGeom>
              <a:avLst/>
              <a:gdLst/>
              <a:ahLst/>
              <a:cxnLst/>
              <a:rect l="l" t="t" r="r" b="b"/>
              <a:pathLst>
                <a:path w="6940" h="6621" extrusionOk="0">
                  <a:moveTo>
                    <a:pt x="1256" y="891"/>
                  </a:moveTo>
                  <a:cubicBezTo>
                    <a:pt x="24" y="2123"/>
                    <a:pt x="1" y="4109"/>
                    <a:pt x="1211" y="5365"/>
                  </a:cubicBezTo>
                  <a:lnTo>
                    <a:pt x="1211" y="5365"/>
                  </a:lnTo>
                  <a:cubicBezTo>
                    <a:pt x="2443" y="6597"/>
                    <a:pt x="4429" y="6620"/>
                    <a:pt x="5684" y="5410"/>
                  </a:cubicBezTo>
                  <a:lnTo>
                    <a:pt x="5684" y="5410"/>
                  </a:lnTo>
                  <a:cubicBezTo>
                    <a:pt x="6917" y="4178"/>
                    <a:pt x="6940" y="2192"/>
                    <a:pt x="5730" y="937"/>
                  </a:cubicBezTo>
                  <a:lnTo>
                    <a:pt x="5730" y="937"/>
                  </a:lnTo>
                  <a:cubicBezTo>
                    <a:pt x="5114" y="320"/>
                    <a:pt x="4292" y="1"/>
                    <a:pt x="3470" y="1"/>
                  </a:cubicBezTo>
                  <a:lnTo>
                    <a:pt x="3470" y="1"/>
                  </a:lnTo>
                  <a:cubicBezTo>
                    <a:pt x="2672" y="1"/>
                    <a:pt x="1873" y="297"/>
                    <a:pt x="1256" y="891"/>
                  </a:cubicBezTo>
                  <a:moveTo>
                    <a:pt x="1462" y="5114"/>
                  </a:moveTo>
                  <a:cubicBezTo>
                    <a:pt x="366" y="4018"/>
                    <a:pt x="389" y="2215"/>
                    <a:pt x="1507" y="1142"/>
                  </a:cubicBezTo>
                  <a:lnTo>
                    <a:pt x="1507" y="1142"/>
                  </a:lnTo>
                  <a:cubicBezTo>
                    <a:pt x="2603" y="46"/>
                    <a:pt x="4406" y="69"/>
                    <a:pt x="5502" y="1165"/>
                  </a:cubicBezTo>
                  <a:lnTo>
                    <a:pt x="5502" y="1165"/>
                  </a:lnTo>
                  <a:cubicBezTo>
                    <a:pt x="6575" y="2283"/>
                    <a:pt x="6552" y="4086"/>
                    <a:pt x="5456" y="5159"/>
                  </a:cubicBezTo>
                  <a:lnTo>
                    <a:pt x="5456" y="5159"/>
                  </a:lnTo>
                  <a:cubicBezTo>
                    <a:pt x="4908" y="5707"/>
                    <a:pt x="4178" y="5981"/>
                    <a:pt x="3470" y="5981"/>
                  </a:cubicBezTo>
                  <a:lnTo>
                    <a:pt x="3470" y="5981"/>
                  </a:lnTo>
                  <a:cubicBezTo>
                    <a:pt x="2740" y="5981"/>
                    <a:pt x="2010" y="5684"/>
                    <a:pt x="1462" y="511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8"/>
            <p:cNvSpPr/>
            <p:nvPr/>
          </p:nvSpPr>
          <p:spPr>
            <a:xfrm>
              <a:off x="1948637" y="4386842"/>
              <a:ext cx="76763" cy="73245"/>
            </a:xfrm>
            <a:custGeom>
              <a:avLst/>
              <a:gdLst/>
              <a:ahLst/>
              <a:cxnLst/>
              <a:rect l="l" t="t" r="r" b="b"/>
              <a:pathLst>
                <a:path w="4474" h="4269" extrusionOk="0">
                  <a:moveTo>
                    <a:pt x="822" y="571"/>
                  </a:moveTo>
                  <a:cubicBezTo>
                    <a:pt x="23" y="1370"/>
                    <a:pt x="0" y="2648"/>
                    <a:pt x="776" y="3447"/>
                  </a:cubicBezTo>
                  <a:lnTo>
                    <a:pt x="776" y="3447"/>
                  </a:lnTo>
                  <a:cubicBezTo>
                    <a:pt x="1575" y="4246"/>
                    <a:pt x="2853" y="4269"/>
                    <a:pt x="3675" y="3493"/>
                  </a:cubicBezTo>
                  <a:lnTo>
                    <a:pt x="3675" y="3493"/>
                  </a:lnTo>
                  <a:cubicBezTo>
                    <a:pt x="4474" y="2694"/>
                    <a:pt x="4474" y="1415"/>
                    <a:pt x="3698" y="594"/>
                  </a:cubicBezTo>
                  <a:lnTo>
                    <a:pt x="3698" y="594"/>
                  </a:lnTo>
                  <a:cubicBezTo>
                    <a:pt x="3287" y="206"/>
                    <a:pt x="2762" y="0"/>
                    <a:pt x="2237" y="0"/>
                  </a:cubicBezTo>
                  <a:lnTo>
                    <a:pt x="2237" y="0"/>
                  </a:lnTo>
                  <a:cubicBezTo>
                    <a:pt x="1735" y="0"/>
                    <a:pt x="1210" y="183"/>
                    <a:pt x="822" y="571"/>
                  </a:cubicBezTo>
                  <a:moveTo>
                    <a:pt x="1027" y="3219"/>
                  </a:moveTo>
                  <a:cubicBezTo>
                    <a:pt x="365" y="2557"/>
                    <a:pt x="388" y="1461"/>
                    <a:pt x="1050" y="822"/>
                  </a:cubicBezTo>
                  <a:lnTo>
                    <a:pt x="1050" y="822"/>
                  </a:lnTo>
                  <a:cubicBezTo>
                    <a:pt x="1712" y="160"/>
                    <a:pt x="2808" y="160"/>
                    <a:pt x="3447" y="845"/>
                  </a:cubicBezTo>
                  <a:lnTo>
                    <a:pt x="3447" y="845"/>
                  </a:lnTo>
                  <a:cubicBezTo>
                    <a:pt x="4109" y="1507"/>
                    <a:pt x="4109" y="2580"/>
                    <a:pt x="3424" y="3241"/>
                  </a:cubicBezTo>
                  <a:lnTo>
                    <a:pt x="3424" y="3241"/>
                  </a:lnTo>
                  <a:cubicBezTo>
                    <a:pt x="3104" y="3561"/>
                    <a:pt x="2671" y="3721"/>
                    <a:pt x="2237" y="3721"/>
                  </a:cubicBezTo>
                  <a:lnTo>
                    <a:pt x="2237" y="3721"/>
                  </a:lnTo>
                  <a:cubicBezTo>
                    <a:pt x="1803" y="3721"/>
                    <a:pt x="1370" y="3561"/>
                    <a:pt x="1027" y="321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8"/>
            <p:cNvSpPr/>
            <p:nvPr/>
          </p:nvSpPr>
          <p:spPr>
            <a:xfrm>
              <a:off x="1574625" y="4105255"/>
              <a:ext cx="137483" cy="130826"/>
            </a:xfrm>
            <a:custGeom>
              <a:avLst/>
              <a:gdLst/>
              <a:ahLst/>
              <a:cxnLst/>
              <a:rect l="l" t="t" r="r" b="b"/>
              <a:pathLst>
                <a:path w="8013" h="7625" extrusionOk="0">
                  <a:moveTo>
                    <a:pt x="1462" y="1028"/>
                  </a:moveTo>
                  <a:cubicBezTo>
                    <a:pt x="24" y="2420"/>
                    <a:pt x="1" y="4749"/>
                    <a:pt x="1393" y="6164"/>
                  </a:cubicBezTo>
                  <a:lnTo>
                    <a:pt x="1393" y="6164"/>
                  </a:lnTo>
                  <a:cubicBezTo>
                    <a:pt x="2808" y="7602"/>
                    <a:pt x="5114" y="7625"/>
                    <a:pt x="6552" y="6232"/>
                  </a:cubicBezTo>
                  <a:lnTo>
                    <a:pt x="6552" y="6232"/>
                  </a:lnTo>
                  <a:cubicBezTo>
                    <a:pt x="7990" y="4817"/>
                    <a:pt x="8013" y="2512"/>
                    <a:pt x="6597" y="1074"/>
                  </a:cubicBezTo>
                  <a:lnTo>
                    <a:pt x="6597" y="1074"/>
                  </a:lnTo>
                  <a:cubicBezTo>
                    <a:pt x="5890" y="366"/>
                    <a:pt x="4954" y="1"/>
                    <a:pt x="3995" y="1"/>
                  </a:cubicBezTo>
                  <a:lnTo>
                    <a:pt x="3995" y="1"/>
                  </a:lnTo>
                  <a:cubicBezTo>
                    <a:pt x="3082" y="1"/>
                    <a:pt x="2169" y="343"/>
                    <a:pt x="1462" y="1028"/>
                  </a:cubicBezTo>
                  <a:close/>
                  <a:moveTo>
                    <a:pt x="1644" y="5936"/>
                  </a:moveTo>
                  <a:cubicBezTo>
                    <a:pt x="366" y="4634"/>
                    <a:pt x="389" y="2535"/>
                    <a:pt x="1690" y="1256"/>
                  </a:cubicBezTo>
                  <a:lnTo>
                    <a:pt x="1690" y="1256"/>
                  </a:lnTo>
                  <a:cubicBezTo>
                    <a:pt x="2991" y="1"/>
                    <a:pt x="5091" y="24"/>
                    <a:pt x="6369" y="1325"/>
                  </a:cubicBezTo>
                  <a:lnTo>
                    <a:pt x="6369" y="1325"/>
                  </a:lnTo>
                  <a:cubicBezTo>
                    <a:pt x="7625" y="2626"/>
                    <a:pt x="7625" y="4703"/>
                    <a:pt x="6324" y="5981"/>
                  </a:cubicBezTo>
                  <a:lnTo>
                    <a:pt x="6324" y="5981"/>
                  </a:lnTo>
                  <a:cubicBezTo>
                    <a:pt x="5662" y="6620"/>
                    <a:pt x="4840" y="6917"/>
                    <a:pt x="3995" y="6917"/>
                  </a:cubicBezTo>
                  <a:lnTo>
                    <a:pt x="3995" y="6917"/>
                  </a:lnTo>
                  <a:cubicBezTo>
                    <a:pt x="3151" y="6917"/>
                    <a:pt x="2283" y="6597"/>
                    <a:pt x="1644" y="5936"/>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8"/>
            <p:cNvSpPr/>
            <p:nvPr/>
          </p:nvSpPr>
          <p:spPr>
            <a:xfrm>
              <a:off x="1398797" y="4119358"/>
              <a:ext cx="127686" cy="121818"/>
            </a:xfrm>
            <a:custGeom>
              <a:avLst/>
              <a:gdLst/>
              <a:ahLst/>
              <a:cxnLst/>
              <a:rect l="l" t="t" r="r" b="b"/>
              <a:pathLst>
                <a:path w="7442" h="7100" extrusionOk="0">
                  <a:moveTo>
                    <a:pt x="1347" y="959"/>
                  </a:moveTo>
                  <a:cubicBezTo>
                    <a:pt x="23" y="2260"/>
                    <a:pt x="0" y="4406"/>
                    <a:pt x="1301" y="5730"/>
                  </a:cubicBezTo>
                  <a:lnTo>
                    <a:pt x="1301" y="5730"/>
                  </a:lnTo>
                  <a:cubicBezTo>
                    <a:pt x="2602" y="7076"/>
                    <a:pt x="4748" y="7099"/>
                    <a:pt x="6095" y="5798"/>
                  </a:cubicBezTo>
                  <a:lnTo>
                    <a:pt x="6095" y="5798"/>
                  </a:lnTo>
                  <a:cubicBezTo>
                    <a:pt x="7419" y="4474"/>
                    <a:pt x="7441" y="2329"/>
                    <a:pt x="6140" y="1005"/>
                  </a:cubicBezTo>
                  <a:lnTo>
                    <a:pt x="6140" y="1005"/>
                  </a:lnTo>
                  <a:cubicBezTo>
                    <a:pt x="5478" y="343"/>
                    <a:pt x="4611" y="1"/>
                    <a:pt x="3721" y="1"/>
                  </a:cubicBezTo>
                  <a:lnTo>
                    <a:pt x="3721" y="1"/>
                  </a:lnTo>
                  <a:cubicBezTo>
                    <a:pt x="2876" y="1"/>
                    <a:pt x="2009" y="320"/>
                    <a:pt x="1347" y="959"/>
                  </a:cubicBezTo>
                  <a:close/>
                  <a:moveTo>
                    <a:pt x="1552" y="5502"/>
                  </a:moveTo>
                  <a:cubicBezTo>
                    <a:pt x="366" y="4315"/>
                    <a:pt x="388" y="2374"/>
                    <a:pt x="1598" y="1188"/>
                  </a:cubicBezTo>
                  <a:lnTo>
                    <a:pt x="1598" y="1188"/>
                  </a:lnTo>
                  <a:cubicBezTo>
                    <a:pt x="2785" y="23"/>
                    <a:pt x="4725" y="46"/>
                    <a:pt x="5912" y="1233"/>
                  </a:cubicBezTo>
                  <a:lnTo>
                    <a:pt x="5912" y="1233"/>
                  </a:lnTo>
                  <a:cubicBezTo>
                    <a:pt x="7076" y="2443"/>
                    <a:pt x="7053" y="4383"/>
                    <a:pt x="5866" y="5547"/>
                  </a:cubicBezTo>
                  <a:lnTo>
                    <a:pt x="5866" y="5547"/>
                  </a:lnTo>
                  <a:cubicBezTo>
                    <a:pt x="5273" y="6141"/>
                    <a:pt x="4497" y="6415"/>
                    <a:pt x="3721" y="6415"/>
                  </a:cubicBezTo>
                  <a:lnTo>
                    <a:pt x="3721" y="6415"/>
                  </a:lnTo>
                  <a:cubicBezTo>
                    <a:pt x="2922" y="6415"/>
                    <a:pt x="2146" y="6118"/>
                    <a:pt x="1552" y="5502"/>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8"/>
            <p:cNvSpPr/>
            <p:nvPr/>
          </p:nvSpPr>
          <p:spPr>
            <a:xfrm>
              <a:off x="1138760" y="4098598"/>
              <a:ext cx="110460" cy="105364"/>
            </a:xfrm>
            <a:custGeom>
              <a:avLst/>
              <a:gdLst/>
              <a:ahLst/>
              <a:cxnLst/>
              <a:rect l="l" t="t" r="r" b="b"/>
              <a:pathLst>
                <a:path w="6438" h="6141" extrusionOk="0">
                  <a:moveTo>
                    <a:pt x="1164" y="845"/>
                  </a:moveTo>
                  <a:cubicBezTo>
                    <a:pt x="23" y="1964"/>
                    <a:pt x="0" y="3813"/>
                    <a:pt x="1142" y="4954"/>
                  </a:cubicBezTo>
                  <a:lnTo>
                    <a:pt x="1142" y="4954"/>
                  </a:lnTo>
                  <a:cubicBezTo>
                    <a:pt x="2260" y="6118"/>
                    <a:pt x="4109" y="6141"/>
                    <a:pt x="5250" y="5000"/>
                  </a:cubicBezTo>
                  <a:lnTo>
                    <a:pt x="5250" y="5000"/>
                  </a:lnTo>
                  <a:cubicBezTo>
                    <a:pt x="6414" y="3881"/>
                    <a:pt x="6437" y="2032"/>
                    <a:pt x="5296" y="891"/>
                  </a:cubicBezTo>
                  <a:lnTo>
                    <a:pt x="5296" y="891"/>
                  </a:lnTo>
                  <a:cubicBezTo>
                    <a:pt x="4725" y="298"/>
                    <a:pt x="3972" y="1"/>
                    <a:pt x="3219" y="1"/>
                  </a:cubicBezTo>
                  <a:lnTo>
                    <a:pt x="3219" y="1"/>
                  </a:lnTo>
                  <a:cubicBezTo>
                    <a:pt x="2488" y="1"/>
                    <a:pt x="1735" y="275"/>
                    <a:pt x="1164" y="845"/>
                  </a:cubicBezTo>
                  <a:close/>
                  <a:moveTo>
                    <a:pt x="1370" y="4726"/>
                  </a:moveTo>
                  <a:cubicBezTo>
                    <a:pt x="366" y="3721"/>
                    <a:pt x="388" y="2078"/>
                    <a:pt x="1416" y="1074"/>
                  </a:cubicBezTo>
                  <a:lnTo>
                    <a:pt x="1416" y="1074"/>
                  </a:lnTo>
                  <a:cubicBezTo>
                    <a:pt x="2420" y="69"/>
                    <a:pt x="4063" y="92"/>
                    <a:pt x="5068" y="1119"/>
                  </a:cubicBezTo>
                  <a:lnTo>
                    <a:pt x="5068" y="1119"/>
                  </a:lnTo>
                  <a:cubicBezTo>
                    <a:pt x="6049" y="2124"/>
                    <a:pt x="6049" y="3767"/>
                    <a:pt x="5022" y="4771"/>
                  </a:cubicBezTo>
                  <a:lnTo>
                    <a:pt x="5022" y="4771"/>
                  </a:lnTo>
                  <a:cubicBezTo>
                    <a:pt x="4520" y="5251"/>
                    <a:pt x="3858" y="5502"/>
                    <a:pt x="3219" y="5502"/>
                  </a:cubicBezTo>
                  <a:lnTo>
                    <a:pt x="3219" y="5502"/>
                  </a:lnTo>
                  <a:cubicBezTo>
                    <a:pt x="2557" y="5502"/>
                    <a:pt x="1872" y="5251"/>
                    <a:pt x="1370" y="4726"/>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8"/>
            <p:cNvSpPr/>
            <p:nvPr/>
          </p:nvSpPr>
          <p:spPr>
            <a:xfrm>
              <a:off x="1068261" y="3917279"/>
              <a:ext cx="120634" cy="114767"/>
            </a:xfrm>
            <a:custGeom>
              <a:avLst/>
              <a:gdLst/>
              <a:ahLst/>
              <a:cxnLst/>
              <a:rect l="l" t="t" r="r" b="b"/>
              <a:pathLst>
                <a:path w="7031" h="6689" extrusionOk="0">
                  <a:moveTo>
                    <a:pt x="1279" y="891"/>
                  </a:moveTo>
                  <a:cubicBezTo>
                    <a:pt x="24" y="2124"/>
                    <a:pt x="1" y="4155"/>
                    <a:pt x="1233" y="5410"/>
                  </a:cubicBezTo>
                  <a:lnTo>
                    <a:pt x="1233" y="5410"/>
                  </a:lnTo>
                  <a:cubicBezTo>
                    <a:pt x="2466" y="6666"/>
                    <a:pt x="4497" y="6689"/>
                    <a:pt x="5753" y="5456"/>
                  </a:cubicBezTo>
                  <a:lnTo>
                    <a:pt x="5753" y="5456"/>
                  </a:lnTo>
                  <a:cubicBezTo>
                    <a:pt x="7008" y="4223"/>
                    <a:pt x="7031" y="2215"/>
                    <a:pt x="5798" y="937"/>
                  </a:cubicBezTo>
                  <a:lnTo>
                    <a:pt x="5798" y="937"/>
                  </a:lnTo>
                  <a:cubicBezTo>
                    <a:pt x="5159" y="320"/>
                    <a:pt x="4338" y="1"/>
                    <a:pt x="3516" y="1"/>
                  </a:cubicBezTo>
                  <a:lnTo>
                    <a:pt x="3516" y="1"/>
                  </a:lnTo>
                  <a:cubicBezTo>
                    <a:pt x="2717" y="1"/>
                    <a:pt x="1895" y="298"/>
                    <a:pt x="1279" y="891"/>
                  </a:cubicBezTo>
                  <a:moveTo>
                    <a:pt x="1462" y="5182"/>
                  </a:moveTo>
                  <a:cubicBezTo>
                    <a:pt x="366" y="4064"/>
                    <a:pt x="389" y="2238"/>
                    <a:pt x="1507" y="1142"/>
                  </a:cubicBezTo>
                  <a:lnTo>
                    <a:pt x="1507" y="1142"/>
                  </a:lnTo>
                  <a:cubicBezTo>
                    <a:pt x="2649" y="46"/>
                    <a:pt x="4452" y="46"/>
                    <a:pt x="5547" y="1188"/>
                  </a:cubicBezTo>
                  <a:lnTo>
                    <a:pt x="5547" y="1188"/>
                  </a:lnTo>
                  <a:cubicBezTo>
                    <a:pt x="6666" y="2306"/>
                    <a:pt x="6643" y="4109"/>
                    <a:pt x="5525" y="5228"/>
                  </a:cubicBezTo>
                  <a:lnTo>
                    <a:pt x="5525" y="5228"/>
                  </a:lnTo>
                  <a:cubicBezTo>
                    <a:pt x="4954" y="5776"/>
                    <a:pt x="4246" y="6050"/>
                    <a:pt x="3516" y="6050"/>
                  </a:cubicBezTo>
                  <a:lnTo>
                    <a:pt x="3516" y="6050"/>
                  </a:lnTo>
                  <a:cubicBezTo>
                    <a:pt x="2763" y="6050"/>
                    <a:pt x="2032" y="5753"/>
                    <a:pt x="1462" y="5182"/>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8"/>
            <p:cNvSpPr/>
            <p:nvPr/>
          </p:nvSpPr>
          <p:spPr>
            <a:xfrm>
              <a:off x="1237844" y="3758676"/>
              <a:ext cx="119845" cy="114767"/>
            </a:xfrm>
            <a:custGeom>
              <a:avLst/>
              <a:gdLst/>
              <a:ahLst/>
              <a:cxnLst/>
              <a:rect l="l" t="t" r="r" b="b"/>
              <a:pathLst>
                <a:path w="6985" h="6689" extrusionOk="0">
                  <a:moveTo>
                    <a:pt x="1256" y="914"/>
                  </a:moveTo>
                  <a:cubicBezTo>
                    <a:pt x="0" y="2146"/>
                    <a:pt x="0" y="4155"/>
                    <a:pt x="1210" y="5410"/>
                  </a:cubicBezTo>
                  <a:lnTo>
                    <a:pt x="1210" y="5410"/>
                  </a:lnTo>
                  <a:cubicBezTo>
                    <a:pt x="2442" y="6666"/>
                    <a:pt x="4474" y="6688"/>
                    <a:pt x="5706" y="5456"/>
                  </a:cubicBezTo>
                  <a:lnTo>
                    <a:pt x="5706" y="5456"/>
                  </a:lnTo>
                  <a:cubicBezTo>
                    <a:pt x="6962" y="4223"/>
                    <a:pt x="6985" y="2215"/>
                    <a:pt x="5752" y="959"/>
                  </a:cubicBezTo>
                  <a:lnTo>
                    <a:pt x="5752" y="959"/>
                  </a:lnTo>
                  <a:cubicBezTo>
                    <a:pt x="5136" y="320"/>
                    <a:pt x="4314" y="1"/>
                    <a:pt x="3492" y="1"/>
                  </a:cubicBezTo>
                  <a:lnTo>
                    <a:pt x="3492" y="1"/>
                  </a:lnTo>
                  <a:cubicBezTo>
                    <a:pt x="2694" y="1"/>
                    <a:pt x="1872" y="297"/>
                    <a:pt x="1256" y="914"/>
                  </a:cubicBezTo>
                  <a:moveTo>
                    <a:pt x="1461" y="5182"/>
                  </a:moveTo>
                  <a:cubicBezTo>
                    <a:pt x="365" y="4063"/>
                    <a:pt x="365" y="2237"/>
                    <a:pt x="1507" y="1142"/>
                  </a:cubicBezTo>
                  <a:lnTo>
                    <a:pt x="1507" y="1142"/>
                  </a:lnTo>
                  <a:cubicBezTo>
                    <a:pt x="2625" y="46"/>
                    <a:pt x="4428" y="69"/>
                    <a:pt x="5524" y="1187"/>
                  </a:cubicBezTo>
                  <a:lnTo>
                    <a:pt x="5524" y="1187"/>
                  </a:lnTo>
                  <a:cubicBezTo>
                    <a:pt x="6619" y="2306"/>
                    <a:pt x="6597" y="4109"/>
                    <a:pt x="5478" y="5228"/>
                  </a:cubicBezTo>
                  <a:lnTo>
                    <a:pt x="5478" y="5228"/>
                  </a:lnTo>
                  <a:cubicBezTo>
                    <a:pt x="4930" y="5753"/>
                    <a:pt x="4200" y="6026"/>
                    <a:pt x="3492" y="6026"/>
                  </a:cubicBezTo>
                  <a:lnTo>
                    <a:pt x="3492" y="6026"/>
                  </a:lnTo>
                  <a:cubicBezTo>
                    <a:pt x="2762" y="6026"/>
                    <a:pt x="2009" y="5753"/>
                    <a:pt x="1461" y="5182"/>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8"/>
            <p:cNvSpPr/>
            <p:nvPr/>
          </p:nvSpPr>
          <p:spPr>
            <a:xfrm>
              <a:off x="914360" y="3733609"/>
              <a:ext cx="96751" cy="92839"/>
            </a:xfrm>
            <a:custGeom>
              <a:avLst/>
              <a:gdLst/>
              <a:ahLst/>
              <a:cxnLst/>
              <a:rect l="l" t="t" r="r" b="b"/>
              <a:pathLst>
                <a:path w="5639" h="5411" extrusionOk="0">
                  <a:moveTo>
                    <a:pt x="1028" y="754"/>
                  </a:moveTo>
                  <a:cubicBezTo>
                    <a:pt x="23" y="1735"/>
                    <a:pt x="0" y="3356"/>
                    <a:pt x="982" y="4383"/>
                  </a:cubicBezTo>
                  <a:lnTo>
                    <a:pt x="982" y="4383"/>
                  </a:lnTo>
                  <a:cubicBezTo>
                    <a:pt x="1986" y="5388"/>
                    <a:pt x="3607" y="5410"/>
                    <a:pt x="4611" y="4406"/>
                  </a:cubicBezTo>
                  <a:lnTo>
                    <a:pt x="4611" y="4406"/>
                  </a:lnTo>
                  <a:cubicBezTo>
                    <a:pt x="5638" y="3425"/>
                    <a:pt x="5638" y="1804"/>
                    <a:pt x="4657" y="777"/>
                  </a:cubicBezTo>
                  <a:lnTo>
                    <a:pt x="4657" y="777"/>
                  </a:lnTo>
                  <a:cubicBezTo>
                    <a:pt x="4155" y="275"/>
                    <a:pt x="3493" y="1"/>
                    <a:pt x="2831" y="1"/>
                  </a:cubicBezTo>
                  <a:lnTo>
                    <a:pt x="2831" y="1"/>
                  </a:lnTo>
                  <a:cubicBezTo>
                    <a:pt x="2169" y="1"/>
                    <a:pt x="1530" y="252"/>
                    <a:pt x="1028" y="754"/>
                  </a:cubicBezTo>
                  <a:moveTo>
                    <a:pt x="1233" y="4132"/>
                  </a:moveTo>
                  <a:cubicBezTo>
                    <a:pt x="366" y="3265"/>
                    <a:pt x="388" y="1850"/>
                    <a:pt x="1256" y="982"/>
                  </a:cubicBezTo>
                  <a:lnTo>
                    <a:pt x="1256" y="982"/>
                  </a:lnTo>
                  <a:cubicBezTo>
                    <a:pt x="2146" y="115"/>
                    <a:pt x="3561" y="138"/>
                    <a:pt x="4429" y="1005"/>
                  </a:cubicBezTo>
                  <a:lnTo>
                    <a:pt x="4429" y="1005"/>
                  </a:lnTo>
                  <a:cubicBezTo>
                    <a:pt x="5273" y="1895"/>
                    <a:pt x="5273" y="3310"/>
                    <a:pt x="4383" y="4178"/>
                  </a:cubicBezTo>
                  <a:lnTo>
                    <a:pt x="4383" y="4178"/>
                  </a:lnTo>
                  <a:cubicBezTo>
                    <a:pt x="3949" y="4589"/>
                    <a:pt x="3379" y="4817"/>
                    <a:pt x="2831" y="4817"/>
                  </a:cubicBezTo>
                  <a:lnTo>
                    <a:pt x="2831" y="4817"/>
                  </a:lnTo>
                  <a:cubicBezTo>
                    <a:pt x="2237" y="4817"/>
                    <a:pt x="1667" y="4589"/>
                    <a:pt x="1233" y="4132"/>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8"/>
            <p:cNvSpPr/>
            <p:nvPr/>
          </p:nvSpPr>
          <p:spPr>
            <a:xfrm>
              <a:off x="1067094" y="3583225"/>
              <a:ext cx="75991" cy="72473"/>
            </a:xfrm>
            <a:custGeom>
              <a:avLst/>
              <a:gdLst/>
              <a:ahLst/>
              <a:cxnLst/>
              <a:rect l="l" t="t" r="r" b="b"/>
              <a:pathLst>
                <a:path w="4429" h="4224" extrusionOk="0">
                  <a:moveTo>
                    <a:pt x="799" y="571"/>
                  </a:moveTo>
                  <a:cubicBezTo>
                    <a:pt x="0" y="1348"/>
                    <a:pt x="0" y="2626"/>
                    <a:pt x="776" y="3425"/>
                  </a:cubicBezTo>
                  <a:lnTo>
                    <a:pt x="776" y="3425"/>
                  </a:lnTo>
                  <a:cubicBezTo>
                    <a:pt x="1552" y="4224"/>
                    <a:pt x="2831" y="4224"/>
                    <a:pt x="3607" y="3447"/>
                  </a:cubicBezTo>
                  <a:lnTo>
                    <a:pt x="3607" y="3447"/>
                  </a:lnTo>
                  <a:cubicBezTo>
                    <a:pt x="4406" y="2671"/>
                    <a:pt x="4428" y="1393"/>
                    <a:pt x="3652" y="617"/>
                  </a:cubicBezTo>
                  <a:lnTo>
                    <a:pt x="3652" y="617"/>
                  </a:lnTo>
                  <a:cubicBezTo>
                    <a:pt x="3242" y="206"/>
                    <a:pt x="2739" y="1"/>
                    <a:pt x="2214" y="1"/>
                  </a:cubicBezTo>
                  <a:lnTo>
                    <a:pt x="2214" y="1"/>
                  </a:lnTo>
                  <a:cubicBezTo>
                    <a:pt x="1689" y="1"/>
                    <a:pt x="1187" y="206"/>
                    <a:pt x="799" y="571"/>
                  </a:cubicBezTo>
                  <a:close/>
                  <a:moveTo>
                    <a:pt x="1005" y="3196"/>
                  </a:moveTo>
                  <a:cubicBezTo>
                    <a:pt x="366" y="2534"/>
                    <a:pt x="366" y="1462"/>
                    <a:pt x="1027" y="823"/>
                  </a:cubicBezTo>
                  <a:lnTo>
                    <a:pt x="1027" y="823"/>
                  </a:lnTo>
                  <a:cubicBezTo>
                    <a:pt x="1689" y="161"/>
                    <a:pt x="2762" y="183"/>
                    <a:pt x="3401" y="845"/>
                  </a:cubicBezTo>
                  <a:lnTo>
                    <a:pt x="3401" y="845"/>
                  </a:lnTo>
                  <a:cubicBezTo>
                    <a:pt x="4063" y="1507"/>
                    <a:pt x="4040" y="2557"/>
                    <a:pt x="3378" y="3219"/>
                  </a:cubicBezTo>
                  <a:lnTo>
                    <a:pt x="3378" y="3219"/>
                  </a:lnTo>
                  <a:cubicBezTo>
                    <a:pt x="3059" y="3539"/>
                    <a:pt x="2625" y="3699"/>
                    <a:pt x="2214" y="3699"/>
                  </a:cubicBezTo>
                  <a:lnTo>
                    <a:pt x="2214" y="3699"/>
                  </a:lnTo>
                  <a:cubicBezTo>
                    <a:pt x="1781" y="3699"/>
                    <a:pt x="1324" y="3516"/>
                    <a:pt x="1005" y="3196"/>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8"/>
            <p:cNvSpPr/>
            <p:nvPr/>
          </p:nvSpPr>
          <p:spPr>
            <a:xfrm>
              <a:off x="927674" y="3525662"/>
              <a:ext cx="75991" cy="72473"/>
            </a:xfrm>
            <a:custGeom>
              <a:avLst/>
              <a:gdLst/>
              <a:ahLst/>
              <a:cxnLst/>
              <a:rect l="l" t="t" r="r" b="b"/>
              <a:pathLst>
                <a:path w="4429" h="4224" extrusionOk="0">
                  <a:moveTo>
                    <a:pt x="799" y="571"/>
                  </a:moveTo>
                  <a:cubicBezTo>
                    <a:pt x="1" y="1347"/>
                    <a:pt x="1" y="2625"/>
                    <a:pt x="777" y="3424"/>
                  </a:cubicBezTo>
                  <a:lnTo>
                    <a:pt x="777" y="3424"/>
                  </a:lnTo>
                  <a:cubicBezTo>
                    <a:pt x="1553" y="4223"/>
                    <a:pt x="2831" y="4223"/>
                    <a:pt x="3607" y="3447"/>
                  </a:cubicBezTo>
                  <a:lnTo>
                    <a:pt x="3607" y="3447"/>
                  </a:lnTo>
                  <a:cubicBezTo>
                    <a:pt x="4406" y="2671"/>
                    <a:pt x="4429" y="1393"/>
                    <a:pt x="3653" y="617"/>
                  </a:cubicBezTo>
                  <a:lnTo>
                    <a:pt x="3653" y="617"/>
                  </a:lnTo>
                  <a:cubicBezTo>
                    <a:pt x="3265" y="206"/>
                    <a:pt x="2740" y="1"/>
                    <a:pt x="2215" y="1"/>
                  </a:cubicBezTo>
                  <a:lnTo>
                    <a:pt x="2215" y="1"/>
                  </a:lnTo>
                  <a:cubicBezTo>
                    <a:pt x="1712" y="1"/>
                    <a:pt x="1187" y="206"/>
                    <a:pt x="799" y="571"/>
                  </a:cubicBezTo>
                  <a:close/>
                  <a:moveTo>
                    <a:pt x="1005" y="3196"/>
                  </a:moveTo>
                  <a:cubicBezTo>
                    <a:pt x="366" y="2534"/>
                    <a:pt x="366" y="1461"/>
                    <a:pt x="1028" y="822"/>
                  </a:cubicBezTo>
                  <a:lnTo>
                    <a:pt x="1028" y="822"/>
                  </a:lnTo>
                  <a:cubicBezTo>
                    <a:pt x="1690" y="160"/>
                    <a:pt x="2762" y="183"/>
                    <a:pt x="3401" y="845"/>
                  </a:cubicBezTo>
                  <a:lnTo>
                    <a:pt x="3401" y="845"/>
                  </a:lnTo>
                  <a:cubicBezTo>
                    <a:pt x="4063" y="1507"/>
                    <a:pt x="4041" y="2580"/>
                    <a:pt x="3379" y="3219"/>
                  </a:cubicBezTo>
                  <a:lnTo>
                    <a:pt x="3379" y="3219"/>
                  </a:lnTo>
                  <a:cubicBezTo>
                    <a:pt x="3059" y="3538"/>
                    <a:pt x="2625" y="3698"/>
                    <a:pt x="2215" y="3698"/>
                  </a:cubicBezTo>
                  <a:lnTo>
                    <a:pt x="2215" y="3698"/>
                  </a:lnTo>
                  <a:cubicBezTo>
                    <a:pt x="1781" y="3698"/>
                    <a:pt x="1347" y="3538"/>
                    <a:pt x="1005" y="319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8"/>
            <p:cNvSpPr/>
            <p:nvPr/>
          </p:nvSpPr>
          <p:spPr>
            <a:xfrm>
              <a:off x="1260938" y="4005794"/>
              <a:ext cx="68956" cy="65799"/>
            </a:xfrm>
            <a:custGeom>
              <a:avLst/>
              <a:gdLst/>
              <a:ahLst/>
              <a:cxnLst/>
              <a:rect l="l" t="t" r="r" b="b"/>
              <a:pathLst>
                <a:path w="4019" h="3835" extrusionOk="0">
                  <a:moveTo>
                    <a:pt x="731" y="525"/>
                  </a:moveTo>
                  <a:cubicBezTo>
                    <a:pt x="24" y="1233"/>
                    <a:pt x="1" y="2374"/>
                    <a:pt x="708" y="3105"/>
                  </a:cubicBezTo>
                  <a:lnTo>
                    <a:pt x="708" y="3105"/>
                  </a:lnTo>
                  <a:cubicBezTo>
                    <a:pt x="1416" y="3812"/>
                    <a:pt x="2580" y="3835"/>
                    <a:pt x="3288" y="3127"/>
                  </a:cubicBezTo>
                  <a:lnTo>
                    <a:pt x="3288" y="3127"/>
                  </a:lnTo>
                  <a:cubicBezTo>
                    <a:pt x="4018" y="2420"/>
                    <a:pt x="4018" y="1256"/>
                    <a:pt x="3311" y="548"/>
                  </a:cubicBezTo>
                  <a:lnTo>
                    <a:pt x="3311" y="548"/>
                  </a:lnTo>
                  <a:cubicBezTo>
                    <a:pt x="2968" y="183"/>
                    <a:pt x="2489" y="0"/>
                    <a:pt x="2009" y="0"/>
                  </a:cubicBezTo>
                  <a:lnTo>
                    <a:pt x="2009" y="0"/>
                  </a:lnTo>
                  <a:cubicBezTo>
                    <a:pt x="1553" y="0"/>
                    <a:pt x="1096" y="160"/>
                    <a:pt x="731" y="525"/>
                  </a:cubicBezTo>
                  <a:close/>
                  <a:moveTo>
                    <a:pt x="960" y="2876"/>
                  </a:moveTo>
                  <a:cubicBezTo>
                    <a:pt x="366" y="2283"/>
                    <a:pt x="389" y="1324"/>
                    <a:pt x="960" y="754"/>
                  </a:cubicBezTo>
                  <a:lnTo>
                    <a:pt x="960" y="754"/>
                  </a:lnTo>
                  <a:cubicBezTo>
                    <a:pt x="1553" y="183"/>
                    <a:pt x="2512" y="183"/>
                    <a:pt x="3082" y="776"/>
                  </a:cubicBezTo>
                  <a:lnTo>
                    <a:pt x="3082" y="776"/>
                  </a:lnTo>
                  <a:cubicBezTo>
                    <a:pt x="3653" y="1370"/>
                    <a:pt x="3653" y="2306"/>
                    <a:pt x="3059" y="2899"/>
                  </a:cubicBezTo>
                  <a:lnTo>
                    <a:pt x="3059" y="2899"/>
                  </a:lnTo>
                  <a:cubicBezTo>
                    <a:pt x="2763" y="3173"/>
                    <a:pt x="2397" y="3310"/>
                    <a:pt x="2009" y="3310"/>
                  </a:cubicBezTo>
                  <a:lnTo>
                    <a:pt x="2009" y="3310"/>
                  </a:lnTo>
                  <a:cubicBezTo>
                    <a:pt x="1621" y="3310"/>
                    <a:pt x="1233" y="3173"/>
                    <a:pt x="960" y="287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8"/>
            <p:cNvSpPr/>
            <p:nvPr/>
          </p:nvSpPr>
          <p:spPr>
            <a:xfrm>
              <a:off x="1203375" y="3946652"/>
              <a:ext cx="65816" cy="63071"/>
            </a:xfrm>
            <a:custGeom>
              <a:avLst/>
              <a:gdLst/>
              <a:ahLst/>
              <a:cxnLst/>
              <a:rect l="l" t="t" r="r" b="b"/>
              <a:pathLst>
                <a:path w="3836" h="3676" extrusionOk="0">
                  <a:moveTo>
                    <a:pt x="708" y="503"/>
                  </a:moveTo>
                  <a:cubicBezTo>
                    <a:pt x="23" y="1188"/>
                    <a:pt x="1" y="2283"/>
                    <a:pt x="685" y="2968"/>
                  </a:cubicBezTo>
                  <a:lnTo>
                    <a:pt x="685" y="2968"/>
                  </a:lnTo>
                  <a:cubicBezTo>
                    <a:pt x="1347" y="3653"/>
                    <a:pt x="2466" y="3676"/>
                    <a:pt x="3150" y="2991"/>
                  </a:cubicBezTo>
                  <a:lnTo>
                    <a:pt x="3150" y="2991"/>
                  </a:lnTo>
                  <a:cubicBezTo>
                    <a:pt x="3835" y="2329"/>
                    <a:pt x="3835" y="1210"/>
                    <a:pt x="3173" y="526"/>
                  </a:cubicBezTo>
                  <a:lnTo>
                    <a:pt x="3173" y="526"/>
                  </a:lnTo>
                  <a:cubicBezTo>
                    <a:pt x="2831" y="183"/>
                    <a:pt x="2374" y="1"/>
                    <a:pt x="1918" y="1"/>
                  </a:cubicBezTo>
                  <a:lnTo>
                    <a:pt x="1918" y="1"/>
                  </a:lnTo>
                  <a:cubicBezTo>
                    <a:pt x="1484" y="1"/>
                    <a:pt x="1050" y="183"/>
                    <a:pt x="708" y="503"/>
                  </a:cubicBezTo>
                  <a:moveTo>
                    <a:pt x="914" y="2740"/>
                  </a:moveTo>
                  <a:cubicBezTo>
                    <a:pt x="366" y="2192"/>
                    <a:pt x="389" y="1279"/>
                    <a:pt x="936" y="754"/>
                  </a:cubicBezTo>
                  <a:lnTo>
                    <a:pt x="936" y="754"/>
                  </a:lnTo>
                  <a:cubicBezTo>
                    <a:pt x="1507" y="206"/>
                    <a:pt x="2397" y="206"/>
                    <a:pt x="2945" y="777"/>
                  </a:cubicBezTo>
                  <a:lnTo>
                    <a:pt x="2945" y="777"/>
                  </a:lnTo>
                  <a:cubicBezTo>
                    <a:pt x="3470" y="1325"/>
                    <a:pt x="3470" y="2215"/>
                    <a:pt x="2922" y="2763"/>
                  </a:cubicBezTo>
                  <a:lnTo>
                    <a:pt x="2922" y="2763"/>
                  </a:lnTo>
                  <a:cubicBezTo>
                    <a:pt x="2648" y="3036"/>
                    <a:pt x="2283" y="3173"/>
                    <a:pt x="1918" y="3173"/>
                  </a:cubicBezTo>
                  <a:lnTo>
                    <a:pt x="1918" y="3173"/>
                  </a:lnTo>
                  <a:cubicBezTo>
                    <a:pt x="1553" y="3173"/>
                    <a:pt x="1187" y="3014"/>
                    <a:pt x="914" y="274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8"/>
            <p:cNvSpPr/>
            <p:nvPr/>
          </p:nvSpPr>
          <p:spPr>
            <a:xfrm>
              <a:off x="1211988" y="4248210"/>
              <a:ext cx="71289" cy="68150"/>
            </a:xfrm>
            <a:custGeom>
              <a:avLst/>
              <a:gdLst/>
              <a:ahLst/>
              <a:cxnLst/>
              <a:rect l="l" t="t" r="r" b="b"/>
              <a:pathLst>
                <a:path w="4155" h="3972" extrusionOk="0">
                  <a:moveTo>
                    <a:pt x="754" y="525"/>
                  </a:moveTo>
                  <a:cubicBezTo>
                    <a:pt x="1" y="1256"/>
                    <a:pt x="1" y="2465"/>
                    <a:pt x="731" y="3219"/>
                  </a:cubicBezTo>
                  <a:lnTo>
                    <a:pt x="731" y="3219"/>
                  </a:lnTo>
                  <a:cubicBezTo>
                    <a:pt x="1461" y="3949"/>
                    <a:pt x="2648" y="3972"/>
                    <a:pt x="3402" y="3241"/>
                  </a:cubicBezTo>
                  <a:lnTo>
                    <a:pt x="3402" y="3241"/>
                  </a:lnTo>
                  <a:cubicBezTo>
                    <a:pt x="4155" y="2511"/>
                    <a:pt x="4155" y="1301"/>
                    <a:pt x="3424" y="571"/>
                  </a:cubicBezTo>
                  <a:lnTo>
                    <a:pt x="3424" y="571"/>
                  </a:lnTo>
                  <a:cubicBezTo>
                    <a:pt x="3059" y="183"/>
                    <a:pt x="2580" y="0"/>
                    <a:pt x="2078" y="0"/>
                  </a:cubicBezTo>
                  <a:lnTo>
                    <a:pt x="2078" y="0"/>
                  </a:lnTo>
                  <a:cubicBezTo>
                    <a:pt x="1598" y="0"/>
                    <a:pt x="1119" y="183"/>
                    <a:pt x="754" y="525"/>
                  </a:cubicBezTo>
                  <a:moveTo>
                    <a:pt x="959" y="2967"/>
                  </a:moveTo>
                  <a:cubicBezTo>
                    <a:pt x="366" y="2351"/>
                    <a:pt x="366" y="1370"/>
                    <a:pt x="982" y="776"/>
                  </a:cubicBezTo>
                  <a:lnTo>
                    <a:pt x="982" y="776"/>
                  </a:lnTo>
                  <a:cubicBezTo>
                    <a:pt x="1598" y="160"/>
                    <a:pt x="2603" y="183"/>
                    <a:pt x="3196" y="799"/>
                  </a:cubicBezTo>
                  <a:lnTo>
                    <a:pt x="3196" y="799"/>
                  </a:lnTo>
                  <a:cubicBezTo>
                    <a:pt x="3790" y="1415"/>
                    <a:pt x="3790" y="2397"/>
                    <a:pt x="3173" y="2990"/>
                  </a:cubicBezTo>
                  <a:lnTo>
                    <a:pt x="3173" y="2990"/>
                  </a:lnTo>
                  <a:cubicBezTo>
                    <a:pt x="2877" y="3287"/>
                    <a:pt x="2466" y="3447"/>
                    <a:pt x="2078" y="3447"/>
                  </a:cubicBezTo>
                  <a:lnTo>
                    <a:pt x="2078" y="3447"/>
                  </a:lnTo>
                  <a:cubicBezTo>
                    <a:pt x="1667" y="3447"/>
                    <a:pt x="1279" y="3287"/>
                    <a:pt x="959" y="296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8"/>
            <p:cNvSpPr/>
            <p:nvPr/>
          </p:nvSpPr>
          <p:spPr>
            <a:xfrm>
              <a:off x="928068" y="4463604"/>
              <a:ext cx="71289" cy="68150"/>
            </a:xfrm>
            <a:custGeom>
              <a:avLst/>
              <a:gdLst/>
              <a:ahLst/>
              <a:cxnLst/>
              <a:rect l="l" t="t" r="r" b="b"/>
              <a:pathLst>
                <a:path w="4155" h="3972" extrusionOk="0">
                  <a:moveTo>
                    <a:pt x="754" y="548"/>
                  </a:moveTo>
                  <a:cubicBezTo>
                    <a:pt x="0" y="1278"/>
                    <a:pt x="0" y="2465"/>
                    <a:pt x="731" y="3218"/>
                  </a:cubicBezTo>
                  <a:lnTo>
                    <a:pt x="731" y="3218"/>
                  </a:lnTo>
                  <a:cubicBezTo>
                    <a:pt x="1461" y="3949"/>
                    <a:pt x="2648" y="3972"/>
                    <a:pt x="3401" y="3241"/>
                  </a:cubicBezTo>
                  <a:lnTo>
                    <a:pt x="3401" y="3241"/>
                  </a:lnTo>
                  <a:cubicBezTo>
                    <a:pt x="4155" y="2511"/>
                    <a:pt x="4155" y="1301"/>
                    <a:pt x="3424" y="571"/>
                  </a:cubicBezTo>
                  <a:lnTo>
                    <a:pt x="3424" y="571"/>
                  </a:lnTo>
                  <a:cubicBezTo>
                    <a:pt x="3059" y="183"/>
                    <a:pt x="2557" y="0"/>
                    <a:pt x="2077" y="0"/>
                  </a:cubicBezTo>
                  <a:lnTo>
                    <a:pt x="2077" y="0"/>
                  </a:lnTo>
                  <a:cubicBezTo>
                    <a:pt x="1598" y="0"/>
                    <a:pt x="1119" y="183"/>
                    <a:pt x="754" y="548"/>
                  </a:cubicBezTo>
                  <a:close/>
                  <a:moveTo>
                    <a:pt x="959" y="2990"/>
                  </a:moveTo>
                  <a:cubicBezTo>
                    <a:pt x="366" y="2374"/>
                    <a:pt x="366" y="1370"/>
                    <a:pt x="982" y="776"/>
                  </a:cubicBezTo>
                  <a:lnTo>
                    <a:pt x="982" y="776"/>
                  </a:lnTo>
                  <a:cubicBezTo>
                    <a:pt x="1598" y="183"/>
                    <a:pt x="2580" y="183"/>
                    <a:pt x="3196" y="799"/>
                  </a:cubicBezTo>
                  <a:lnTo>
                    <a:pt x="3196" y="799"/>
                  </a:lnTo>
                  <a:cubicBezTo>
                    <a:pt x="3789" y="1415"/>
                    <a:pt x="3789" y="2397"/>
                    <a:pt x="3173" y="3013"/>
                  </a:cubicBezTo>
                  <a:lnTo>
                    <a:pt x="3173" y="3013"/>
                  </a:lnTo>
                  <a:cubicBezTo>
                    <a:pt x="2853" y="3310"/>
                    <a:pt x="2465" y="3447"/>
                    <a:pt x="2077" y="3447"/>
                  </a:cubicBezTo>
                  <a:lnTo>
                    <a:pt x="2077" y="3447"/>
                  </a:lnTo>
                  <a:cubicBezTo>
                    <a:pt x="1667" y="3447"/>
                    <a:pt x="1256" y="3287"/>
                    <a:pt x="959" y="299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8"/>
            <p:cNvSpPr/>
            <p:nvPr/>
          </p:nvSpPr>
          <p:spPr>
            <a:xfrm>
              <a:off x="1027924" y="4297555"/>
              <a:ext cx="77569" cy="74035"/>
            </a:xfrm>
            <a:custGeom>
              <a:avLst/>
              <a:gdLst/>
              <a:ahLst/>
              <a:cxnLst/>
              <a:rect l="l" t="t" r="r" b="b"/>
              <a:pathLst>
                <a:path w="4521" h="4315" extrusionOk="0">
                  <a:moveTo>
                    <a:pt x="822" y="594"/>
                  </a:moveTo>
                  <a:cubicBezTo>
                    <a:pt x="24" y="1370"/>
                    <a:pt x="1" y="2671"/>
                    <a:pt x="800" y="3492"/>
                  </a:cubicBezTo>
                  <a:lnTo>
                    <a:pt x="800" y="3492"/>
                  </a:lnTo>
                  <a:cubicBezTo>
                    <a:pt x="1599" y="4291"/>
                    <a:pt x="2900" y="4314"/>
                    <a:pt x="3698" y="3515"/>
                  </a:cubicBezTo>
                  <a:lnTo>
                    <a:pt x="3698" y="3515"/>
                  </a:lnTo>
                  <a:cubicBezTo>
                    <a:pt x="4520" y="2739"/>
                    <a:pt x="4520" y="1415"/>
                    <a:pt x="3744" y="616"/>
                  </a:cubicBezTo>
                  <a:lnTo>
                    <a:pt x="3744" y="616"/>
                  </a:lnTo>
                  <a:cubicBezTo>
                    <a:pt x="3333" y="206"/>
                    <a:pt x="2808" y="0"/>
                    <a:pt x="2260" y="0"/>
                  </a:cubicBezTo>
                  <a:lnTo>
                    <a:pt x="2260" y="0"/>
                  </a:lnTo>
                  <a:cubicBezTo>
                    <a:pt x="1758" y="0"/>
                    <a:pt x="1233" y="206"/>
                    <a:pt x="822" y="594"/>
                  </a:cubicBezTo>
                  <a:close/>
                  <a:moveTo>
                    <a:pt x="1051" y="3264"/>
                  </a:moveTo>
                  <a:cubicBezTo>
                    <a:pt x="389" y="2579"/>
                    <a:pt x="389" y="1484"/>
                    <a:pt x="1074" y="822"/>
                  </a:cubicBezTo>
                  <a:lnTo>
                    <a:pt x="1074" y="822"/>
                  </a:lnTo>
                  <a:cubicBezTo>
                    <a:pt x="1736" y="160"/>
                    <a:pt x="2831" y="183"/>
                    <a:pt x="3493" y="845"/>
                  </a:cubicBezTo>
                  <a:lnTo>
                    <a:pt x="3493" y="845"/>
                  </a:lnTo>
                  <a:cubicBezTo>
                    <a:pt x="4155" y="1529"/>
                    <a:pt x="4155" y="2625"/>
                    <a:pt x="3470" y="3287"/>
                  </a:cubicBezTo>
                  <a:lnTo>
                    <a:pt x="3470" y="3287"/>
                  </a:lnTo>
                  <a:cubicBezTo>
                    <a:pt x="3128" y="3607"/>
                    <a:pt x="2694" y="3766"/>
                    <a:pt x="2260" y="3766"/>
                  </a:cubicBezTo>
                  <a:lnTo>
                    <a:pt x="2260" y="3766"/>
                  </a:lnTo>
                  <a:cubicBezTo>
                    <a:pt x="1827" y="3766"/>
                    <a:pt x="1370" y="3607"/>
                    <a:pt x="1051" y="326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8"/>
            <p:cNvSpPr/>
            <p:nvPr/>
          </p:nvSpPr>
          <p:spPr>
            <a:xfrm>
              <a:off x="1012259" y="4403673"/>
              <a:ext cx="75991" cy="72473"/>
            </a:xfrm>
            <a:custGeom>
              <a:avLst/>
              <a:gdLst/>
              <a:ahLst/>
              <a:cxnLst/>
              <a:rect l="l" t="t" r="r" b="b"/>
              <a:pathLst>
                <a:path w="4429" h="4224" extrusionOk="0">
                  <a:moveTo>
                    <a:pt x="800" y="571"/>
                  </a:moveTo>
                  <a:cubicBezTo>
                    <a:pt x="24" y="1347"/>
                    <a:pt x="1" y="2626"/>
                    <a:pt x="777" y="3402"/>
                  </a:cubicBezTo>
                  <a:lnTo>
                    <a:pt x="777" y="3402"/>
                  </a:lnTo>
                  <a:cubicBezTo>
                    <a:pt x="1553" y="4201"/>
                    <a:pt x="2831" y="4223"/>
                    <a:pt x="3607" y="3447"/>
                  </a:cubicBezTo>
                  <a:lnTo>
                    <a:pt x="3607" y="3447"/>
                  </a:lnTo>
                  <a:cubicBezTo>
                    <a:pt x="4406" y="2671"/>
                    <a:pt x="4429" y="1393"/>
                    <a:pt x="3653" y="594"/>
                  </a:cubicBezTo>
                  <a:lnTo>
                    <a:pt x="3653" y="594"/>
                  </a:lnTo>
                  <a:cubicBezTo>
                    <a:pt x="3265" y="206"/>
                    <a:pt x="2740" y="1"/>
                    <a:pt x="2215" y="1"/>
                  </a:cubicBezTo>
                  <a:lnTo>
                    <a:pt x="2215" y="1"/>
                  </a:lnTo>
                  <a:cubicBezTo>
                    <a:pt x="1713" y="1"/>
                    <a:pt x="1188" y="183"/>
                    <a:pt x="800" y="571"/>
                  </a:cubicBezTo>
                  <a:close/>
                  <a:moveTo>
                    <a:pt x="1028" y="3173"/>
                  </a:moveTo>
                  <a:cubicBezTo>
                    <a:pt x="366" y="2512"/>
                    <a:pt x="389" y="1462"/>
                    <a:pt x="1051" y="822"/>
                  </a:cubicBezTo>
                  <a:lnTo>
                    <a:pt x="1051" y="822"/>
                  </a:lnTo>
                  <a:cubicBezTo>
                    <a:pt x="1713" y="161"/>
                    <a:pt x="2763" y="183"/>
                    <a:pt x="3402" y="845"/>
                  </a:cubicBezTo>
                  <a:lnTo>
                    <a:pt x="3402" y="845"/>
                  </a:lnTo>
                  <a:cubicBezTo>
                    <a:pt x="4064" y="1507"/>
                    <a:pt x="4041" y="2557"/>
                    <a:pt x="3379" y="3196"/>
                  </a:cubicBezTo>
                  <a:lnTo>
                    <a:pt x="3379" y="3196"/>
                  </a:lnTo>
                  <a:cubicBezTo>
                    <a:pt x="3059" y="3516"/>
                    <a:pt x="2626" y="3676"/>
                    <a:pt x="2215" y="3676"/>
                  </a:cubicBezTo>
                  <a:lnTo>
                    <a:pt x="2215" y="3676"/>
                  </a:lnTo>
                  <a:cubicBezTo>
                    <a:pt x="1781" y="3676"/>
                    <a:pt x="1347" y="3516"/>
                    <a:pt x="1028" y="317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8"/>
            <p:cNvSpPr/>
            <p:nvPr/>
          </p:nvSpPr>
          <p:spPr>
            <a:xfrm>
              <a:off x="1120350" y="4481224"/>
              <a:ext cx="88138" cy="84604"/>
            </a:xfrm>
            <a:custGeom>
              <a:avLst/>
              <a:gdLst/>
              <a:ahLst/>
              <a:cxnLst/>
              <a:rect l="l" t="t" r="r" b="b"/>
              <a:pathLst>
                <a:path w="5137" h="4931" extrusionOk="0">
                  <a:moveTo>
                    <a:pt x="936" y="685"/>
                  </a:moveTo>
                  <a:cubicBezTo>
                    <a:pt x="23" y="1575"/>
                    <a:pt x="1" y="3059"/>
                    <a:pt x="891" y="3995"/>
                  </a:cubicBezTo>
                  <a:lnTo>
                    <a:pt x="891" y="3995"/>
                  </a:lnTo>
                  <a:cubicBezTo>
                    <a:pt x="1804" y="4908"/>
                    <a:pt x="3287" y="4930"/>
                    <a:pt x="4200" y="4017"/>
                  </a:cubicBezTo>
                  <a:lnTo>
                    <a:pt x="4200" y="4017"/>
                  </a:lnTo>
                  <a:cubicBezTo>
                    <a:pt x="5136" y="3104"/>
                    <a:pt x="5136" y="1621"/>
                    <a:pt x="4246" y="708"/>
                  </a:cubicBezTo>
                  <a:lnTo>
                    <a:pt x="4246" y="708"/>
                  </a:lnTo>
                  <a:cubicBezTo>
                    <a:pt x="3790" y="251"/>
                    <a:pt x="3173" y="0"/>
                    <a:pt x="2580" y="0"/>
                  </a:cubicBezTo>
                  <a:lnTo>
                    <a:pt x="2580" y="0"/>
                  </a:lnTo>
                  <a:cubicBezTo>
                    <a:pt x="1986" y="0"/>
                    <a:pt x="1393" y="228"/>
                    <a:pt x="936" y="685"/>
                  </a:cubicBezTo>
                  <a:moveTo>
                    <a:pt x="1142" y="3744"/>
                  </a:moveTo>
                  <a:cubicBezTo>
                    <a:pt x="366" y="2967"/>
                    <a:pt x="389" y="1689"/>
                    <a:pt x="1165" y="913"/>
                  </a:cubicBezTo>
                  <a:lnTo>
                    <a:pt x="1165" y="913"/>
                  </a:lnTo>
                  <a:cubicBezTo>
                    <a:pt x="1964" y="137"/>
                    <a:pt x="3242" y="160"/>
                    <a:pt x="3995" y="936"/>
                  </a:cubicBezTo>
                  <a:lnTo>
                    <a:pt x="3995" y="936"/>
                  </a:lnTo>
                  <a:cubicBezTo>
                    <a:pt x="4771" y="1735"/>
                    <a:pt x="4771" y="3013"/>
                    <a:pt x="3972" y="3789"/>
                  </a:cubicBezTo>
                  <a:lnTo>
                    <a:pt x="3972" y="3789"/>
                  </a:lnTo>
                  <a:cubicBezTo>
                    <a:pt x="3584" y="4154"/>
                    <a:pt x="3082" y="4360"/>
                    <a:pt x="2580" y="4360"/>
                  </a:cubicBezTo>
                  <a:lnTo>
                    <a:pt x="2580" y="4360"/>
                  </a:lnTo>
                  <a:cubicBezTo>
                    <a:pt x="2055" y="4360"/>
                    <a:pt x="1530" y="4154"/>
                    <a:pt x="1142" y="374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8"/>
            <p:cNvSpPr/>
            <p:nvPr/>
          </p:nvSpPr>
          <p:spPr>
            <a:xfrm>
              <a:off x="1423074" y="4407208"/>
              <a:ext cx="78736" cy="75201"/>
            </a:xfrm>
            <a:custGeom>
              <a:avLst/>
              <a:gdLst/>
              <a:ahLst/>
              <a:cxnLst/>
              <a:rect l="l" t="t" r="r" b="b"/>
              <a:pathLst>
                <a:path w="4589" h="4383" extrusionOk="0">
                  <a:moveTo>
                    <a:pt x="822" y="616"/>
                  </a:moveTo>
                  <a:cubicBezTo>
                    <a:pt x="1" y="1415"/>
                    <a:pt x="1" y="2739"/>
                    <a:pt x="799" y="3561"/>
                  </a:cubicBezTo>
                  <a:lnTo>
                    <a:pt x="799" y="3561"/>
                  </a:lnTo>
                  <a:cubicBezTo>
                    <a:pt x="1598" y="4383"/>
                    <a:pt x="2922" y="4383"/>
                    <a:pt x="3744" y="3584"/>
                  </a:cubicBezTo>
                  <a:lnTo>
                    <a:pt x="3744" y="3584"/>
                  </a:lnTo>
                  <a:cubicBezTo>
                    <a:pt x="4566" y="2785"/>
                    <a:pt x="4588" y="1461"/>
                    <a:pt x="3767" y="639"/>
                  </a:cubicBezTo>
                  <a:lnTo>
                    <a:pt x="3767" y="639"/>
                  </a:lnTo>
                  <a:cubicBezTo>
                    <a:pt x="3356" y="228"/>
                    <a:pt x="2831" y="0"/>
                    <a:pt x="2283" y="0"/>
                  </a:cubicBezTo>
                  <a:lnTo>
                    <a:pt x="2283" y="0"/>
                  </a:lnTo>
                  <a:cubicBezTo>
                    <a:pt x="1758" y="0"/>
                    <a:pt x="1233" y="206"/>
                    <a:pt x="822" y="616"/>
                  </a:cubicBezTo>
                  <a:close/>
                  <a:moveTo>
                    <a:pt x="1028" y="3310"/>
                  </a:moveTo>
                  <a:cubicBezTo>
                    <a:pt x="366" y="2625"/>
                    <a:pt x="366" y="1530"/>
                    <a:pt x="1050" y="845"/>
                  </a:cubicBezTo>
                  <a:lnTo>
                    <a:pt x="1050" y="845"/>
                  </a:lnTo>
                  <a:cubicBezTo>
                    <a:pt x="1758" y="160"/>
                    <a:pt x="2854" y="183"/>
                    <a:pt x="3538" y="868"/>
                  </a:cubicBezTo>
                  <a:lnTo>
                    <a:pt x="3538" y="868"/>
                  </a:lnTo>
                  <a:cubicBezTo>
                    <a:pt x="4200" y="1552"/>
                    <a:pt x="4200" y="2671"/>
                    <a:pt x="3516" y="3356"/>
                  </a:cubicBezTo>
                  <a:lnTo>
                    <a:pt x="3516" y="3356"/>
                  </a:lnTo>
                  <a:cubicBezTo>
                    <a:pt x="3173" y="3675"/>
                    <a:pt x="2717" y="3835"/>
                    <a:pt x="2283" y="3835"/>
                  </a:cubicBezTo>
                  <a:lnTo>
                    <a:pt x="2283" y="3835"/>
                  </a:lnTo>
                  <a:cubicBezTo>
                    <a:pt x="1827" y="3835"/>
                    <a:pt x="1370" y="3675"/>
                    <a:pt x="1028" y="331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8"/>
            <p:cNvSpPr/>
            <p:nvPr/>
          </p:nvSpPr>
          <p:spPr>
            <a:xfrm>
              <a:off x="1598919" y="4373528"/>
              <a:ext cx="88121" cy="83814"/>
            </a:xfrm>
            <a:custGeom>
              <a:avLst/>
              <a:gdLst/>
              <a:ahLst/>
              <a:cxnLst/>
              <a:rect l="l" t="t" r="r" b="b"/>
              <a:pathLst>
                <a:path w="5136" h="4885" extrusionOk="0">
                  <a:moveTo>
                    <a:pt x="936" y="662"/>
                  </a:moveTo>
                  <a:cubicBezTo>
                    <a:pt x="23" y="1552"/>
                    <a:pt x="0" y="3036"/>
                    <a:pt x="890" y="3949"/>
                  </a:cubicBezTo>
                  <a:lnTo>
                    <a:pt x="890" y="3949"/>
                  </a:lnTo>
                  <a:cubicBezTo>
                    <a:pt x="1803" y="4862"/>
                    <a:pt x="3287" y="4885"/>
                    <a:pt x="4200" y="3995"/>
                  </a:cubicBezTo>
                  <a:lnTo>
                    <a:pt x="4200" y="3995"/>
                  </a:lnTo>
                  <a:cubicBezTo>
                    <a:pt x="5113" y="3082"/>
                    <a:pt x="5136" y="1621"/>
                    <a:pt x="4223" y="685"/>
                  </a:cubicBezTo>
                  <a:lnTo>
                    <a:pt x="4223" y="685"/>
                  </a:lnTo>
                  <a:cubicBezTo>
                    <a:pt x="3766" y="228"/>
                    <a:pt x="3173" y="0"/>
                    <a:pt x="2557" y="0"/>
                  </a:cubicBezTo>
                  <a:lnTo>
                    <a:pt x="2557" y="0"/>
                  </a:lnTo>
                  <a:cubicBezTo>
                    <a:pt x="1986" y="0"/>
                    <a:pt x="1392" y="206"/>
                    <a:pt x="936" y="662"/>
                  </a:cubicBezTo>
                  <a:moveTo>
                    <a:pt x="1141" y="3721"/>
                  </a:moveTo>
                  <a:cubicBezTo>
                    <a:pt x="365" y="2945"/>
                    <a:pt x="388" y="1666"/>
                    <a:pt x="1164" y="890"/>
                  </a:cubicBezTo>
                  <a:lnTo>
                    <a:pt x="1164" y="890"/>
                  </a:lnTo>
                  <a:cubicBezTo>
                    <a:pt x="1963" y="137"/>
                    <a:pt x="3218" y="137"/>
                    <a:pt x="3995" y="936"/>
                  </a:cubicBezTo>
                  <a:lnTo>
                    <a:pt x="3995" y="936"/>
                  </a:lnTo>
                  <a:cubicBezTo>
                    <a:pt x="4771" y="1712"/>
                    <a:pt x="4748" y="2990"/>
                    <a:pt x="3972" y="3744"/>
                  </a:cubicBezTo>
                  <a:lnTo>
                    <a:pt x="3972" y="3744"/>
                  </a:lnTo>
                  <a:cubicBezTo>
                    <a:pt x="3584" y="4132"/>
                    <a:pt x="3059" y="4314"/>
                    <a:pt x="2557" y="4314"/>
                  </a:cubicBezTo>
                  <a:lnTo>
                    <a:pt x="2557" y="4314"/>
                  </a:lnTo>
                  <a:cubicBezTo>
                    <a:pt x="2054" y="4314"/>
                    <a:pt x="1529" y="4109"/>
                    <a:pt x="1141" y="372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8"/>
            <p:cNvSpPr/>
            <p:nvPr/>
          </p:nvSpPr>
          <p:spPr>
            <a:xfrm>
              <a:off x="1238616" y="3589110"/>
              <a:ext cx="68167" cy="64632"/>
            </a:xfrm>
            <a:custGeom>
              <a:avLst/>
              <a:gdLst/>
              <a:ahLst/>
              <a:cxnLst/>
              <a:rect l="l" t="t" r="r" b="b"/>
              <a:pathLst>
                <a:path w="3973" h="3767" extrusionOk="0">
                  <a:moveTo>
                    <a:pt x="731" y="502"/>
                  </a:moveTo>
                  <a:cubicBezTo>
                    <a:pt x="24" y="1187"/>
                    <a:pt x="1" y="2328"/>
                    <a:pt x="708" y="3036"/>
                  </a:cubicBezTo>
                  <a:lnTo>
                    <a:pt x="708" y="3036"/>
                  </a:lnTo>
                  <a:cubicBezTo>
                    <a:pt x="1393" y="3766"/>
                    <a:pt x="2534" y="3766"/>
                    <a:pt x="3242" y="3082"/>
                  </a:cubicBezTo>
                  <a:lnTo>
                    <a:pt x="3242" y="3082"/>
                  </a:lnTo>
                  <a:cubicBezTo>
                    <a:pt x="3950" y="2374"/>
                    <a:pt x="3972" y="1233"/>
                    <a:pt x="3265" y="525"/>
                  </a:cubicBezTo>
                  <a:lnTo>
                    <a:pt x="3265" y="525"/>
                  </a:lnTo>
                  <a:cubicBezTo>
                    <a:pt x="2922" y="183"/>
                    <a:pt x="2466" y="0"/>
                    <a:pt x="1987" y="0"/>
                  </a:cubicBezTo>
                  <a:lnTo>
                    <a:pt x="1987" y="0"/>
                  </a:lnTo>
                  <a:cubicBezTo>
                    <a:pt x="1530" y="0"/>
                    <a:pt x="1074" y="160"/>
                    <a:pt x="731" y="502"/>
                  </a:cubicBezTo>
                  <a:moveTo>
                    <a:pt x="937" y="2808"/>
                  </a:moveTo>
                  <a:cubicBezTo>
                    <a:pt x="389" y="2237"/>
                    <a:pt x="389" y="1301"/>
                    <a:pt x="959" y="753"/>
                  </a:cubicBezTo>
                  <a:lnTo>
                    <a:pt x="959" y="753"/>
                  </a:lnTo>
                  <a:cubicBezTo>
                    <a:pt x="1530" y="183"/>
                    <a:pt x="2466" y="183"/>
                    <a:pt x="3037" y="753"/>
                  </a:cubicBezTo>
                  <a:lnTo>
                    <a:pt x="3037" y="753"/>
                  </a:lnTo>
                  <a:cubicBezTo>
                    <a:pt x="3607" y="1347"/>
                    <a:pt x="3584" y="2260"/>
                    <a:pt x="3014" y="2831"/>
                  </a:cubicBezTo>
                  <a:lnTo>
                    <a:pt x="3014" y="2831"/>
                  </a:lnTo>
                  <a:cubicBezTo>
                    <a:pt x="2740" y="3104"/>
                    <a:pt x="2352" y="3241"/>
                    <a:pt x="1987" y="3241"/>
                  </a:cubicBezTo>
                  <a:lnTo>
                    <a:pt x="1987" y="3241"/>
                  </a:lnTo>
                  <a:cubicBezTo>
                    <a:pt x="1599" y="3241"/>
                    <a:pt x="1233" y="3104"/>
                    <a:pt x="937" y="280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8"/>
            <p:cNvSpPr/>
            <p:nvPr/>
          </p:nvSpPr>
          <p:spPr>
            <a:xfrm>
              <a:off x="1372168" y="3555035"/>
              <a:ext cx="67755" cy="64632"/>
            </a:xfrm>
            <a:custGeom>
              <a:avLst/>
              <a:gdLst/>
              <a:ahLst/>
              <a:cxnLst/>
              <a:rect l="l" t="t" r="r" b="b"/>
              <a:pathLst>
                <a:path w="3949" h="3767" extrusionOk="0">
                  <a:moveTo>
                    <a:pt x="731" y="503"/>
                  </a:moveTo>
                  <a:cubicBezTo>
                    <a:pt x="23" y="1187"/>
                    <a:pt x="0" y="2329"/>
                    <a:pt x="708" y="3036"/>
                  </a:cubicBezTo>
                  <a:lnTo>
                    <a:pt x="708" y="3036"/>
                  </a:lnTo>
                  <a:cubicBezTo>
                    <a:pt x="1393" y="3744"/>
                    <a:pt x="2534" y="3767"/>
                    <a:pt x="3241" y="3082"/>
                  </a:cubicBezTo>
                  <a:lnTo>
                    <a:pt x="3241" y="3082"/>
                  </a:lnTo>
                  <a:cubicBezTo>
                    <a:pt x="3949" y="2374"/>
                    <a:pt x="3949" y="1233"/>
                    <a:pt x="3264" y="525"/>
                  </a:cubicBezTo>
                  <a:lnTo>
                    <a:pt x="3264" y="525"/>
                  </a:lnTo>
                  <a:cubicBezTo>
                    <a:pt x="2922" y="183"/>
                    <a:pt x="2443" y="0"/>
                    <a:pt x="1986" y="0"/>
                  </a:cubicBezTo>
                  <a:lnTo>
                    <a:pt x="1986" y="0"/>
                  </a:lnTo>
                  <a:cubicBezTo>
                    <a:pt x="1530" y="0"/>
                    <a:pt x="1073" y="160"/>
                    <a:pt x="731" y="503"/>
                  </a:cubicBezTo>
                  <a:moveTo>
                    <a:pt x="936" y="2808"/>
                  </a:moveTo>
                  <a:cubicBezTo>
                    <a:pt x="365" y="2237"/>
                    <a:pt x="388" y="1301"/>
                    <a:pt x="959" y="754"/>
                  </a:cubicBezTo>
                  <a:lnTo>
                    <a:pt x="959" y="754"/>
                  </a:lnTo>
                  <a:cubicBezTo>
                    <a:pt x="1530" y="183"/>
                    <a:pt x="2465" y="183"/>
                    <a:pt x="3036" y="754"/>
                  </a:cubicBezTo>
                  <a:lnTo>
                    <a:pt x="3036" y="754"/>
                  </a:lnTo>
                  <a:cubicBezTo>
                    <a:pt x="3584" y="1347"/>
                    <a:pt x="3584" y="2260"/>
                    <a:pt x="3013" y="2831"/>
                  </a:cubicBezTo>
                  <a:lnTo>
                    <a:pt x="3013" y="2831"/>
                  </a:lnTo>
                  <a:cubicBezTo>
                    <a:pt x="2716" y="3105"/>
                    <a:pt x="2351" y="3242"/>
                    <a:pt x="1986" y="3242"/>
                  </a:cubicBezTo>
                  <a:lnTo>
                    <a:pt x="1986" y="3242"/>
                  </a:lnTo>
                  <a:cubicBezTo>
                    <a:pt x="1598" y="3242"/>
                    <a:pt x="1233" y="3105"/>
                    <a:pt x="936" y="2808"/>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8"/>
            <p:cNvSpPr/>
            <p:nvPr/>
          </p:nvSpPr>
          <p:spPr>
            <a:xfrm>
              <a:off x="1322035" y="3679186"/>
              <a:ext cx="68167" cy="64632"/>
            </a:xfrm>
            <a:custGeom>
              <a:avLst/>
              <a:gdLst/>
              <a:ahLst/>
              <a:cxnLst/>
              <a:rect l="l" t="t" r="r" b="b"/>
              <a:pathLst>
                <a:path w="3973" h="3767" extrusionOk="0">
                  <a:moveTo>
                    <a:pt x="731" y="502"/>
                  </a:moveTo>
                  <a:cubicBezTo>
                    <a:pt x="23" y="1187"/>
                    <a:pt x="1" y="2328"/>
                    <a:pt x="708" y="3036"/>
                  </a:cubicBezTo>
                  <a:lnTo>
                    <a:pt x="708" y="3036"/>
                  </a:lnTo>
                  <a:cubicBezTo>
                    <a:pt x="1393" y="3743"/>
                    <a:pt x="2534" y="3766"/>
                    <a:pt x="3242" y="3081"/>
                  </a:cubicBezTo>
                  <a:lnTo>
                    <a:pt x="3242" y="3081"/>
                  </a:lnTo>
                  <a:cubicBezTo>
                    <a:pt x="3949" y="2374"/>
                    <a:pt x="3972" y="1233"/>
                    <a:pt x="3265" y="525"/>
                  </a:cubicBezTo>
                  <a:lnTo>
                    <a:pt x="3265" y="525"/>
                  </a:lnTo>
                  <a:cubicBezTo>
                    <a:pt x="2922" y="160"/>
                    <a:pt x="2443" y="0"/>
                    <a:pt x="1986" y="0"/>
                  </a:cubicBezTo>
                  <a:lnTo>
                    <a:pt x="1986" y="0"/>
                  </a:lnTo>
                  <a:cubicBezTo>
                    <a:pt x="1530" y="0"/>
                    <a:pt x="1073" y="160"/>
                    <a:pt x="731" y="502"/>
                  </a:cubicBezTo>
                  <a:moveTo>
                    <a:pt x="936" y="2808"/>
                  </a:moveTo>
                  <a:cubicBezTo>
                    <a:pt x="366" y="2237"/>
                    <a:pt x="389" y="1301"/>
                    <a:pt x="959" y="730"/>
                  </a:cubicBezTo>
                  <a:lnTo>
                    <a:pt x="959" y="730"/>
                  </a:lnTo>
                  <a:cubicBezTo>
                    <a:pt x="1530" y="183"/>
                    <a:pt x="2466" y="183"/>
                    <a:pt x="3036" y="753"/>
                  </a:cubicBezTo>
                  <a:lnTo>
                    <a:pt x="3036" y="753"/>
                  </a:lnTo>
                  <a:cubicBezTo>
                    <a:pt x="3584" y="1347"/>
                    <a:pt x="3584" y="2260"/>
                    <a:pt x="3014" y="2830"/>
                  </a:cubicBezTo>
                  <a:lnTo>
                    <a:pt x="3014" y="2830"/>
                  </a:lnTo>
                  <a:cubicBezTo>
                    <a:pt x="2717" y="3104"/>
                    <a:pt x="2352" y="3241"/>
                    <a:pt x="1986" y="3241"/>
                  </a:cubicBezTo>
                  <a:lnTo>
                    <a:pt x="1986" y="3241"/>
                  </a:lnTo>
                  <a:cubicBezTo>
                    <a:pt x="1598" y="3241"/>
                    <a:pt x="1233" y="3104"/>
                    <a:pt x="936" y="280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8"/>
            <p:cNvSpPr/>
            <p:nvPr/>
          </p:nvSpPr>
          <p:spPr>
            <a:xfrm>
              <a:off x="1453237" y="3557780"/>
              <a:ext cx="67755" cy="64632"/>
            </a:xfrm>
            <a:custGeom>
              <a:avLst/>
              <a:gdLst/>
              <a:ahLst/>
              <a:cxnLst/>
              <a:rect l="l" t="t" r="r" b="b"/>
              <a:pathLst>
                <a:path w="3949" h="3767" extrusionOk="0">
                  <a:moveTo>
                    <a:pt x="730" y="502"/>
                  </a:moveTo>
                  <a:cubicBezTo>
                    <a:pt x="23" y="1210"/>
                    <a:pt x="0" y="2328"/>
                    <a:pt x="685" y="3059"/>
                  </a:cubicBezTo>
                  <a:lnTo>
                    <a:pt x="685" y="3059"/>
                  </a:lnTo>
                  <a:cubicBezTo>
                    <a:pt x="1392" y="3766"/>
                    <a:pt x="2534" y="3766"/>
                    <a:pt x="3241" y="3082"/>
                  </a:cubicBezTo>
                  <a:lnTo>
                    <a:pt x="3241" y="3082"/>
                  </a:lnTo>
                  <a:cubicBezTo>
                    <a:pt x="3949" y="2374"/>
                    <a:pt x="3949" y="1233"/>
                    <a:pt x="3264" y="525"/>
                  </a:cubicBezTo>
                  <a:lnTo>
                    <a:pt x="3264" y="525"/>
                  </a:lnTo>
                  <a:cubicBezTo>
                    <a:pt x="2922" y="183"/>
                    <a:pt x="2442" y="0"/>
                    <a:pt x="1986" y="0"/>
                  </a:cubicBezTo>
                  <a:lnTo>
                    <a:pt x="1986" y="0"/>
                  </a:lnTo>
                  <a:cubicBezTo>
                    <a:pt x="1529" y="0"/>
                    <a:pt x="1073" y="160"/>
                    <a:pt x="730" y="502"/>
                  </a:cubicBezTo>
                  <a:close/>
                  <a:moveTo>
                    <a:pt x="936" y="2808"/>
                  </a:moveTo>
                  <a:cubicBezTo>
                    <a:pt x="365" y="2237"/>
                    <a:pt x="388" y="1301"/>
                    <a:pt x="959" y="753"/>
                  </a:cubicBezTo>
                  <a:lnTo>
                    <a:pt x="959" y="753"/>
                  </a:lnTo>
                  <a:cubicBezTo>
                    <a:pt x="1529" y="183"/>
                    <a:pt x="2465" y="183"/>
                    <a:pt x="3036" y="776"/>
                  </a:cubicBezTo>
                  <a:lnTo>
                    <a:pt x="3036" y="776"/>
                  </a:lnTo>
                  <a:cubicBezTo>
                    <a:pt x="3584" y="1347"/>
                    <a:pt x="3584" y="2260"/>
                    <a:pt x="3013" y="2831"/>
                  </a:cubicBezTo>
                  <a:lnTo>
                    <a:pt x="3013" y="2831"/>
                  </a:lnTo>
                  <a:cubicBezTo>
                    <a:pt x="2716" y="3104"/>
                    <a:pt x="2351" y="3241"/>
                    <a:pt x="1986" y="3241"/>
                  </a:cubicBezTo>
                  <a:lnTo>
                    <a:pt x="1986" y="3241"/>
                  </a:lnTo>
                  <a:cubicBezTo>
                    <a:pt x="1598" y="3241"/>
                    <a:pt x="1210" y="3104"/>
                    <a:pt x="936" y="280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8"/>
            <p:cNvSpPr/>
            <p:nvPr/>
          </p:nvSpPr>
          <p:spPr>
            <a:xfrm>
              <a:off x="1335743" y="3216280"/>
              <a:ext cx="113583" cy="108504"/>
            </a:xfrm>
            <a:custGeom>
              <a:avLst/>
              <a:gdLst/>
              <a:ahLst/>
              <a:cxnLst/>
              <a:rect l="l" t="t" r="r" b="b"/>
              <a:pathLst>
                <a:path w="6620" h="6324" extrusionOk="0">
                  <a:moveTo>
                    <a:pt x="1210" y="868"/>
                  </a:moveTo>
                  <a:cubicBezTo>
                    <a:pt x="23" y="2032"/>
                    <a:pt x="0" y="3927"/>
                    <a:pt x="1165" y="5113"/>
                  </a:cubicBezTo>
                  <a:lnTo>
                    <a:pt x="1165" y="5113"/>
                  </a:lnTo>
                  <a:cubicBezTo>
                    <a:pt x="2329" y="6300"/>
                    <a:pt x="4246" y="6323"/>
                    <a:pt x="5410" y="5159"/>
                  </a:cubicBezTo>
                  <a:lnTo>
                    <a:pt x="5410" y="5159"/>
                  </a:lnTo>
                  <a:cubicBezTo>
                    <a:pt x="6597" y="3995"/>
                    <a:pt x="6620" y="2101"/>
                    <a:pt x="5456" y="914"/>
                  </a:cubicBezTo>
                  <a:lnTo>
                    <a:pt x="5456" y="914"/>
                  </a:lnTo>
                  <a:cubicBezTo>
                    <a:pt x="4885" y="320"/>
                    <a:pt x="4086" y="1"/>
                    <a:pt x="3310" y="1"/>
                  </a:cubicBezTo>
                  <a:lnTo>
                    <a:pt x="3310" y="1"/>
                  </a:lnTo>
                  <a:cubicBezTo>
                    <a:pt x="2557" y="1"/>
                    <a:pt x="1804" y="297"/>
                    <a:pt x="1210" y="868"/>
                  </a:cubicBezTo>
                  <a:moveTo>
                    <a:pt x="1416" y="4885"/>
                  </a:moveTo>
                  <a:cubicBezTo>
                    <a:pt x="389" y="3835"/>
                    <a:pt x="389" y="2146"/>
                    <a:pt x="1438" y="1096"/>
                  </a:cubicBezTo>
                  <a:lnTo>
                    <a:pt x="1438" y="1096"/>
                  </a:lnTo>
                  <a:cubicBezTo>
                    <a:pt x="2511" y="69"/>
                    <a:pt x="4200" y="92"/>
                    <a:pt x="5227" y="1142"/>
                  </a:cubicBezTo>
                  <a:lnTo>
                    <a:pt x="5227" y="1142"/>
                  </a:lnTo>
                  <a:cubicBezTo>
                    <a:pt x="6255" y="2192"/>
                    <a:pt x="6232" y="3881"/>
                    <a:pt x="5182" y="4931"/>
                  </a:cubicBezTo>
                  <a:lnTo>
                    <a:pt x="5182" y="4931"/>
                  </a:lnTo>
                  <a:cubicBezTo>
                    <a:pt x="4657" y="5433"/>
                    <a:pt x="3995" y="5684"/>
                    <a:pt x="3310" y="5684"/>
                  </a:cubicBezTo>
                  <a:lnTo>
                    <a:pt x="3310" y="5684"/>
                  </a:lnTo>
                  <a:cubicBezTo>
                    <a:pt x="2625" y="5684"/>
                    <a:pt x="1941" y="5410"/>
                    <a:pt x="1416" y="488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8"/>
            <p:cNvSpPr/>
            <p:nvPr/>
          </p:nvSpPr>
          <p:spPr>
            <a:xfrm>
              <a:off x="1532332" y="3195520"/>
              <a:ext cx="113205" cy="108109"/>
            </a:xfrm>
            <a:custGeom>
              <a:avLst/>
              <a:gdLst/>
              <a:ahLst/>
              <a:cxnLst/>
              <a:rect l="l" t="t" r="r" b="b"/>
              <a:pathLst>
                <a:path w="6598" h="6301" extrusionOk="0">
                  <a:moveTo>
                    <a:pt x="1211" y="845"/>
                  </a:moveTo>
                  <a:cubicBezTo>
                    <a:pt x="24" y="2009"/>
                    <a:pt x="1" y="3927"/>
                    <a:pt x="1165" y="5114"/>
                  </a:cubicBezTo>
                  <a:lnTo>
                    <a:pt x="1165" y="5114"/>
                  </a:lnTo>
                  <a:cubicBezTo>
                    <a:pt x="2306" y="6278"/>
                    <a:pt x="4223" y="6301"/>
                    <a:pt x="5410" y="5159"/>
                  </a:cubicBezTo>
                  <a:lnTo>
                    <a:pt x="5410" y="5159"/>
                  </a:lnTo>
                  <a:cubicBezTo>
                    <a:pt x="6597" y="3995"/>
                    <a:pt x="6597" y="2078"/>
                    <a:pt x="5456" y="891"/>
                  </a:cubicBezTo>
                  <a:lnTo>
                    <a:pt x="5456" y="891"/>
                  </a:lnTo>
                  <a:cubicBezTo>
                    <a:pt x="4863" y="298"/>
                    <a:pt x="4087" y="1"/>
                    <a:pt x="3310" y="1"/>
                  </a:cubicBezTo>
                  <a:lnTo>
                    <a:pt x="3310" y="1"/>
                  </a:lnTo>
                  <a:cubicBezTo>
                    <a:pt x="2534" y="1"/>
                    <a:pt x="1781" y="275"/>
                    <a:pt x="1211" y="845"/>
                  </a:cubicBezTo>
                  <a:moveTo>
                    <a:pt x="1393" y="4863"/>
                  </a:moveTo>
                  <a:cubicBezTo>
                    <a:pt x="366" y="3813"/>
                    <a:pt x="389" y="2124"/>
                    <a:pt x="1439" y="1096"/>
                  </a:cubicBezTo>
                  <a:lnTo>
                    <a:pt x="1439" y="1096"/>
                  </a:lnTo>
                  <a:cubicBezTo>
                    <a:pt x="2489" y="69"/>
                    <a:pt x="4178" y="92"/>
                    <a:pt x="5205" y="1142"/>
                  </a:cubicBezTo>
                  <a:lnTo>
                    <a:pt x="5205" y="1142"/>
                  </a:lnTo>
                  <a:cubicBezTo>
                    <a:pt x="6232" y="2192"/>
                    <a:pt x="6232" y="3881"/>
                    <a:pt x="5159" y="4908"/>
                  </a:cubicBezTo>
                  <a:lnTo>
                    <a:pt x="5159" y="4908"/>
                  </a:lnTo>
                  <a:cubicBezTo>
                    <a:pt x="4657" y="5410"/>
                    <a:pt x="3972" y="5662"/>
                    <a:pt x="3310" y="5662"/>
                  </a:cubicBezTo>
                  <a:lnTo>
                    <a:pt x="3310" y="5662"/>
                  </a:lnTo>
                  <a:cubicBezTo>
                    <a:pt x="2603" y="5662"/>
                    <a:pt x="1918" y="5410"/>
                    <a:pt x="1393" y="486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8"/>
            <p:cNvSpPr/>
            <p:nvPr/>
          </p:nvSpPr>
          <p:spPr>
            <a:xfrm>
              <a:off x="1871875" y="3245259"/>
              <a:ext cx="113188" cy="108504"/>
            </a:xfrm>
            <a:custGeom>
              <a:avLst/>
              <a:gdLst/>
              <a:ahLst/>
              <a:cxnLst/>
              <a:rect l="l" t="t" r="r" b="b"/>
              <a:pathLst>
                <a:path w="6597" h="6324" extrusionOk="0">
                  <a:moveTo>
                    <a:pt x="1187" y="868"/>
                  </a:moveTo>
                  <a:cubicBezTo>
                    <a:pt x="23" y="2032"/>
                    <a:pt x="0" y="3927"/>
                    <a:pt x="1142" y="5114"/>
                  </a:cubicBezTo>
                  <a:lnTo>
                    <a:pt x="1142" y="5114"/>
                  </a:lnTo>
                  <a:cubicBezTo>
                    <a:pt x="2306" y="6300"/>
                    <a:pt x="4223" y="6323"/>
                    <a:pt x="5410" y="5159"/>
                  </a:cubicBezTo>
                  <a:lnTo>
                    <a:pt x="5410" y="5159"/>
                  </a:lnTo>
                  <a:cubicBezTo>
                    <a:pt x="6574" y="3995"/>
                    <a:pt x="6597" y="2101"/>
                    <a:pt x="5456" y="914"/>
                  </a:cubicBezTo>
                  <a:lnTo>
                    <a:pt x="5456" y="914"/>
                  </a:lnTo>
                  <a:cubicBezTo>
                    <a:pt x="4862" y="320"/>
                    <a:pt x="4086" y="1"/>
                    <a:pt x="3287" y="1"/>
                  </a:cubicBezTo>
                  <a:lnTo>
                    <a:pt x="3287" y="1"/>
                  </a:lnTo>
                  <a:cubicBezTo>
                    <a:pt x="2534" y="1"/>
                    <a:pt x="1781" y="297"/>
                    <a:pt x="1187" y="868"/>
                  </a:cubicBezTo>
                  <a:moveTo>
                    <a:pt x="1393" y="4885"/>
                  </a:moveTo>
                  <a:cubicBezTo>
                    <a:pt x="366" y="3835"/>
                    <a:pt x="388" y="2146"/>
                    <a:pt x="1438" y="1096"/>
                  </a:cubicBezTo>
                  <a:lnTo>
                    <a:pt x="1438" y="1096"/>
                  </a:lnTo>
                  <a:cubicBezTo>
                    <a:pt x="2488" y="69"/>
                    <a:pt x="4177" y="92"/>
                    <a:pt x="5204" y="1142"/>
                  </a:cubicBezTo>
                  <a:lnTo>
                    <a:pt x="5204" y="1142"/>
                  </a:lnTo>
                  <a:cubicBezTo>
                    <a:pt x="6232" y="2192"/>
                    <a:pt x="6209" y="3881"/>
                    <a:pt x="5159" y="4931"/>
                  </a:cubicBezTo>
                  <a:lnTo>
                    <a:pt x="5159" y="4931"/>
                  </a:lnTo>
                  <a:cubicBezTo>
                    <a:pt x="4657" y="5433"/>
                    <a:pt x="3972" y="5684"/>
                    <a:pt x="3287" y="5684"/>
                  </a:cubicBezTo>
                  <a:lnTo>
                    <a:pt x="3287" y="5684"/>
                  </a:lnTo>
                  <a:cubicBezTo>
                    <a:pt x="2602" y="5684"/>
                    <a:pt x="1918" y="5410"/>
                    <a:pt x="1393" y="4885"/>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8"/>
            <p:cNvSpPr/>
            <p:nvPr/>
          </p:nvSpPr>
          <p:spPr>
            <a:xfrm>
              <a:off x="1127008" y="3334151"/>
              <a:ext cx="1011589" cy="285123"/>
            </a:xfrm>
            <a:custGeom>
              <a:avLst/>
              <a:gdLst/>
              <a:ahLst/>
              <a:cxnLst/>
              <a:rect l="l" t="t" r="r" b="b"/>
              <a:pathLst>
                <a:path w="58959" h="16618" extrusionOk="0">
                  <a:moveTo>
                    <a:pt x="1" y="343"/>
                  </a:moveTo>
                  <a:lnTo>
                    <a:pt x="7305" y="412"/>
                  </a:lnTo>
                  <a:lnTo>
                    <a:pt x="13833" y="7077"/>
                  </a:lnTo>
                  <a:lnTo>
                    <a:pt x="21890" y="7168"/>
                  </a:lnTo>
                  <a:lnTo>
                    <a:pt x="24355" y="9679"/>
                  </a:lnTo>
                  <a:lnTo>
                    <a:pt x="40835" y="9862"/>
                  </a:lnTo>
                  <a:lnTo>
                    <a:pt x="43483" y="12578"/>
                  </a:lnTo>
                  <a:lnTo>
                    <a:pt x="54895" y="12692"/>
                  </a:lnTo>
                  <a:lnTo>
                    <a:pt x="58730" y="16618"/>
                  </a:lnTo>
                  <a:cubicBezTo>
                    <a:pt x="58799" y="16526"/>
                    <a:pt x="58890" y="16435"/>
                    <a:pt x="58958" y="16367"/>
                  </a:cubicBezTo>
                  <a:lnTo>
                    <a:pt x="58958" y="16367"/>
                  </a:lnTo>
                  <a:lnTo>
                    <a:pt x="55032" y="12349"/>
                  </a:lnTo>
                  <a:lnTo>
                    <a:pt x="43620" y="12235"/>
                  </a:lnTo>
                  <a:lnTo>
                    <a:pt x="40972" y="9519"/>
                  </a:lnTo>
                  <a:lnTo>
                    <a:pt x="24492" y="9359"/>
                  </a:lnTo>
                  <a:lnTo>
                    <a:pt x="22027" y="6826"/>
                  </a:lnTo>
                  <a:lnTo>
                    <a:pt x="13970" y="6734"/>
                  </a:lnTo>
                  <a:lnTo>
                    <a:pt x="7442" y="69"/>
                  </a:lnTo>
                  <a:lnTo>
                    <a:pt x="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8"/>
            <p:cNvSpPr/>
            <p:nvPr/>
          </p:nvSpPr>
          <p:spPr>
            <a:xfrm>
              <a:off x="1424635" y="3300866"/>
              <a:ext cx="188784" cy="192696"/>
            </a:xfrm>
            <a:custGeom>
              <a:avLst/>
              <a:gdLst/>
              <a:ahLst/>
              <a:cxnLst/>
              <a:rect l="l" t="t" r="r" b="b"/>
              <a:pathLst>
                <a:path w="11003" h="11231" extrusionOk="0">
                  <a:moveTo>
                    <a:pt x="1" y="229"/>
                  </a:moveTo>
                  <a:lnTo>
                    <a:pt x="10774" y="11231"/>
                  </a:lnTo>
                  <a:lnTo>
                    <a:pt x="11003" y="10980"/>
                  </a:lnTo>
                  <a:lnTo>
                    <a:pt x="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8"/>
            <p:cNvSpPr/>
            <p:nvPr/>
          </p:nvSpPr>
          <p:spPr>
            <a:xfrm>
              <a:off x="1157170" y="3184161"/>
              <a:ext cx="56019" cy="53669"/>
            </a:xfrm>
            <a:custGeom>
              <a:avLst/>
              <a:gdLst/>
              <a:ahLst/>
              <a:cxnLst/>
              <a:rect l="l" t="t" r="r" b="b"/>
              <a:pathLst>
                <a:path w="3265" h="3128" extrusionOk="0">
                  <a:moveTo>
                    <a:pt x="594" y="412"/>
                  </a:moveTo>
                  <a:cubicBezTo>
                    <a:pt x="0" y="982"/>
                    <a:pt x="0" y="1941"/>
                    <a:pt x="571" y="2535"/>
                  </a:cubicBezTo>
                  <a:lnTo>
                    <a:pt x="571" y="2535"/>
                  </a:lnTo>
                  <a:cubicBezTo>
                    <a:pt x="1141" y="3105"/>
                    <a:pt x="2077" y="3128"/>
                    <a:pt x="2671" y="2557"/>
                  </a:cubicBezTo>
                  <a:lnTo>
                    <a:pt x="2671" y="2557"/>
                  </a:lnTo>
                  <a:cubicBezTo>
                    <a:pt x="3264" y="1964"/>
                    <a:pt x="3264" y="1028"/>
                    <a:pt x="2694" y="435"/>
                  </a:cubicBezTo>
                  <a:lnTo>
                    <a:pt x="2694" y="435"/>
                  </a:lnTo>
                  <a:cubicBezTo>
                    <a:pt x="2397" y="138"/>
                    <a:pt x="2009" y="1"/>
                    <a:pt x="1621" y="1"/>
                  </a:cubicBezTo>
                  <a:lnTo>
                    <a:pt x="1621" y="1"/>
                  </a:lnTo>
                  <a:cubicBezTo>
                    <a:pt x="1256" y="1"/>
                    <a:pt x="867" y="138"/>
                    <a:pt x="594" y="412"/>
                  </a:cubicBezTo>
                  <a:close/>
                  <a:moveTo>
                    <a:pt x="799" y="2283"/>
                  </a:moveTo>
                  <a:cubicBezTo>
                    <a:pt x="365" y="1827"/>
                    <a:pt x="365" y="1097"/>
                    <a:pt x="822" y="663"/>
                  </a:cubicBezTo>
                  <a:lnTo>
                    <a:pt x="822" y="663"/>
                  </a:lnTo>
                  <a:cubicBezTo>
                    <a:pt x="1278" y="206"/>
                    <a:pt x="2009" y="206"/>
                    <a:pt x="2465" y="663"/>
                  </a:cubicBezTo>
                  <a:lnTo>
                    <a:pt x="2465" y="663"/>
                  </a:lnTo>
                  <a:cubicBezTo>
                    <a:pt x="2899" y="1119"/>
                    <a:pt x="2899" y="1873"/>
                    <a:pt x="2442" y="2306"/>
                  </a:cubicBezTo>
                  <a:lnTo>
                    <a:pt x="2442" y="2306"/>
                  </a:lnTo>
                  <a:cubicBezTo>
                    <a:pt x="2214" y="2535"/>
                    <a:pt x="1917" y="2626"/>
                    <a:pt x="1621" y="2626"/>
                  </a:cubicBezTo>
                  <a:lnTo>
                    <a:pt x="1621" y="2626"/>
                  </a:lnTo>
                  <a:cubicBezTo>
                    <a:pt x="1324" y="2626"/>
                    <a:pt x="1027" y="2512"/>
                    <a:pt x="799" y="228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8"/>
            <p:cNvSpPr/>
            <p:nvPr/>
          </p:nvSpPr>
          <p:spPr>
            <a:xfrm>
              <a:off x="1178308" y="3103488"/>
              <a:ext cx="56414" cy="53669"/>
            </a:xfrm>
            <a:custGeom>
              <a:avLst/>
              <a:gdLst/>
              <a:ahLst/>
              <a:cxnLst/>
              <a:rect l="l" t="t" r="r" b="b"/>
              <a:pathLst>
                <a:path w="3288" h="3128" extrusionOk="0">
                  <a:moveTo>
                    <a:pt x="594" y="435"/>
                  </a:moveTo>
                  <a:cubicBezTo>
                    <a:pt x="24" y="1005"/>
                    <a:pt x="1" y="1964"/>
                    <a:pt x="571" y="2535"/>
                  </a:cubicBezTo>
                  <a:lnTo>
                    <a:pt x="571" y="2535"/>
                  </a:lnTo>
                  <a:cubicBezTo>
                    <a:pt x="1142" y="3128"/>
                    <a:pt x="2101" y="3128"/>
                    <a:pt x="2694" y="2557"/>
                  </a:cubicBezTo>
                  <a:lnTo>
                    <a:pt x="2694" y="2557"/>
                  </a:lnTo>
                  <a:cubicBezTo>
                    <a:pt x="3265" y="1987"/>
                    <a:pt x="3288" y="1051"/>
                    <a:pt x="2717" y="457"/>
                  </a:cubicBezTo>
                  <a:lnTo>
                    <a:pt x="2717" y="457"/>
                  </a:lnTo>
                  <a:cubicBezTo>
                    <a:pt x="2420" y="161"/>
                    <a:pt x="2032" y="1"/>
                    <a:pt x="1644" y="1"/>
                  </a:cubicBezTo>
                  <a:lnTo>
                    <a:pt x="1644" y="1"/>
                  </a:lnTo>
                  <a:cubicBezTo>
                    <a:pt x="1256" y="1"/>
                    <a:pt x="891" y="161"/>
                    <a:pt x="594" y="435"/>
                  </a:cubicBezTo>
                  <a:close/>
                  <a:moveTo>
                    <a:pt x="822" y="2306"/>
                  </a:moveTo>
                  <a:cubicBezTo>
                    <a:pt x="366" y="1850"/>
                    <a:pt x="389" y="1119"/>
                    <a:pt x="822" y="663"/>
                  </a:cubicBezTo>
                  <a:lnTo>
                    <a:pt x="822" y="663"/>
                  </a:lnTo>
                  <a:cubicBezTo>
                    <a:pt x="1279" y="229"/>
                    <a:pt x="2032" y="229"/>
                    <a:pt x="2466" y="686"/>
                  </a:cubicBezTo>
                  <a:lnTo>
                    <a:pt x="2466" y="686"/>
                  </a:lnTo>
                  <a:cubicBezTo>
                    <a:pt x="2922" y="1142"/>
                    <a:pt x="2900" y="1873"/>
                    <a:pt x="2443" y="2329"/>
                  </a:cubicBezTo>
                  <a:lnTo>
                    <a:pt x="2443" y="2329"/>
                  </a:lnTo>
                  <a:cubicBezTo>
                    <a:pt x="2238" y="2535"/>
                    <a:pt x="1941" y="2649"/>
                    <a:pt x="1644" y="2649"/>
                  </a:cubicBezTo>
                  <a:lnTo>
                    <a:pt x="1644" y="2649"/>
                  </a:lnTo>
                  <a:cubicBezTo>
                    <a:pt x="1347" y="2649"/>
                    <a:pt x="1051" y="2535"/>
                    <a:pt x="822" y="2306"/>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8"/>
            <p:cNvSpPr/>
            <p:nvPr/>
          </p:nvSpPr>
          <p:spPr>
            <a:xfrm>
              <a:off x="1053385" y="3137167"/>
              <a:ext cx="56414" cy="53669"/>
            </a:xfrm>
            <a:custGeom>
              <a:avLst/>
              <a:gdLst/>
              <a:ahLst/>
              <a:cxnLst/>
              <a:rect l="l" t="t" r="r" b="b"/>
              <a:pathLst>
                <a:path w="3288" h="3128" extrusionOk="0">
                  <a:moveTo>
                    <a:pt x="594" y="435"/>
                  </a:moveTo>
                  <a:cubicBezTo>
                    <a:pt x="0" y="1005"/>
                    <a:pt x="0" y="1941"/>
                    <a:pt x="571" y="2534"/>
                  </a:cubicBezTo>
                  <a:lnTo>
                    <a:pt x="571" y="2534"/>
                  </a:lnTo>
                  <a:cubicBezTo>
                    <a:pt x="1142" y="3128"/>
                    <a:pt x="2100" y="3128"/>
                    <a:pt x="2694" y="2557"/>
                  </a:cubicBezTo>
                  <a:lnTo>
                    <a:pt x="2694" y="2557"/>
                  </a:lnTo>
                  <a:cubicBezTo>
                    <a:pt x="3264" y="1987"/>
                    <a:pt x="3287" y="1028"/>
                    <a:pt x="2717" y="457"/>
                  </a:cubicBezTo>
                  <a:lnTo>
                    <a:pt x="2717" y="457"/>
                  </a:lnTo>
                  <a:cubicBezTo>
                    <a:pt x="2420" y="161"/>
                    <a:pt x="2032" y="1"/>
                    <a:pt x="1644" y="1"/>
                  </a:cubicBezTo>
                  <a:lnTo>
                    <a:pt x="1644" y="1"/>
                  </a:lnTo>
                  <a:cubicBezTo>
                    <a:pt x="1256" y="1"/>
                    <a:pt x="891" y="138"/>
                    <a:pt x="594" y="435"/>
                  </a:cubicBezTo>
                  <a:moveTo>
                    <a:pt x="822" y="2306"/>
                  </a:moveTo>
                  <a:cubicBezTo>
                    <a:pt x="366" y="1850"/>
                    <a:pt x="366" y="1119"/>
                    <a:pt x="822" y="663"/>
                  </a:cubicBezTo>
                  <a:lnTo>
                    <a:pt x="822" y="663"/>
                  </a:lnTo>
                  <a:cubicBezTo>
                    <a:pt x="1279" y="229"/>
                    <a:pt x="2032" y="229"/>
                    <a:pt x="2466" y="686"/>
                  </a:cubicBezTo>
                  <a:lnTo>
                    <a:pt x="2466" y="686"/>
                  </a:lnTo>
                  <a:cubicBezTo>
                    <a:pt x="2922" y="1142"/>
                    <a:pt x="2899" y="1873"/>
                    <a:pt x="2443" y="2306"/>
                  </a:cubicBezTo>
                  <a:lnTo>
                    <a:pt x="2443" y="2306"/>
                  </a:lnTo>
                  <a:cubicBezTo>
                    <a:pt x="2214" y="2534"/>
                    <a:pt x="1941" y="2649"/>
                    <a:pt x="1644" y="2649"/>
                  </a:cubicBezTo>
                  <a:lnTo>
                    <a:pt x="1644" y="2649"/>
                  </a:lnTo>
                  <a:cubicBezTo>
                    <a:pt x="1347" y="2649"/>
                    <a:pt x="1050" y="2534"/>
                    <a:pt x="822" y="2306"/>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8"/>
            <p:cNvSpPr/>
            <p:nvPr/>
          </p:nvSpPr>
          <p:spPr>
            <a:xfrm>
              <a:off x="1654526" y="3373321"/>
              <a:ext cx="66588" cy="66983"/>
            </a:xfrm>
            <a:custGeom>
              <a:avLst/>
              <a:gdLst/>
              <a:ahLst/>
              <a:cxnLst/>
              <a:rect l="l" t="t" r="r" b="b"/>
              <a:pathLst>
                <a:path w="3881" h="3904" extrusionOk="0">
                  <a:moveTo>
                    <a:pt x="662" y="594"/>
                  </a:moveTo>
                  <a:cubicBezTo>
                    <a:pt x="0" y="1324"/>
                    <a:pt x="23" y="2443"/>
                    <a:pt x="708" y="3150"/>
                  </a:cubicBezTo>
                  <a:lnTo>
                    <a:pt x="708" y="3150"/>
                  </a:lnTo>
                  <a:cubicBezTo>
                    <a:pt x="731" y="3173"/>
                    <a:pt x="754" y="3173"/>
                    <a:pt x="776" y="3196"/>
                  </a:cubicBezTo>
                  <a:lnTo>
                    <a:pt x="776" y="3196"/>
                  </a:lnTo>
                  <a:cubicBezTo>
                    <a:pt x="1507" y="3904"/>
                    <a:pt x="2694" y="3858"/>
                    <a:pt x="3378" y="3105"/>
                  </a:cubicBezTo>
                  <a:lnTo>
                    <a:pt x="3378" y="3105"/>
                  </a:lnTo>
                  <a:cubicBezTo>
                    <a:pt x="3721" y="2740"/>
                    <a:pt x="3881" y="2283"/>
                    <a:pt x="3881" y="1781"/>
                  </a:cubicBezTo>
                  <a:lnTo>
                    <a:pt x="3881" y="1781"/>
                  </a:lnTo>
                  <a:cubicBezTo>
                    <a:pt x="3858" y="1279"/>
                    <a:pt x="3652" y="845"/>
                    <a:pt x="3287" y="503"/>
                  </a:cubicBezTo>
                  <a:lnTo>
                    <a:pt x="3287" y="503"/>
                  </a:lnTo>
                  <a:cubicBezTo>
                    <a:pt x="2922" y="160"/>
                    <a:pt x="2465" y="1"/>
                    <a:pt x="2032" y="1"/>
                  </a:cubicBezTo>
                  <a:lnTo>
                    <a:pt x="2032" y="1"/>
                  </a:lnTo>
                  <a:cubicBezTo>
                    <a:pt x="1530" y="1"/>
                    <a:pt x="1027" y="206"/>
                    <a:pt x="662" y="594"/>
                  </a:cubicBezTo>
                  <a:close/>
                  <a:moveTo>
                    <a:pt x="982" y="2968"/>
                  </a:moveTo>
                  <a:cubicBezTo>
                    <a:pt x="388" y="2397"/>
                    <a:pt x="343" y="1439"/>
                    <a:pt x="913" y="822"/>
                  </a:cubicBezTo>
                  <a:lnTo>
                    <a:pt x="913" y="822"/>
                  </a:lnTo>
                  <a:cubicBezTo>
                    <a:pt x="1484" y="206"/>
                    <a:pt x="2443" y="183"/>
                    <a:pt x="3059" y="731"/>
                  </a:cubicBezTo>
                  <a:lnTo>
                    <a:pt x="3059" y="731"/>
                  </a:lnTo>
                  <a:cubicBezTo>
                    <a:pt x="3082" y="754"/>
                    <a:pt x="3082" y="777"/>
                    <a:pt x="3105" y="799"/>
                  </a:cubicBezTo>
                  <a:lnTo>
                    <a:pt x="3105" y="799"/>
                  </a:lnTo>
                  <a:cubicBezTo>
                    <a:pt x="3675" y="1370"/>
                    <a:pt x="3675" y="2283"/>
                    <a:pt x="3127" y="2877"/>
                  </a:cubicBezTo>
                  <a:lnTo>
                    <a:pt x="3127" y="2877"/>
                  </a:lnTo>
                  <a:cubicBezTo>
                    <a:pt x="2831" y="3196"/>
                    <a:pt x="2420" y="3356"/>
                    <a:pt x="2032" y="3356"/>
                  </a:cubicBezTo>
                  <a:lnTo>
                    <a:pt x="2032" y="3356"/>
                  </a:lnTo>
                  <a:cubicBezTo>
                    <a:pt x="1644" y="3356"/>
                    <a:pt x="1278" y="3219"/>
                    <a:pt x="982" y="296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8"/>
            <p:cNvSpPr/>
            <p:nvPr/>
          </p:nvSpPr>
          <p:spPr>
            <a:xfrm>
              <a:off x="1963118" y="3327117"/>
              <a:ext cx="200142" cy="74807"/>
            </a:xfrm>
            <a:custGeom>
              <a:avLst/>
              <a:gdLst/>
              <a:ahLst/>
              <a:cxnLst/>
              <a:rect l="l" t="t" r="r" b="b"/>
              <a:pathLst>
                <a:path w="11665" h="4360" extrusionOk="0">
                  <a:moveTo>
                    <a:pt x="1" y="228"/>
                  </a:moveTo>
                  <a:lnTo>
                    <a:pt x="3972" y="4268"/>
                  </a:lnTo>
                  <a:lnTo>
                    <a:pt x="11664" y="4360"/>
                  </a:lnTo>
                  <a:lnTo>
                    <a:pt x="11664" y="4017"/>
                  </a:lnTo>
                  <a:lnTo>
                    <a:pt x="4109" y="3949"/>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8"/>
            <p:cNvSpPr/>
            <p:nvPr/>
          </p:nvSpPr>
          <p:spPr>
            <a:xfrm>
              <a:off x="1620847" y="3279728"/>
              <a:ext cx="258872" cy="27435"/>
            </a:xfrm>
            <a:custGeom>
              <a:avLst/>
              <a:gdLst/>
              <a:ahLst/>
              <a:cxnLst/>
              <a:rect l="l" t="t" r="r" b="b"/>
              <a:pathLst>
                <a:path w="15088" h="1599" extrusionOk="0">
                  <a:moveTo>
                    <a:pt x="0" y="229"/>
                  </a:moveTo>
                  <a:lnTo>
                    <a:pt x="1187" y="1438"/>
                  </a:lnTo>
                  <a:lnTo>
                    <a:pt x="15088" y="1598"/>
                  </a:lnTo>
                  <a:lnTo>
                    <a:pt x="15088" y="1256"/>
                  </a:lnTo>
                  <a:lnTo>
                    <a:pt x="1324" y="1119"/>
                  </a:lnTo>
                  <a:lnTo>
                    <a:pt x="25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8"/>
            <p:cNvSpPr/>
            <p:nvPr/>
          </p:nvSpPr>
          <p:spPr>
            <a:xfrm>
              <a:off x="1753215" y="3532713"/>
              <a:ext cx="66588" cy="63466"/>
            </a:xfrm>
            <a:custGeom>
              <a:avLst/>
              <a:gdLst/>
              <a:ahLst/>
              <a:cxnLst/>
              <a:rect l="l" t="t" r="r" b="b"/>
              <a:pathLst>
                <a:path w="3881" h="3699" extrusionOk="0">
                  <a:moveTo>
                    <a:pt x="708" y="503"/>
                  </a:moveTo>
                  <a:cubicBezTo>
                    <a:pt x="23" y="1187"/>
                    <a:pt x="0" y="2306"/>
                    <a:pt x="685" y="2991"/>
                  </a:cubicBezTo>
                  <a:lnTo>
                    <a:pt x="685" y="2991"/>
                  </a:lnTo>
                  <a:cubicBezTo>
                    <a:pt x="1370" y="3675"/>
                    <a:pt x="2488" y="3698"/>
                    <a:pt x="3173" y="3013"/>
                  </a:cubicBezTo>
                  <a:lnTo>
                    <a:pt x="3173" y="3013"/>
                  </a:lnTo>
                  <a:cubicBezTo>
                    <a:pt x="3858" y="2329"/>
                    <a:pt x="3881" y="1233"/>
                    <a:pt x="3196" y="525"/>
                  </a:cubicBezTo>
                  <a:lnTo>
                    <a:pt x="3196" y="525"/>
                  </a:lnTo>
                  <a:cubicBezTo>
                    <a:pt x="2853" y="183"/>
                    <a:pt x="2397" y="0"/>
                    <a:pt x="1940" y="0"/>
                  </a:cubicBezTo>
                  <a:lnTo>
                    <a:pt x="1940" y="0"/>
                  </a:lnTo>
                  <a:cubicBezTo>
                    <a:pt x="1507" y="0"/>
                    <a:pt x="1050" y="160"/>
                    <a:pt x="708" y="503"/>
                  </a:cubicBezTo>
                  <a:moveTo>
                    <a:pt x="936" y="2762"/>
                  </a:moveTo>
                  <a:cubicBezTo>
                    <a:pt x="388" y="2192"/>
                    <a:pt x="388" y="1301"/>
                    <a:pt x="959" y="754"/>
                  </a:cubicBezTo>
                  <a:lnTo>
                    <a:pt x="959" y="754"/>
                  </a:lnTo>
                  <a:cubicBezTo>
                    <a:pt x="1507" y="183"/>
                    <a:pt x="2420" y="206"/>
                    <a:pt x="2968" y="754"/>
                  </a:cubicBezTo>
                  <a:lnTo>
                    <a:pt x="2968" y="754"/>
                  </a:lnTo>
                  <a:cubicBezTo>
                    <a:pt x="3515" y="1324"/>
                    <a:pt x="3493" y="2237"/>
                    <a:pt x="2945" y="2785"/>
                  </a:cubicBezTo>
                  <a:lnTo>
                    <a:pt x="2945" y="2785"/>
                  </a:lnTo>
                  <a:cubicBezTo>
                    <a:pt x="2671" y="3036"/>
                    <a:pt x="2306" y="3173"/>
                    <a:pt x="1940" y="3173"/>
                  </a:cubicBezTo>
                  <a:lnTo>
                    <a:pt x="1940" y="3173"/>
                  </a:lnTo>
                  <a:cubicBezTo>
                    <a:pt x="1575" y="3173"/>
                    <a:pt x="1210" y="3036"/>
                    <a:pt x="936" y="2762"/>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8"/>
            <p:cNvSpPr/>
            <p:nvPr/>
          </p:nvSpPr>
          <p:spPr>
            <a:xfrm>
              <a:off x="1668235" y="3634920"/>
              <a:ext cx="66588" cy="63071"/>
            </a:xfrm>
            <a:custGeom>
              <a:avLst/>
              <a:gdLst/>
              <a:ahLst/>
              <a:cxnLst/>
              <a:rect l="l" t="t" r="r" b="b"/>
              <a:pathLst>
                <a:path w="3881" h="3676" extrusionOk="0">
                  <a:moveTo>
                    <a:pt x="708" y="480"/>
                  </a:moveTo>
                  <a:cubicBezTo>
                    <a:pt x="23" y="1165"/>
                    <a:pt x="0" y="2283"/>
                    <a:pt x="685" y="2968"/>
                  </a:cubicBezTo>
                  <a:lnTo>
                    <a:pt x="685" y="2968"/>
                  </a:lnTo>
                  <a:cubicBezTo>
                    <a:pt x="1370" y="3676"/>
                    <a:pt x="2488" y="3676"/>
                    <a:pt x="3173" y="2991"/>
                  </a:cubicBezTo>
                  <a:lnTo>
                    <a:pt x="3173" y="2991"/>
                  </a:lnTo>
                  <a:cubicBezTo>
                    <a:pt x="3858" y="2329"/>
                    <a:pt x="3880" y="1211"/>
                    <a:pt x="3196" y="526"/>
                  </a:cubicBezTo>
                  <a:lnTo>
                    <a:pt x="3196" y="526"/>
                  </a:lnTo>
                  <a:cubicBezTo>
                    <a:pt x="2853" y="161"/>
                    <a:pt x="2397" y="1"/>
                    <a:pt x="1940" y="1"/>
                  </a:cubicBezTo>
                  <a:lnTo>
                    <a:pt x="1940" y="1"/>
                  </a:lnTo>
                  <a:cubicBezTo>
                    <a:pt x="1507" y="1"/>
                    <a:pt x="1050" y="161"/>
                    <a:pt x="708" y="480"/>
                  </a:cubicBezTo>
                  <a:moveTo>
                    <a:pt x="936" y="2740"/>
                  </a:moveTo>
                  <a:cubicBezTo>
                    <a:pt x="388" y="2192"/>
                    <a:pt x="388" y="1279"/>
                    <a:pt x="959" y="731"/>
                  </a:cubicBezTo>
                  <a:lnTo>
                    <a:pt x="959" y="731"/>
                  </a:lnTo>
                  <a:cubicBezTo>
                    <a:pt x="1507" y="183"/>
                    <a:pt x="2420" y="183"/>
                    <a:pt x="2967" y="754"/>
                  </a:cubicBezTo>
                  <a:lnTo>
                    <a:pt x="2967" y="754"/>
                  </a:lnTo>
                  <a:cubicBezTo>
                    <a:pt x="3515" y="1302"/>
                    <a:pt x="3492" y="2215"/>
                    <a:pt x="2945" y="2763"/>
                  </a:cubicBezTo>
                  <a:lnTo>
                    <a:pt x="2945" y="2763"/>
                  </a:lnTo>
                  <a:cubicBezTo>
                    <a:pt x="2671" y="3037"/>
                    <a:pt x="2306" y="3174"/>
                    <a:pt x="1940" y="3174"/>
                  </a:cubicBezTo>
                  <a:lnTo>
                    <a:pt x="1940" y="3174"/>
                  </a:lnTo>
                  <a:cubicBezTo>
                    <a:pt x="1575" y="3174"/>
                    <a:pt x="1210" y="3037"/>
                    <a:pt x="936" y="274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8"/>
            <p:cNvSpPr/>
            <p:nvPr/>
          </p:nvSpPr>
          <p:spPr>
            <a:xfrm>
              <a:off x="1544874" y="3694061"/>
              <a:ext cx="117495" cy="112021"/>
            </a:xfrm>
            <a:custGeom>
              <a:avLst/>
              <a:gdLst/>
              <a:ahLst/>
              <a:cxnLst/>
              <a:rect l="l" t="t" r="r" b="b"/>
              <a:pathLst>
                <a:path w="6848" h="6529" extrusionOk="0">
                  <a:moveTo>
                    <a:pt x="1256" y="891"/>
                  </a:moveTo>
                  <a:cubicBezTo>
                    <a:pt x="23" y="2078"/>
                    <a:pt x="0" y="4063"/>
                    <a:pt x="1210" y="5296"/>
                  </a:cubicBezTo>
                  <a:lnTo>
                    <a:pt x="1210" y="5296"/>
                  </a:lnTo>
                  <a:cubicBezTo>
                    <a:pt x="2397" y="6506"/>
                    <a:pt x="4383" y="6528"/>
                    <a:pt x="5615" y="5342"/>
                  </a:cubicBezTo>
                  <a:lnTo>
                    <a:pt x="5615" y="5342"/>
                  </a:lnTo>
                  <a:cubicBezTo>
                    <a:pt x="6825" y="4132"/>
                    <a:pt x="6848" y="2169"/>
                    <a:pt x="5661" y="936"/>
                  </a:cubicBezTo>
                  <a:lnTo>
                    <a:pt x="5661" y="936"/>
                  </a:lnTo>
                  <a:cubicBezTo>
                    <a:pt x="5045" y="320"/>
                    <a:pt x="4246" y="0"/>
                    <a:pt x="3424" y="0"/>
                  </a:cubicBezTo>
                  <a:lnTo>
                    <a:pt x="3424" y="0"/>
                  </a:lnTo>
                  <a:cubicBezTo>
                    <a:pt x="2648" y="0"/>
                    <a:pt x="1849" y="297"/>
                    <a:pt x="1256" y="891"/>
                  </a:cubicBezTo>
                  <a:close/>
                  <a:moveTo>
                    <a:pt x="1438" y="5045"/>
                  </a:moveTo>
                  <a:cubicBezTo>
                    <a:pt x="365" y="3949"/>
                    <a:pt x="388" y="2192"/>
                    <a:pt x="1484" y="1119"/>
                  </a:cubicBezTo>
                  <a:lnTo>
                    <a:pt x="1484" y="1119"/>
                  </a:lnTo>
                  <a:cubicBezTo>
                    <a:pt x="2579" y="46"/>
                    <a:pt x="4337" y="69"/>
                    <a:pt x="5410" y="1164"/>
                  </a:cubicBezTo>
                  <a:lnTo>
                    <a:pt x="5410" y="1164"/>
                  </a:lnTo>
                  <a:cubicBezTo>
                    <a:pt x="6483" y="2260"/>
                    <a:pt x="6460" y="4018"/>
                    <a:pt x="5364" y="5090"/>
                  </a:cubicBezTo>
                  <a:lnTo>
                    <a:pt x="5364" y="5090"/>
                  </a:lnTo>
                  <a:cubicBezTo>
                    <a:pt x="4839" y="5615"/>
                    <a:pt x="4132" y="5889"/>
                    <a:pt x="3424" y="5889"/>
                  </a:cubicBezTo>
                  <a:lnTo>
                    <a:pt x="3424" y="5889"/>
                  </a:lnTo>
                  <a:cubicBezTo>
                    <a:pt x="2716" y="5889"/>
                    <a:pt x="1986" y="5615"/>
                    <a:pt x="1438" y="5045"/>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8"/>
            <p:cNvSpPr/>
            <p:nvPr/>
          </p:nvSpPr>
          <p:spPr>
            <a:xfrm>
              <a:off x="1759478" y="3895746"/>
              <a:ext cx="66194" cy="63071"/>
            </a:xfrm>
            <a:custGeom>
              <a:avLst/>
              <a:gdLst/>
              <a:ahLst/>
              <a:cxnLst/>
              <a:rect l="l" t="t" r="r" b="b"/>
              <a:pathLst>
                <a:path w="3858" h="3676" extrusionOk="0">
                  <a:moveTo>
                    <a:pt x="708" y="503"/>
                  </a:moveTo>
                  <a:cubicBezTo>
                    <a:pt x="0" y="1165"/>
                    <a:pt x="0" y="2283"/>
                    <a:pt x="662" y="2968"/>
                  </a:cubicBezTo>
                  <a:lnTo>
                    <a:pt x="662" y="2968"/>
                  </a:lnTo>
                  <a:cubicBezTo>
                    <a:pt x="1347" y="3675"/>
                    <a:pt x="2466" y="3675"/>
                    <a:pt x="3150" y="2991"/>
                  </a:cubicBezTo>
                  <a:lnTo>
                    <a:pt x="3150" y="2991"/>
                  </a:lnTo>
                  <a:cubicBezTo>
                    <a:pt x="3858" y="2329"/>
                    <a:pt x="3858" y="1210"/>
                    <a:pt x="3173" y="525"/>
                  </a:cubicBezTo>
                  <a:lnTo>
                    <a:pt x="3173" y="525"/>
                  </a:lnTo>
                  <a:cubicBezTo>
                    <a:pt x="2831" y="160"/>
                    <a:pt x="2374" y="0"/>
                    <a:pt x="1918" y="0"/>
                  </a:cubicBezTo>
                  <a:lnTo>
                    <a:pt x="1918" y="0"/>
                  </a:lnTo>
                  <a:cubicBezTo>
                    <a:pt x="1484" y="0"/>
                    <a:pt x="1028" y="160"/>
                    <a:pt x="708" y="503"/>
                  </a:cubicBezTo>
                  <a:moveTo>
                    <a:pt x="913" y="2739"/>
                  </a:moveTo>
                  <a:cubicBezTo>
                    <a:pt x="366" y="2192"/>
                    <a:pt x="366" y="1279"/>
                    <a:pt x="936" y="731"/>
                  </a:cubicBezTo>
                  <a:lnTo>
                    <a:pt x="936" y="731"/>
                  </a:lnTo>
                  <a:cubicBezTo>
                    <a:pt x="1484" y="183"/>
                    <a:pt x="2397" y="183"/>
                    <a:pt x="2945" y="754"/>
                  </a:cubicBezTo>
                  <a:lnTo>
                    <a:pt x="2945" y="754"/>
                  </a:lnTo>
                  <a:cubicBezTo>
                    <a:pt x="3493" y="1301"/>
                    <a:pt x="3493" y="2214"/>
                    <a:pt x="2922" y="2762"/>
                  </a:cubicBezTo>
                  <a:lnTo>
                    <a:pt x="2922" y="2762"/>
                  </a:lnTo>
                  <a:cubicBezTo>
                    <a:pt x="2648" y="3036"/>
                    <a:pt x="2283" y="3173"/>
                    <a:pt x="1918" y="3173"/>
                  </a:cubicBezTo>
                  <a:lnTo>
                    <a:pt x="1918" y="3173"/>
                  </a:lnTo>
                  <a:cubicBezTo>
                    <a:pt x="1553" y="3173"/>
                    <a:pt x="1187" y="3036"/>
                    <a:pt x="913" y="2739"/>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8"/>
            <p:cNvSpPr/>
            <p:nvPr/>
          </p:nvSpPr>
          <p:spPr>
            <a:xfrm>
              <a:off x="1656088" y="3748879"/>
              <a:ext cx="228332" cy="78736"/>
            </a:xfrm>
            <a:custGeom>
              <a:avLst/>
              <a:gdLst/>
              <a:ahLst/>
              <a:cxnLst/>
              <a:rect l="l" t="t" r="r" b="b"/>
              <a:pathLst>
                <a:path w="13308" h="4589" extrusionOk="0">
                  <a:moveTo>
                    <a:pt x="1" y="321"/>
                  </a:moveTo>
                  <a:lnTo>
                    <a:pt x="8994" y="435"/>
                  </a:lnTo>
                  <a:lnTo>
                    <a:pt x="13079" y="4589"/>
                  </a:lnTo>
                  <a:lnTo>
                    <a:pt x="13308" y="4361"/>
                  </a:lnTo>
                  <a:lnTo>
                    <a:pt x="9131" y="92"/>
                  </a:lnTo>
                  <a:lnTo>
                    <a:pt x="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8"/>
            <p:cNvSpPr/>
            <p:nvPr/>
          </p:nvSpPr>
          <p:spPr>
            <a:xfrm>
              <a:off x="1424241" y="3496683"/>
              <a:ext cx="125353" cy="71684"/>
            </a:xfrm>
            <a:custGeom>
              <a:avLst/>
              <a:gdLst/>
              <a:ahLst/>
              <a:cxnLst/>
              <a:rect l="l" t="t" r="r" b="b"/>
              <a:pathLst>
                <a:path w="7306" h="4178" extrusionOk="0">
                  <a:moveTo>
                    <a:pt x="4657" y="2351"/>
                  </a:moveTo>
                  <a:lnTo>
                    <a:pt x="1644" y="2329"/>
                  </a:lnTo>
                  <a:lnTo>
                    <a:pt x="1" y="3926"/>
                  </a:lnTo>
                  <a:lnTo>
                    <a:pt x="229" y="4177"/>
                  </a:lnTo>
                  <a:lnTo>
                    <a:pt x="1781" y="2648"/>
                  </a:lnTo>
                  <a:lnTo>
                    <a:pt x="4794" y="2694"/>
                  </a:lnTo>
                  <a:lnTo>
                    <a:pt x="7305" y="252"/>
                  </a:lnTo>
                  <a:lnTo>
                    <a:pt x="7054"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8"/>
            <p:cNvSpPr/>
            <p:nvPr/>
          </p:nvSpPr>
          <p:spPr>
            <a:xfrm>
              <a:off x="890854" y="3358446"/>
              <a:ext cx="84621" cy="81069"/>
            </a:xfrm>
            <a:custGeom>
              <a:avLst/>
              <a:gdLst/>
              <a:ahLst/>
              <a:cxnLst/>
              <a:rect l="l" t="t" r="r" b="b"/>
              <a:pathLst>
                <a:path w="4932" h="4725" extrusionOk="0">
                  <a:moveTo>
                    <a:pt x="891" y="639"/>
                  </a:moveTo>
                  <a:cubicBezTo>
                    <a:pt x="1" y="1507"/>
                    <a:pt x="1" y="2945"/>
                    <a:pt x="845" y="3812"/>
                  </a:cubicBezTo>
                  <a:lnTo>
                    <a:pt x="845" y="3812"/>
                  </a:lnTo>
                  <a:cubicBezTo>
                    <a:pt x="1713" y="4702"/>
                    <a:pt x="3151" y="4725"/>
                    <a:pt x="4018" y="3858"/>
                  </a:cubicBezTo>
                  <a:lnTo>
                    <a:pt x="4018" y="3858"/>
                  </a:lnTo>
                  <a:cubicBezTo>
                    <a:pt x="4908" y="2990"/>
                    <a:pt x="4931" y="1575"/>
                    <a:pt x="4064" y="685"/>
                  </a:cubicBezTo>
                  <a:lnTo>
                    <a:pt x="4064" y="685"/>
                  </a:lnTo>
                  <a:cubicBezTo>
                    <a:pt x="3630" y="228"/>
                    <a:pt x="3037" y="0"/>
                    <a:pt x="2466" y="0"/>
                  </a:cubicBezTo>
                  <a:lnTo>
                    <a:pt x="2466" y="0"/>
                  </a:lnTo>
                  <a:cubicBezTo>
                    <a:pt x="1895" y="0"/>
                    <a:pt x="1325" y="228"/>
                    <a:pt x="891" y="639"/>
                  </a:cubicBezTo>
                  <a:moveTo>
                    <a:pt x="1097" y="3584"/>
                  </a:moveTo>
                  <a:cubicBezTo>
                    <a:pt x="366" y="2830"/>
                    <a:pt x="366" y="1621"/>
                    <a:pt x="1119" y="890"/>
                  </a:cubicBezTo>
                  <a:lnTo>
                    <a:pt x="1119" y="890"/>
                  </a:lnTo>
                  <a:cubicBezTo>
                    <a:pt x="1873" y="160"/>
                    <a:pt x="3082" y="160"/>
                    <a:pt x="3813" y="913"/>
                  </a:cubicBezTo>
                  <a:lnTo>
                    <a:pt x="3813" y="913"/>
                  </a:lnTo>
                  <a:cubicBezTo>
                    <a:pt x="4566" y="1666"/>
                    <a:pt x="4543" y="2876"/>
                    <a:pt x="3790" y="3607"/>
                  </a:cubicBezTo>
                  <a:lnTo>
                    <a:pt x="3790" y="3607"/>
                  </a:lnTo>
                  <a:cubicBezTo>
                    <a:pt x="3425" y="3972"/>
                    <a:pt x="2945" y="4154"/>
                    <a:pt x="2466" y="4154"/>
                  </a:cubicBezTo>
                  <a:lnTo>
                    <a:pt x="2466" y="4154"/>
                  </a:lnTo>
                  <a:cubicBezTo>
                    <a:pt x="1964" y="4154"/>
                    <a:pt x="1462" y="3972"/>
                    <a:pt x="1097" y="358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8"/>
            <p:cNvSpPr/>
            <p:nvPr/>
          </p:nvSpPr>
          <p:spPr>
            <a:xfrm>
              <a:off x="1141505" y="3445382"/>
              <a:ext cx="99874" cy="95567"/>
            </a:xfrm>
            <a:custGeom>
              <a:avLst/>
              <a:gdLst/>
              <a:ahLst/>
              <a:cxnLst/>
              <a:rect l="l" t="t" r="r" b="b"/>
              <a:pathLst>
                <a:path w="5821" h="5570" extrusionOk="0">
                  <a:moveTo>
                    <a:pt x="1050" y="754"/>
                  </a:moveTo>
                  <a:cubicBezTo>
                    <a:pt x="23" y="1781"/>
                    <a:pt x="0" y="3447"/>
                    <a:pt x="1027" y="4497"/>
                  </a:cubicBezTo>
                  <a:lnTo>
                    <a:pt x="1027" y="4497"/>
                  </a:lnTo>
                  <a:cubicBezTo>
                    <a:pt x="2032" y="5547"/>
                    <a:pt x="3721" y="5570"/>
                    <a:pt x="4771" y="4543"/>
                  </a:cubicBezTo>
                  <a:lnTo>
                    <a:pt x="4771" y="4543"/>
                  </a:lnTo>
                  <a:cubicBezTo>
                    <a:pt x="5798" y="3515"/>
                    <a:pt x="5821" y="1849"/>
                    <a:pt x="4793" y="799"/>
                  </a:cubicBezTo>
                  <a:lnTo>
                    <a:pt x="4793" y="799"/>
                  </a:lnTo>
                  <a:cubicBezTo>
                    <a:pt x="4291" y="274"/>
                    <a:pt x="3584" y="0"/>
                    <a:pt x="2899" y="0"/>
                  </a:cubicBezTo>
                  <a:lnTo>
                    <a:pt x="2899" y="0"/>
                  </a:lnTo>
                  <a:cubicBezTo>
                    <a:pt x="2237" y="0"/>
                    <a:pt x="1575" y="251"/>
                    <a:pt x="1050" y="754"/>
                  </a:cubicBezTo>
                  <a:close/>
                  <a:moveTo>
                    <a:pt x="1256" y="4269"/>
                  </a:moveTo>
                  <a:cubicBezTo>
                    <a:pt x="365" y="3356"/>
                    <a:pt x="388" y="1895"/>
                    <a:pt x="1301" y="1005"/>
                  </a:cubicBezTo>
                  <a:lnTo>
                    <a:pt x="1301" y="1005"/>
                  </a:lnTo>
                  <a:cubicBezTo>
                    <a:pt x="2191" y="114"/>
                    <a:pt x="3675" y="114"/>
                    <a:pt x="4565" y="1028"/>
                  </a:cubicBezTo>
                  <a:lnTo>
                    <a:pt x="4565" y="1028"/>
                  </a:lnTo>
                  <a:cubicBezTo>
                    <a:pt x="5455" y="1941"/>
                    <a:pt x="5433" y="3401"/>
                    <a:pt x="4520" y="4292"/>
                  </a:cubicBezTo>
                  <a:lnTo>
                    <a:pt x="4520" y="4292"/>
                  </a:lnTo>
                  <a:cubicBezTo>
                    <a:pt x="4086" y="4748"/>
                    <a:pt x="3492" y="4953"/>
                    <a:pt x="2899" y="4953"/>
                  </a:cubicBezTo>
                  <a:lnTo>
                    <a:pt x="2899" y="4953"/>
                  </a:lnTo>
                  <a:cubicBezTo>
                    <a:pt x="2305" y="4953"/>
                    <a:pt x="1712" y="4725"/>
                    <a:pt x="1256" y="426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8"/>
            <p:cNvSpPr/>
            <p:nvPr/>
          </p:nvSpPr>
          <p:spPr>
            <a:xfrm>
              <a:off x="1034581" y="3294603"/>
              <a:ext cx="99891" cy="95190"/>
            </a:xfrm>
            <a:custGeom>
              <a:avLst/>
              <a:gdLst/>
              <a:ahLst/>
              <a:cxnLst/>
              <a:rect l="l" t="t" r="r" b="b"/>
              <a:pathLst>
                <a:path w="5822" h="5548" extrusionOk="0">
                  <a:moveTo>
                    <a:pt x="1051" y="754"/>
                  </a:moveTo>
                  <a:cubicBezTo>
                    <a:pt x="24" y="1781"/>
                    <a:pt x="1" y="3447"/>
                    <a:pt x="1028" y="4497"/>
                  </a:cubicBezTo>
                  <a:lnTo>
                    <a:pt x="1028" y="4497"/>
                  </a:lnTo>
                  <a:cubicBezTo>
                    <a:pt x="2032" y="5547"/>
                    <a:pt x="3721" y="5547"/>
                    <a:pt x="4748" y="4543"/>
                  </a:cubicBezTo>
                  <a:lnTo>
                    <a:pt x="4748" y="4543"/>
                  </a:lnTo>
                  <a:cubicBezTo>
                    <a:pt x="5798" y="3516"/>
                    <a:pt x="5821" y="1827"/>
                    <a:pt x="4794" y="800"/>
                  </a:cubicBezTo>
                  <a:lnTo>
                    <a:pt x="4794" y="800"/>
                  </a:lnTo>
                  <a:cubicBezTo>
                    <a:pt x="4292" y="275"/>
                    <a:pt x="3584" y="1"/>
                    <a:pt x="2900" y="1"/>
                  </a:cubicBezTo>
                  <a:lnTo>
                    <a:pt x="2900" y="1"/>
                  </a:lnTo>
                  <a:cubicBezTo>
                    <a:pt x="2238" y="1"/>
                    <a:pt x="1576" y="252"/>
                    <a:pt x="1051" y="754"/>
                  </a:cubicBezTo>
                  <a:close/>
                  <a:moveTo>
                    <a:pt x="1256" y="4269"/>
                  </a:moveTo>
                  <a:cubicBezTo>
                    <a:pt x="366" y="3356"/>
                    <a:pt x="389" y="1872"/>
                    <a:pt x="1302" y="982"/>
                  </a:cubicBezTo>
                  <a:lnTo>
                    <a:pt x="1302" y="982"/>
                  </a:lnTo>
                  <a:cubicBezTo>
                    <a:pt x="2192" y="92"/>
                    <a:pt x="3676" y="115"/>
                    <a:pt x="4566" y="1028"/>
                  </a:cubicBezTo>
                  <a:lnTo>
                    <a:pt x="4566" y="1028"/>
                  </a:lnTo>
                  <a:cubicBezTo>
                    <a:pt x="5456" y="1941"/>
                    <a:pt x="5433" y="3402"/>
                    <a:pt x="4520" y="4292"/>
                  </a:cubicBezTo>
                  <a:lnTo>
                    <a:pt x="4520" y="4292"/>
                  </a:lnTo>
                  <a:cubicBezTo>
                    <a:pt x="4087" y="4725"/>
                    <a:pt x="3493" y="4954"/>
                    <a:pt x="2900" y="4954"/>
                  </a:cubicBezTo>
                  <a:lnTo>
                    <a:pt x="2900" y="4954"/>
                  </a:lnTo>
                  <a:cubicBezTo>
                    <a:pt x="2306" y="4954"/>
                    <a:pt x="1713" y="4725"/>
                    <a:pt x="1256" y="426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8"/>
            <p:cNvSpPr/>
            <p:nvPr/>
          </p:nvSpPr>
          <p:spPr>
            <a:xfrm>
              <a:off x="1233915" y="3450478"/>
              <a:ext cx="133571" cy="45828"/>
            </a:xfrm>
            <a:custGeom>
              <a:avLst/>
              <a:gdLst/>
              <a:ahLst/>
              <a:cxnLst/>
              <a:rect l="l" t="t" r="r" b="b"/>
              <a:pathLst>
                <a:path w="7785" h="2671" extrusionOk="0">
                  <a:moveTo>
                    <a:pt x="5182" y="2328"/>
                  </a:moveTo>
                  <a:lnTo>
                    <a:pt x="1" y="2283"/>
                  </a:lnTo>
                  <a:lnTo>
                    <a:pt x="1" y="2625"/>
                  </a:lnTo>
                  <a:lnTo>
                    <a:pt x="5251" y="2671"/>
                  </a:lnTo>
                  <a:lnTo>
                    <a:pt x="5319" y="2671"/>
                  </a:lnTo>
                  <a:lnTo>
                    <a:pt x="7784" y="251"/>
                  </a:lnTo>
                  <a:lnTo>
                    <a:pt x="7556"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8"/>
            <p:cNvSpPr/>
            <p:nvPr/>
          </p:nvSpPr>
          <p:spPr>
            <a:xfrm>
              <a:off x="1322429" y="4312430"/>
              <a:ext cx="353650" cy="143746"/>
            </a:xfrm>
            <a:custGeom>
              <a:avLst/>
              <a:gdLst/>
              <a:ahLst/>
              <a:cxnLst/>
              <a:rect l="l" t="t" r="r" b="b"/>
              <a:pathLst>
                <a:path w="20612" h="8378" extrusionOk="0">
                  <a:moveTo>
                    <a:pt x="0" y="8149"/>
                  </a:moveTo>
                  <a:lnTo>
                    <a:pt x="251" y="8377"/>
                  </a:lnTo>
                  <a:lnTo>
                    <a:pt x="8446" y="343"/>
                  </a:lnTo>
                  <a:lnTo>
                    <a:pt x="20612" y="480"/>
                  </a:lnTo>
                  <a:lnTo>
                    <a:pt x="20612" y="137"/>
                  </a:lnTo>
                  <a:lnTo>
                    <a:pt x="8400" y="0"/>
                  </a:lnTo>
                  <a:lnTo>
                    <a:pt x="833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8"/>
            <p:cNvSpPr/>
            <p:nvPr/>
          </p:nvSpPr>
          <p:spPr>
            <a:xfrm>
              <a:off x="1248413" y="4436186"/>
              <a:ext cx="99874" cy="95173"/>
            </a:xfrm>
            <a:custGeom>
              <a:avLst/>
              <a:gdLst/>
              <a:ahLst/>
              <a:cxnLst/>
              <a:rect l="l" t="t" r="r" b="b"/>
              <a:pathLst>
                <a:path w="5821" h="5547" extrusionOk="0">
                  <a:moveTo>
                    <a:pt x="1050" y="754"/>
                  </a:moveTo>
                  <a:cubicBezTo>
                    <a:pt x="23" y="1758"/>
                    <a:pt x="0" y="3447"/>
                    <a:pt x="1028" y="4474"/>
                  </a:cubicBezTo>
                  <a:lnTo>
                    <a:pt x="1028" y="4474"/>
                  </a:lnTo>
                  <a:cubicBezTo>
                    <a:pt x="2032" y="5524"/>
                    <a:pt x="3721" y="5547"/>
                    <a:pt x="4748" y="4520"/>
                  </a:cubicBezTo>
                  <a:lnTo>
                    <a:pt x="4748" y="4520"/>
                  </a:lnTo>
                  <a:cubicBezTo>
                    <a:pt x="5798" y="3493"/>
                    <a:pt x="5821" y="1826"/>
                    <a:pt x="4794" y="799"/>
                  </a:cubicBezTo>
                  <a:lnTo>
                    <a:pt x="4794" y="799"/>
                  </a:lnTo>
                  <a:cubicBezTo>
                    <a:pt x="4269" y="251"/>
                    <a:pt x="3584" y="0"/>
                    <a:pt x="2899" y="0"/>
                  </a:cubicBezTo>
                  <a:lnTo>
                    <a:pt x="2899" y="0"/>
                  </a:lnTo>
                  <a:cubicBezTo>
                    <a:pt x="2237" y="0"/>
                    <a:pt x="1575" y="251"/>
                    <a:pt x="1050" y="754"/>
                  </a:cubicBezTo>
                  <a:close/>
                  <a:moveTo>
                    <a:pt x="1256" y="4246"/>
                  </a:moveTo>
                  <a:cubicBezTo>
                    <a:pt x="366" y="3333"/>
                    <a:pt x="388" y="1872"/>
                    <a:pt x="1301" y="982"/>
                  </a:cubicBezTo>
                  <a:lnTo>
                    <a:pt x="1301" y="982"/>
                  </a:lnTo>
                  <a:cubicBezTo>
                    <a:pt x="2192" y="92"/>
                    <a:pt x="3675" y="114"/>
                    <a:pt x="4543" y="1027"/>
                  </a:cubicBezTo>
                  <a:lnTo>
                    <a:pt x="4543" y="1027"/>
                  </a:lnTo>
                  <a:cubicBezTo>
                    <a:pt x="5433" y="1940"/>
                    <a:pt x="5433" y="3401"/>
                    <a:pt x="4520" y="4291"/>
                  </a:cubicBezTo>
                  <a:lnTo>
                    <a:pt x="4520" y="4291"/>
                  </a:lnTo>
                  <a:cubicBezTo>
                    <a:pt x="4063" y="4725"/>
                    <a:pt x="3493" y="4931"/>
                    <a:pt x="2899" y="4931"/>
                  </a:cubicBezTo>
                  <a:lnTo>
                    <a:pt x="2899" y="4931"/>
                  </a:lnTo>
                  <a:cubicBezTo>
                    <a:pt x="2306" y="4931"/>
                    <a:pt x="1712" y="4702"/>
                    <a:pt x="1256" y="424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8"/>
            <p:cNvSpPr/>
            <p:nvPr/>
          </p:nvSpPr>
          <p:spPr>
            <a:xfrm>
              <a:off x="1753215" y="4347672"/>
              <a:ext cx="55230" cy="52502"/>
            </a:xfrm>
            <a:custGeom>
              <a:avLst/>
              <a:gdLst/>
              <a:ahLst/>
              <a:cxnLst/>
              <a:rect l="l" t="t" r="r" b="b"/>
              <a:pathLst>
                <a:path w="3219" h="3060" extrusionOk="0">
                  <a:moveTo>
                    <a:pt x="594" y="412"/>
                  </a:moveTo>
                  <a:cubicBezTo>
                    <a:pt x="23" y="959"/>
                    <a:pt x="0" y="1895"/>
                    <a:pt x="571" y="2466"/>
                  </a:cubicBezTo>
                  <a:lnTo>
                    <a:pt x="571" y="2466"/>
                  </a:lnTo>
                  <a:cubicBezTo>
                    <a:pt x="1142" y="3059"/>
                    <a:pt x="2055" y="3059"/>
                    <a:pt x="2648" y="2489"/>
                  </a:cubicBezTo>
                  <a:lnTo>
                    <a:pt x="2648" y="2489"/>
                  </a:lnTo>
                  <a:cubicBezTo>
                    <a:pt x="3219" y="1941"/>
                    <a:pt x="3219" y="1005"/>
                    <a:pt x="2671" y="434"/>
                  </a:cubicBezTo>
                  <a:lnTo>
                    <a:pt x="2671" y="434"/>
                  </a:lnTo>
                  <a:cubicBezTo>
                    <a:pt x="2374" y="138"/>
                    <a:pt x="2009" y="1"/>
                    <a:pt x="1621" y="1"/>
                  </a:cubicBezTo>
                  <a:lnTo>
                    <a:pt x="1621" y="1"/>
                  </a:lnTo>
                  <a:cubicBezTo>
                    <a:pt x="1256" y="1"/>
                    <a:pt x="890" y="138"/>
                    <a:pt x="594" y="412"/>
                  </a:cubicBezTo>
                  <a:close/>
                  <a:moveTo>
                    <a:pt x="822" y="2238"/>
                  </a:moveTo>
                  <a:cubicBezTo>
                    <a:pt x="388" y="1804"/>
                    <a:pt x="388" y="1074"/>
                    <a:pt x="822" y="640"/>
                  </a:cubicBezTo>
                  <a:lnTo>
                    <a:pt x="822" y="640"/>
                  </a:lnTo>
                  <a:cubicBezTo>
                    <a:pt x="1278" y="206"/>
                    <a:pt x="1986" y="206"/>
                    <a:pt x="2420" y="663"/>
                  </a:cubicBezTo>
                  <a:lnTo>
                    <a:pt x="2420" y="663"/>
                  </a:lnTo>
                  <a:cubicBezTo>
                    <a:pt x="2853" y="1096"/>
                    <a:pt x="2853" y="1827"/>
                    <a:pt x="2397" y="2260"/>
                  </a:cubicBezTo>
                  <a:lnTo>
                    <a:pt x="2397" y="2260"/>
                  </a:lnTo>
                  <a:cubicBezTo>
                    <a:pt x="2191" y="2466"/>
                    <a:pt x="1895" y="2580"/>
                    <a:pt x="1621" y="2580"/>
                  </a:cubicBezTo>
                  <a:lnTo>
                    <a:pt x="1621" y="2580"/>
                  </a:lnTo>
                  <a:cubicBezTo>
                    <a:pt x="1324" y="2580"/>
                    <a:pt x="1027" y="2466"/>
                    <a:pt x="822" y="2238"/>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8"/>
            <p:cNvSpPr/>
            <p:nvPr/>
          </p:nvSpPr>
          <p:spPr>
            <a:xfrm>
              <a:off x="1757916" y="4275233"/>
              <a:ext cx="55230" cy="52879"/>
            </a:xfrm>
            <a:custGeom>
              <a:avLst/>
              <a:gdLst/>
              <a:ahLst/>
              <a:cxnLst/>
              <a:rect l="l" t="t" r="r" b="b"/>
              <a:pathLst>
                <a:path w="3219" h="3082" extrusionOk="0">
                  <a:moveTo>
                    <a:pt x="594" y="434"/>
                  </a:moveTo>
                  <a:cubicBezTo>
                    <a:pt x="23" y="982"/>
                    <a:pt x="0" y="1917"/>
                    <a:pt x="571" y="2488"/>
                  </a:cubicBezTo>
                  <a:lnTo>
                    <a:pt x="571" y="2488"/>
                  </a:lnTo>
                  <a:cubicBezTo>
                    <a:pt x="1141" y="3059"/>
                    <a:pt x="2054" y="3082"/>
                    <a:pt x="2648" y="2511"/>
                  </a:cubicBezTo>
                  <a:lnTo>
                    <a:pt x="2648" y="2511"/>
                  </a:lnTo>
                  <a:cubicBezTo>
                    <a:pt x="3219" y="1940"/>
                    <a:pt x="3219" y="1027"/>
                    <a:pt x="2648" y="457"/>
                  </a:cubicBezTo>
                  <a:lnTo>
                    <a:pt x="2648" y="457"/>
                  </a:lnTo>
                  <a:cubicBezTo>
                    <a:pt x="2374" y="160"/>
                    <a:pt x="1986" y="0"/>
                    <a:pt x="1621" y="0"/>
                  </a:cubicBezTo>
                  <a:lnTo>
                    <a:pt x="1621" y="0"/>
                  </a:lnTo>
                  <a:cubicBezTo>
                    <a:pt x="1256" y="0"/>
                    <a:pt x="868" y="137"/>
                    <a:pt x="594" y="434"/>
                  </a:cubicBezTo>
                  <a:moveTo>
                    <a:pt x="799" y="2260"/>
                  </a:moveTo>
                  <a:cubicBezTo>
                    <a:pt x="365" y="1803"/>
                    <a:pt x="388" y="1096"/>
                    <a:pt x="822" y="662"/>
                  </a:cubicBezTo>
                  <a:lnTo>
                    <a:pt x="822" y="662"/>
                  </a:lnTo>
                  <a:cubicBezTo>
                    <a:pt x="1278" y="228"/>
                    <a:pt x="1986" y="228"/>
                    <a:pt x="2420" y="685"/>
                  </a:cubicBezTo>
                  <a:lnTo>
                    <a:pt x="2420" y="685"/>
                  </a:lnTo>
                  <a:cubicBezTo>
                    <a:pt x="2853" y="1119"/>
                    <a:pt x="2853" y="1849"/>
                    <a:pt x="2397" y="2283"/>
                  </a:cubicBezTo>
                  <a:lnTo>
                    <a:pt x="2397" y="2283"/>
                  </a:lnTo>
                  <a:cubicBezTo>
                    <a:pt x="2191" y="2488"/>
                    <a:pt x="1895" y="2602"/>
                    <a:pt x="1621" y="2602"/>
                  </a:cubicBezTo>
                  <a:lnTo>
                    <a:pt x="1621" y="2602"/>
                  </a:lnTo>
                  <a:cubicBezTo>
                    <a:pt x="1324" y="2602"/>
                    <a:pt x="1027" y="2488"/>
                    <a:pt x="799" y="226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8"/>
            <p:cNvSpPr/>
            <p:nvPr/>
          </p:nvSpPr>
          <p:spPr>
            <a:xfrm>
              <a:off x="1761039" y="4306562"/>
              <a:ext cx="90489" cy="247909"/>
            </a:xfrm>
            <a:custGeom>
              <a:avLst/>
              <a:gdLst/>
              <a:ahLst/>
              <a:cxnLst/>
              <a:rect l="l" t="t" r="r" b="b"/>
              <a:pathLst>
                <a:path w="5274" h="14449" extrusionOk="0">
                  <a:moveTo>
                    <a:pt x="4840" y="9495"/>
                  </a:moveTo>
                  <a:lnTo>
                    <a:pt x="1" y="14220"/>
                  </a:lnTo>
                  <a:lnTo>
                    <a:pt x="252" y="14449"/>
                  </a:lnTo>
                  <a:lnTo>
                    <a:pt x="5159" y="9632"/>
                  </a:lnTo>
                  <a:lnTo>
                    <a:pt x="5273" y="0"/>
                  </a:lnTo>
                  <a:lnTo>
                    <a:pt x="4931"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8"/>
            <p:cNvSpPr/>
            <p:nvPr/>
          </p:nvSpPr>
          <p:spPr>
            <a:xfrm>
              <a:off x="1764968" y="4337103"/>
              <a:ext cx="54835" cy="146868"/>
            </a:xfrm>
            <a:custGeom>
              <a:avLst/>
              <a:gdLst/>
              <a:ahLst/>
              <a:cxnLst/>
              <a:rect l="l" t="t" r="r" b="b"/>
              <a:pathLst>
                <a:path w="3196" h="8560" extrusionOk="0">
                  <a:moveTo>
                    <a:pt x="2808" y="5570"/>
                  </a:moveTo>
                  <a:lnTo>
                    <a:pt x="0" y="8309"/>
                  </a:lnTo>
                  <a:lnTo>
                    <a:pt x="228" y="8560"/>
                  </a:lnTo>
                  <a:lnTo>
                    <a:pt x="3150" y="5707"/>
                  </a:lnTo>
                  <a:lnTo>
                    <a:pt x="3196" y="0"/>
                  </a:lnTo>
                  <a:lnTo>
                    <a:pt x="2876"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8"/>
            <p:cNvSpPr/>
            <p:nvPr/>
          </p:nvSpPr>
          <p:spPr>
            <a:xfrm>
              <a:off x="1719930" y="4542699"/>
              <a:ext cx="54835" cy="52897"/>
            </a:xfrm>
            <a:custGeom>
              <a:avLst/>
              <a:gdLst/>
              <a:ahLst/>
              <a:cxnLst/>
              <a:rect l="l" t="t" r="r" b="b"/>
              <a:pathLst>
                <a:path w="3196" h="3083" extrusionOk="0">
                  <a:moveTo>
                    <a:pt x="571" y="434"/>
                  </a:moveTo>
                  <a:cubicBezTo>
                    <a:pt x="0" y="982"/>
                    <a:pt x="0" y="1918"/>
                    <a:pt x="548" y="2489"/>
                  </a:cubicBezTo>
                  <a:lnTo>
                    <a:pt x="548" y="2489"/>
                  </a:lnTo>
                  <a:cubicBezTo>
                    <a:pt x="1119" y="3059"/>
                    <a:pt x="2054" y="3082"/>
                    <a:pt x="2625" y="2512"/>
                  </a:cubicBezTo>
                  <a:lnTo>
                    <a:pt x="2625" y="2512"/>
                  </a:lnTo>
                  <a:cubicBezTo>
                    <a:pt x="3196" y="1941"/>
                    <a:pt x="3196" y="1028"/>
                    <a:pt x="2648" y="457"/>
                  </a:cubicBezTo>
                  <a:lnTo>
                    <a:pt x="2648" y="457"/>
                  </a:lnTo>
                  <a:cubicBezTo>
                    <a:pt x="2351" y="161"/>
                    <a:pt x="1986" y="1"/>
                    <a:pt x="1598" y="1"/>
                  </a:cubicBezTo>
                  <a:lnTo>
                    <a:pt x="1598" y="1"/>
                  </a:lnTo>
                  <a:cubicBezTo>
                    <a:pt x="1233" y="1"/>
                    <a:pt x="867" y="161"/>
                    <a:pt x="571" y="434"/>
                  </a:cubicBezTo>
                  <a:close/>
                  <a:moveTo>
                    <a:pt x="799" y="2260"/>
                  </a:moveTo>
                  <a:cubicBezTo>
                    <a:pt x="365" y="1827"/>
                    <a:pt x="365" y="1096"/>
                    <a:pt x="799" y="663"/>
                  </a:cubicBezTo>
                  <a:lnTo>
                    <a:pt x="799" y="663"/>
                  </a:lnTo>
                  <a:cubicBezTo>
                    <a:pt x="1255" y="229"/>
                    <a:pt x="1963" y="229"/>
                    <a:pt x="2397" y="686"/>
                  </a:cubicBezTo>
                  <a:lnTo>
                    <a:pt x="2397" y="686"/>
                  </a:lnTo>
                  <a:cubicBezTo>
                    <a:pt x="2830" y="1119"/>
                    <a:pt x="2830" y="1850"/>
                    <a:pt x="2397" y="2283"/>
                  </a:cubicBezTo>
                  <a:lnTo>
                    <a:pt x="2397" y="2283"/>
                  </a:lnTo>
                  <a:cubicBezTo>
                    <a:pt x="2169" y="2489"/>
                    <a:pt x="1872" y="2603"/>
                    <a:pt x="1598" y="2603"/>
                  </a:cubicBezTo>
                  <a:lnTo>
                    <a:pt x="1598" y="2603"/>
                  </a:lnTo>
                  <a:cubicBezTo>
                    <a:pt x="1301" y="2603"/>
                    <a:pt x="1004" y="2489"/>
                    <a:pt x="799" y="226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8"/>
            <p:cNvSpPr/>
            <p:nvPr/>
          </p:nvSpPr>
          <p:spPr>
            <a:xfrm>
              <a:off x="1724237" y="4470638"/>
              <a:ext cx="55230" cy="52897"/>
            </a:xfrm>
            <a:custGeom>
              <a:avLst/>
              <a:gdLst/>
              <a:ahLst/>
              <a:cxnLst/>
              <a:rect l="l" t="t" r="r" b="b"/>
              <a:pathLst>
                <a:path w="3219" h="3083" extrusionOk="0">
                  <a:moveTo>
                    <a:pt x="594" y="435"/>
                  </a:moveTo>
                  <a:cubicBezTo>
                    <a:pt x="23" y="982"/>
                    <a:pt x="0" y="1918"/>
                    <a:pt x="571" y="2489"/>
                  </a:cubicBezTo>
                  <a:lnTo>
                    <a:pt x="571" y="2489"/>
                  </a:lnTo>
                  <a:cubicBezTo>
                    <a:pt x="1141" y="3059"/>
                    <a:pt x="2054" y="3082"/>
                    <a:pt x="2648" y="2512"/>
                  </a:cubicBezTo>
                  <a:lnTo>
                    <a:pt x="2648" y="2512"/>
                  </a:lnTo>
                  <a:cubicBezTo>
                    <a:pt x="3219" y="1941"/>
                    <a:pt x="3219" y="1028"/>
                    <a:pt x="2671" y="435"/>
                  </a:cubicBezTo>
                  <a:lnTo>
                    <a:pt x="2671" y="435"/>
                  </a:lnTo>
                  <a:cubicBezTo>
                    <a:pt x="2374" y="161"/>
                    <a:pt x="1986" y="1"/>
                    <a:pt x="1621" y="1"/>
                  </a:cubicBezTo>
                  <a:lnTo>
                    <a:pt x="1621" y="1"/>
                  </a:lnTo>
                  <a:cubicBezTo>
                    <a:pt x="1256" y="1"/>
                    <a:pt x="868" y="138"/>
                    <a:pt x="594" y="435"/>
                  </a:cubicBezTo>
                  <a:moveTo>
                    <a:pt x="822" y="2261"/>
                  </a:moveTo>
                  <a:cubicBezTo>
                    <a:pt x="365" y="1804"/>
                    <a:pt x="388" y="1097"/>
                    <a:pt x="822" y="663"/>
                  </a:cubicBezTo>
                  <a:lnTo>
                    <a:pt x="822" y="663"/>
                  </a:lnTo>
                  <a:cubicBezTo>
                    <a:pt x="1278" y="229"/>
                    <a:pt x="1986" y="229"/>
                    <a:pt x="2420" y="686"/>
                  </a:cubicBezTo>
                  <a:lnTo>
                    <a:pt x="2420" y="686"/>
                  </a:lnTo>
                  <a:cubicBezTo>
                    <a:pt x="2853" y="1119"/>
                    <a:pt x="2853" y="1850"/>
                    <a:pt x="2397" y="2283"/>
                  </a:cubicBezTo>
                  <a:lnTo>
                    <a:pt x="2397" y="2283"/>
                  </a:lnTo>
                  <a:cubicBezTo>
                    <a:pt x="2191" y="2489"/>
                    <a:pt x="1895" y="2603"/>
                    <a:pt x="1621" y="2603"/>
                  </a:cubicBezTo>
                  <a:lnTo>
                    <a:pt x="1621" y="2603"/>
                  </a:lnTo>
                  <a:cubicBezTo>
                    <a:pt x="1324" y="2603"/>
                    <a:pt x="1027" y="2489"/>
                    <a:pt x="822" y="2261"/>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8"/>
            <p:cNvSpPr/>
            <p:nvPr/>
          </p:nvSpPr>
          <p:spPr>
            <a:xfrm>
              <a:off x="1851904" y="4372738"/>
              <a:ext cx="54835" cy="52502"/>
            </a:xfrm>
            <a:custGeom>
              <a:avLst/>
              <a:gdLst/>
              <a:ahLst/>
              <a:cxnLst/>
              <a:rect l="l" t="t" r="r" b="b"/>
              <a:pathLst>
                <a:path w="3196" h="3060" extrusionOk="0">
                  <a:moveTo>
                    <a:pt x="571" y="411"/>
                  </a:moveTo>
                  <a:cubicBezTo>
                    <a:pt x="0" y="982"/>
                    <a:pt x="0" y="1895"/>
                    <a:pt x="548" y="2489"/>
                  </a:cubicBezTo>
                  <a:lnTo>
                    <a:pt x="548" y="2489"/>
                  </a:lnTo>
                  <a:cubicBezTo>
                    <a:pt x="1119" y="3059"/>
                    <a:pt x="2055" y="3059"/>
                    <a:pt x="2625" y="2511"/>
                  </a:cubicBezTo>
                  <a:lnTo>
                    <a:pt x="2625" y="2511"/>
                  </a:lnTo>
                  <a:cubicBezTo>
                    <a:pt x="3196" y="1941"/>
                    <a:pt x="3196" y="1005"/>
                    <a:pt x="2648" y="434"/>
                  </a:cubicBezTo>
                  <a:lnTo>
                    <a:pt x="2648" y="434"/>
                  </a:lnTo>
                  <a:cubicBezTo>
                    <a:pt x="2351" y="138"/>
                    <a:pt x="1986" y="1"/>
                    <a:pt x="1598" y="1"/>
                  </a:cubicBezTo>
                  <a:lnTo>
                    <a:pt x="1598" y="1"/>
                  </a:lnTo>
                  <a:cubicBezTo>
                    <a:pt x="1233" y="1"/>
                    <a:pt x="868" y="138"/>
                    <a:pt x="571" y="411"/>
                  </a:cubicBezTo>
                  <a:moveTo>
                    <a:pt x="799" y="2237"/>
                  </a:moveTo>
                  <a:cubicBezTo>
                    <a:pt x="365" y="1804"/>
                    <a:pt x="365" y="1096"/>
                    <a:pt x="799" y="663"/>
                  </a:cubicBezTo>
                  <a:lnTo>
                    <a:pt x="799" y="663"/>
                  </a:lnTo>
                  <a:cubicBezTo>
                    <a:pt x="1256" y="206"/>
                    <a:pt x="1963" y="229"/>
                    <a:pt x="2397" y="663"/>
                  </a:cubicBezTo>
                  <a:lnTo>
                    <a:pt x="2397" y="663"/>
                  </a:lnTo>
                  <a:cubicBezTo>
                    <a:pt x="2831" y="1119"/>
                    <a:pt x="2831" y="1827"/>
                    <a:pt x="2397" y="2260"/>
                  </a:cubicBezTo>
                  <a:lnTo>
                    <a:pt x="2397" y="2260"/>
                  </a:lnTo>
                  <a:cubicBezTo>
                    <a:pt x="2169" y="2466"/>
                    <a:pt x="1895" y="2580"/>
                    <a:pt x="1598" y="2580"/>
                  </a:cubicBezTo>
                  <a:lnTo>
                    <a:pt x="1598" y="2580"/>
                  </a:lnTo>
                  <a:cubicBezTo>
                    <a:pt x="1301" y="2580"/>
                    <a:pt x="1005" y="2466"/>
                    <a:pt x="799" y="2237"/>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8"/>
            <p:cNvSpPr/>
            <p:nvPr/>
          </p:nvSpPr>
          <p:spPr>
            <a:xfrm>
              <a:off x="2076305" y="3899264"/>
              <a:ext cx="136299" cy="410047"/>
            </a:xfrm>
            <a:custGeom>
              <a:avLst/>
              <a:gdLst/>
              <a:ahLst/>
              <a:cxnLst/>
              <a:rect l="l" t="t" r="r" b="b"/>
              <a:pathLst>
                <a:path w="7944" h="23899" extrusionOk="0">
                  <a:moveTo>
                    <a:pt x="4017" y="3607"/>
                  </a:moveTo>
                  <a:lnTo>
                    <a:pt x="3903" y="15248"/>
                  </a:lnTo>
                  <a:lnTo>
                    <a:pt x="69" y="19014"/>
                  </a:lnTo>
                  <a:lnTo>
                    <a:pt x="0" y="23876"/>
                  </a:lnTo>
                  <a:lnTo>
                    <a:pt x="343" y="23899"/>
                  </a:lnTo>
                  <a:lnTo>
                    <a:pt x="388" y="19174"/>
                  </a:lnTo>
                  <a:lnTo>
                    <a:pt x="4223" y="15408"/>
                  </a:lnTo>
                  <a:lnTo>
                    <a:pt x="4360" y="3744"/>
                  </a:lnTo>
                  <a:lnTo>
                    <a:pt x="7943" y="252"/>
                  </a:lnTo>
                  <a:lnTo>
                    <a:pt x="7715"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8"/>
            <p:cNvSpPr/>
            <p:nvPr/>
          </p:nvSpPr>
          <p:spPr>
            <a:xfrm>
              <a:off x="2065719" y="4370782"/>
              <a:ext cx="24690" cy="100663"/>
            </a:xfrm>
            <a:custGeom>
              <a:avLst/>
              <a:gdLst/>
              <a:ahLst/>
              <a:cxnLst/>
              <a:rect l="l" t="t" r="r" b="b"/>
              <a:pathLst>
                <a:path w="1439" h="5867" extrusionOk="0">
                  <a:moveTo>
                    <a:pt x="1051" y="4588"/>
                  </a:moveTo>
                  <a:lnTo>
                    <a:pt x="1" y="5638"/>
                  </a:lnTo>
                  <a:lnTo>
                    <a:pt x="229" y="5867"/>
                  </a:lnTo>
                  <a:lnTo>
                    <a:pt x="1393" y="4725"/>
                  </a:lnTo>
                  <a:lnTo>
                    <a:pt x="1439" y="0"/>
                  </a:lnTo>
                  <a:lnTo>
                    <a:pt x="1096"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8"/>
            <p:cNvSpPr/>
            <p:nvPr/>
          </p:nvSpPr>
          <p:spPr>
            <a:xfrm>
              <a:off x="2046142" y="4305773"/>
              <a:ext cx="77174" cy="73640"/>
            </a:xfrm>
            <a:custGeom>
              <a:avLst/>
              <a:gdLst/>
              <a:ahLst/>
              <a:cxnLst/>
              <a:rect l="l" t="t" r="r" b="b"/>
              <a:pathLst>
                <a:path w="4498" h="4292" extrusionOk="0">
                  <a:moveTo>
                    <a:pt x="822" y="594"/>
                  </a:moveTo>
                  <a:cubicBezTo>
                    <a:pt x="23" y="1370"/>
                    <a:pt x="1" y="2671"/>
                    <a:pt x="799" y="3470"/>
                  </a:cubicBezTo>
                  <a:lnTo>
                    <a:pt x="799" y="3470"/>
                  </a:lnTo>
                  <a:cubicBezTo>
                    <a:pt x="1576" y="4292"/>
                    <a:pt x="2877" y="4292"/>
                    <a:pt x="3698" y="3516"/>
                  </a:cubicBezTo>
                  <a:lnTo>
                    <a:pt x="3698" y="3516"/>
                  </a:lnTo>
                  <a:cubicBezTo>
                    <a:pt x="4497" y="2717"/>
                    <a:pt x="4497" y="1416"/>
                    <a:pt x="3721" y="617"/>
                  </a:cubicBezTo>
                  <a:lnTo>
                    <a:pt x="3721" y="617"/>
                  </a:lnTo>
                  <a:cubicBezTo>
                    <a:pt x="3310" y="206"/>
                    <a:pt x="2785" y="0"/>
                    <a:pt x="2260" y="0"/>
                  </a:cubicBezTo>
                  <a:lnTo>
                    <a:pt x="2260" y="0"/>
                  </a:lnTo>
                  <a:cubicBezTo>
                    <a:pt x="1735" y="0"/>
                    <a:pt x="1210" y="206"/>
                    <a:pt x="822" y="594"/>
                  </a:cubicBezTo>
                  <a:moveTo>
                    <a:pt x="1028" y="3242"/>
                  </a:moveTo>
                  <a:cubicBezTo>
                    <a:pt x="366" y="2580"/>
                    <a:pt x="389" y="1484"/>
                    <a:pt x="1051" y="822"/>
                  </a:cubicBezTo>
                  <a:lnTo>
                    <a:pt x="1051" y="822"/>
                  </a:lnTo>
                  <a:cubicBezTo>
                    <a:pt x="1735" y="160"/>
                    <a:pt x="2808" y="183"/>
                    <a:pt x="3470" y="845"/>
                  </a:cubicBezTo>
                  <a:lnTo>
                    <a:pt x="3470" y="845"/>
                  </a:lnTo>
                  <a:cubicBezTo>
                    <a:pt x="4132" y="1530"/>
                    <a:pt x="4132" y="2603"/>
                    <a:pt x="3447" y="3264"/>
                  </a:cubicBezTo>
                  <a:lnTo>
                    <a:pt x="3447" y="3264"/>
                  </a:lnTo>
                  <a:cubicBezTo>
                    <a:pt x="3128" y="3607"/>
                    <a:pt x="2694" y="3767"/>
                    <a:pt x="2260" y="3767"/>
                  </a:cubicBezTo>
                  <a:lnTo>
                    <a:pt x="2260" y="3767"/>
                  </a:lnTo>
                  <a:cubicBezTo>
                    <a:pt x="1804" y="3767"/>
                    <a:pt x="1370" y="3584"/>
                    <a:pt x="1028" y="3242"/>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8"/>
            <p:cNvSpPr/>
            <p:nvPr/>
          </p:nvSpPr>
          <p:spPr>
            <a:xfrm>
              <a:off x="2025776" y="4460464"/>
              <a:ext cx="52897" cy="50151"/>
            </a:xfrm>
            <a:custGeom>
              <a:avLst/>
              <a:gdLst/>
              <a:ahLst/>
              <a:cxnLst/>
              <a:rect l="l" t="t" r="r" b="b"/>
              <a:pathLst>
                <a:path w="3083" h="2923" extrusionOk="0">
                  <a:moveTo>
                    <a:pt x="571" y="388"/>
                  </a:moveTo>
                  <a:cubicBezTo>
                    <a:pt x="23" y="936"/>
                    <a:pt x="1" y="1826"/>
                    <a:pt x="548" y="2374"/>
                  </a:cubicBezTo>
                  <a:lnTo>
                    <a:pt x="548" y="2374"/>
                  </a:lnTo>
                  <a:cubicBezTo>
                    <a:pt x="1096" y="2922"/>
                    <a:pt x="1964" y="2922"/>
                    <a:pt x="2534" y="2397"/>
                  </a:cubicBezTo>
                  <a:lnTo>
                    <a:pt x="2534" y="2397"/>
                  </a:lnTo>
                  <a:cubicBezTo>
                    <a:pt x="3082" y="1849"/>
                    <a:pt x="3082" y="959"/>
                    <a:pt x="2534" y="411"/>
                  </a:cubicBezTo>
                  <a:lnTo>
                    <a:pt x="2534" y="411"/>
                  </a:lnTo>
                  <a:cubicBezTo>
                    <a:pt x="2260" y="137"/>
                    <a:pt x="1918" y="0"/>
                    <a:pt x="1553" y="0"/>
                  </a:cubicBezTo>
                  <a:lnTo>
                    <a:pt x="1553" y="0"/>
                  </a:lnTo>
                  <a:cubicBezTo>
                    <a:pt x="1188" y="0"/>
                    <a:pt x="845" y="137"/>
                    <a:pt x="571" y="388"/>
                  </a:cubicBezTo>
                  <a:close/>
                  <a:moveTo>
                    <a:pt x="777" y="2146"/>
                  </a:moveTo>
                  <a:cubicBezTo>
                    <a:pt x="366" y="1712"/>
                    <a:pt x="389" y="1050"/>
                    <a:pt x="800" y="640"/>
                  </a:cubicBezTo>
                  <a:lnTo>
                    <a:pt x="800" y="640"/>
                  </a:lnTo>
                  <a:cubicBezTo>
                    <a:pt x="1210" y="229"/>
                    <a:pt x="1895" y="229"/>
                    <a:pt x="2306" y="662"/>
                  </a:cubicBezTo>
                  <a:lnTo>
                    <a:pt x="2306" y="662"/>
                  </a:lnTo>
                  <a:cubicBezTo>
                    <a:pt x="2717" y="1073"/>
                    <a:pt x="2717" y="1735"/>
                    <a:pt x="2283" y="2146"/>
                  </a:cubicBezTo>
                  <a:lnTo>
                    <a:pt x="2283" y="2146"/>
                  </a:lnTo>
                  <a:cubicBezTo>
                    <a:pt x="2078" y="2351"/>
                    <a:pt x="1804" y="2466"/>
                    <a:pt x="1553" y="2466"/>
                  </a:cubicBezTo>
                  <a:lnTo>
                    <a:pt x="1553" y="2466"/>
                  </a:lnTo>
                  <a:cubicBezTo>
                    <a:pt x="1279" y="2466"/>
                    <a:pt x="1005" y="2351"/>
                    <a:pt x="777" y="214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8"/>
            <p:cNvSpPr/>
            <p:nvPr/>
          </p:nvSpPr>
          <p:spPr>
            <a:xfrm>
              <a:off x="1647080" y="3578918"/>
              <a:ext cx="456269" cy="149236"/>
            </a:xfrm>
            <a:custGeom>
              <a:avLst/>
              <a:gdLst/>
              <a:ahLst/>
              <a:cxnLst/>
              <a:rect l="l" t="t" r="r" b="b"/>
              <a:pathLst>
                <a:path w="26593" h="8698" extrusionOk="0">
                  <a:moveTo>
                    <a:pt x="17827" y="8355"/>
                  </a:moveTo>
                  <a:lnTo>
                    <a:pt x="1" y="8172"/>
                  </a:lnTo>
                  <a:lnTo>
                    <a:pt x="1" y="8515"/>
                  </a:lnTo>
                  <a:lnTo>
                    <a:pt x="17896" y="8697"/>
                  </a:lnTo>
                  <a:lnTo>
                    <a:pt x="17964" y="8697"/>
                  </a:lnTo>
                  <a:lnTo>
                    <a:pt x="26592" y="229"/>
                  </a:lnTo>
                  <a:lnTo>
                    <a:pt x="2636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8"/>
            <p:cNvSpPr/>
            <p:nvPr/>
          </p:nvSpPr>
          <p:spPr>
            <a:xfrm>
              <a:off x="1840151" y="3659198"/>
              <a:ext cx="282773" cy="127686"/>
            </a:xfrm>
            <a:custGeom>
              <a:avLst/>
              <a:gdLst/>
              <a:ahLst/>
              <a:cxnLst/>
              <a:rect l="l" t="t" r="r" b="b"/>
              <a:pathLst>
                <a:path w="16481" h="7442" extrusionOk="0">
                  <a:moveTo>
                    <a:pt x="8971" y="7122"/>
                  </a:moveTo>
                  <a:lnTo>
                    <a:pt x="0" y="7031"/>
                  </a:lnTo>
                  <a:lnTo>
                    <a:pt x="0" y="7351"/>
                  </a:lnTo>
                  <a:lnTo>
                    <a:pt x="9039" y="7442"/>
                  </a:lnTo>
                  <a:lnTo>
                    <a:pt x="9108" y="7442"/>
                  </a:lnTo>
                  <a:lnTo>
                    <a:pt x="16480" y="252"/>
                  </a:lnTo>
                  <a:lnTo>
                    <a:pt x="1622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8"/>
            <p:cNvSpPr/>
            <p:nvPr/>
          </p:nvSpPr>
          <p:spPr>
            <a:xfrm>
              <a:off x="1876182" y="3553851"/>
              <a:ext cx="176636" cy="173119"/>
            </a:xfrm>
            <a:custGeom>
              <a:avLst/>
              <a:gdLst/>
              <a:ahLst/>
              <a:cxnLst/>
              <a:rect l="l" t="t" r="r" b="b"/>
              <a:pathLst>
                <a:path w="10295" h="10090" extrusionOk="0">
                  <a:moveTo>
                    <a:pt x="0" y="9839"/>
                  </a:moveTo>
                  <a:lnTo>
                    <a:pt x="229" y="10090"/>
                  </a:lnTo>
                  <a:lnTo>
                    <a:pt x="10295" y="229"/>
                  </a:lnTo>
                  <a:lnTo>
                    <a:pt x="10066"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8"/>
            <p:cNvSpPr/>
            <p:nvPr/>
          </p:nvSpPr>
          <p:spPr>
            <a:xfrm>
              <a:off x="1383132" y="3496683"/>
              <a:ext cx="358746" cy="215807"/>
            </a:xfrm>
            <a:custGeom>
              <a:avLst/>
              <a:gdLst/>
              <a:ahLst/>
              <a:cxnLst/>
              <a:rect l="l" t="t" r="r" b="b"/>
              <a:pathLst>
                <a:path w="20909" h="12578" extrusionOk="0">
                  <a:moveTo>
                    <a:pt x="13399" y="7259"/>
                  </a:moveTo>
                  <a:lnTo>
                    <a:pt x="9861" y="7213"/>
                  </a:lnTo>
                  <a:lnTo>
                    <a:pt x="4725" y="12235"/>
                  </a:lnTo>
                  <a:lnTo>
                    <a:pt x="23" y="12189"/>
                  </a:lnTo>
                  <a:lnTo>
                    <a:pt x="0" y="12532"/>
                  </a:lnTo>
                  <a:lnTo>
                    <a:pt x="4862" y="12577"/>
                  </a:lnTo>
                  <a:lnTo>
                    <a:pt x="9998" y="7556"/>
                  </a:lnTo>
                  <a:lnTo>
                    <a:pt x="13536" y="7578"/>
                  </a:lnTo>
                  <a:lnTo>
                    <a:pt x="13604" y="7533"/>
                  </a:lnTo>
                  <a:cubicBezTo>
                    <a:pt x="16183" y="4839"/>
                    <a:pt x="20475" y="503"/>
                    <a:pt x="20908" y="320"/>
                  </a:cubicBezTo>
                  <a:lnTo>
                    <a:pt x="20908" y="320"/>
                  </a:lnTo>
                  <a:lnTo>
                    <a:pt x="20885" y="160"/>
                  </a:lnTo>
                  <a:lnTo>
                    <a:pt x="20885" y="0"/>
                  </a:lnTo>
                  <a:lnTo>
                    <a:pt x="20885" y="0"/>
                  </a:lnTo>
                  <a:lnTo>
                    <a:pt x="20885" y="0"/>
                  </a:lnTo>
                  <a:cubicBezTo>
                    <a:pt x="20429" y="0"/>
                    <a:pt x="16024" y="4520"/>
                    <a:pt x="13399" y="7259"/>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8"/>
            <p:cNvSpPr/>
            <p:nvPr/>
          </p:nvSpPr>
          <p:spPr>
            <a:xfrm>
              <a:off x="1296968" y="3753975"/>
              <a:ext cx="416704" cy="108504"/>
            </a:xfrm>
            <a:custGeom>
              <a:avLst/>
              <a:gdLst/>
              <a:ahLst/>
              <a:cxnLst/>
              <a:rect l="l" t="t" r="r" b="b"/>
              <a:pathLst>
                <a:path w="24287" h="6324" extrusionOk="0">
                  <a:moveTo>
                    <a:pt x="1" y="343"/>
                  </a:moveTo>
                  <a:lnTo>
                    <a:pt x="10409" y="457"/>
                  </a:lnTo>
                  <a:lnTo>
                    <a:pt x="16070" y="6232"/>
                  </a:lnTo>
                  <a:lnTo>
                    <a:pt x="24287" y="6323"/>
                  </a:lnTo>
                  <a:lnTo>
                    <a:pt x="24287" y="5981"/>
                  </a:lnTo>
                  <a:lnTo>
                    <a:pt x="16207" y="5912"/>
                  </a:lnTo>
                  <a:lnTo>
                    <a:pt x="10546" y="115"/>
                  </a:lnTo>
                  <a:lnTo>
                    <a:pt x="2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8"/>
            <p:cNvSpPr/>
            <p:nvPr/>
          </p:nvSpPr>
          <p:spPr>
            <a:xfrm>
              <a:off x="984465" y="3579313"/>
              <a:ext cx="271020" cy="209545"/>
            </a:xfrm>
            <a:custGeom>
              <a:avLst/>
              <a:gdLst/>
              <a:ahLst/>
              <a:cxnLst/>
              <a:rect l="l" t="t" r="r" b="b"/>
              <a:pathLst>
                <a:path w="15796" h="12213" extrusionOk="0">
                  <a:moveTo>
                    <a:pt x="0" y="252"/>
                  </a:moveTo>
                  <a:lnTo>
                    <a:pt x="8537" y="8971"/>
                  </a:lnTo>
                  <a:lnTo>
                    <a:pt x="12394" y="9017"/>
                  </a:lnTo>
                  <a:lnTo>
                    <a:pt x="15544" y="12212"/>
                  </a:lnTo>
                  <a:lnTo>
                    <a:pt x="15795" y="11984"/>
                  </a:lnTo>
                  <a:lnTo>
                    <a:pt x="12554" y="8674"/>
                  </a:lnTo>
                  <a:lnTo>
                    <a:pt x="8674" y="8629"/>
                  </a:lnTo>
                  <a:lnTo>
                    <a:pt x="22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8"/>
            <p:cNvSpPr/>
            <p:nvPr/>
          </p:nvSpPr>
          <p:spPr>
            <a:xfrm>
              <a:off x="1102730" y="3159884"/>
              <a:ext cx="68544" cy="35653"/>
            </a:xfrm>
            <a:custGeom>
              <a:avLst/>
              <a:gdLst/>
              <a:ahLst/>
              <a:cxnLst/>
              <a:rect l="l" t="t" r="r" b="b"/>
              <a:pathLst>
                <a:path w="3995" h="2078" extrusionOk="0">
                  <a:moveTo>
                    <a:pt x="0" y="320"/>
                  </a:moveTo>
                  <a:lnTo>
                    <a:pt x="2078" y="343"/>
                  </a:lnTo>
                  <a:lnTo>
                    <a:pt x="3767" y="2078"/>
                  </a:lnTo>
                  <a:lnTo>
                    <a:pt x="3995" y="1827"/>
                  </a:lnTo>
                  <a:lnTo>
                    <a:pt x="2214" y="24"/>
                  </a:lnTo>
                  <a:lnTo>
                    <a:pt x="23"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8"/>
            <p:cNvSpPr/>
            <p:nvPr/>
          </p:nvSpPr>
          <p:spPr>
            <a:xfrm>
              <a:off x="1289539" y="4575985"/>
              <a:ext cx="51318" cy="51318"/>
            </a:xfrm>
            <a:custGeom>
              <a:avLst/>
              <a:gdLst/>
              <a:ahLst/>
              <a:cxnLst/>
              <a:rect l="l" t="t" r="r" b="b"/>
              <a:pathLst>
                <a:path w="2991" h="2991" extrusionOk="0">
                  <a:moveTo>
                    <a:pt x="0" y="1485"/>
                  </a:moveTo>
                  <a:cubicBezTo>
                    <a:pt x="0" y="1895"/>
                    <a:pt x="160" y="2261"/>
                    <a:pt x="434" y="2534"/>
                  </a:cubicBezTo>
                  <a:lnTo>
                    <a:pt x="434" y="2534"/>
                  </a:lnTo>
                  <a:cubicBezTo>
                    <a:pt x="685" y="2808"/>
                    <a:pt x="1073" y="2968"/>
                    <a:pt x="1484" y="2991"/>
                  </a:cubicBezTo>
                  <a:lnTo>
                    <a:pt x="1484" y="2991"/>
                  </a:lnTo>
                  <a:cubicBezTo>
                    <a:pt x="2305" y="2991"/>
                    <a:pt x="2967" y="2329"/>
                    <a:pt x="2990" y="1507"/>
                  </a:cubicBezTo>
                  <a:lnTo>
                    <a:pt x="2990" y="1507"/>
                  </a:lnTo>
                  <a:cubicBezTo>
                    <a:pt x="2990" y="708"/>
                    <a:pt x="2305" y="1"/>
                    <a:pt x="1507" y="1"/>
                  </a:cubicBezTo>
                  <a:lnTo>
                    <a:pt x="1507" y="1"/>
                  </a:lnTo>
                  <a:lnTo>
                    <a:pt x="1484" y="1"/>
                  </a:lnTo>
                  <a:lnTo>
                    <a:pt x="1484" y="1"/>
                  </a:lnTo>
                  <a:cubicBezTo>
                    <a:pt x="685" y="1"/>
                    <a:pt x="0" y="663"/>
                    <a:pt x="0" y="1485"/>
                  </a:cubicBezTo>
                  <a:close/>
                  <a:moveTo>
                    <a:pt x="1484" y="2649"/>
                  </a:moveTo>
                  <a:cubicBezTo>
                    <a:pt x="867" y="2649"/>
                    <a:pt x="320" y="2101"/>
                    <a:pt x="342" y="1485"/>
                  </a:cubicBezTo>
                  <a:lnTo>
                    <a:pt x="342" y="1485"/>
                  </a:lnTo>
                  <a:cubicBezTo>
                    <a:pt x="342" y="1165"/>
                    <a:pt x="457" y="891"/>
                    <a:pt x="685" y="663"/>
                  </a:cubicBezTo>
                  <a:lnTo>
                    <a:pt x="685" y="663"/>
                  </a:lnTo>
                  <a:cubicBezTo>
                    <a:pt x="890" y="457"/>
                    <a:pt x="1187" y="320"/>
                    <a:pt x="1507" y="343"/>
                  </a:cubicBezTo>
                  <a:lnTo>
                    <a:pt x="1507" y="343"/>
                  </a:lnTo>
                  <a:cubicBezTo>
                    <a:pt x="1803" y="343"/>
                    <a:pt x="2100" y="457"/>
                    <a:pt x="2305" y="686"/>
                  </a:cubicBezTo>
                  <a:lnTo>
                    <a:pt x="2305" y="686"/>
                  </a:lnTo>
                  <a:cubicBezTo>
                    <a:pt x="2534" y="891"/>
                    <a:pt x="2648" y="1188"/>
                    <a:pt x="2648" y="1507"/>
                  </a:cubicBezTo>
                  <a:lnTo>
                    <a:pt x="2648" y="1507"/>
                  </a:lnTo>
                  <a:cubicBezTo>
                    <a:pt x="2648" y="2146"/>
                    <a:pt x="2123" y="2649"/>
                    <a:pt x="1484" y="2649"/>
                  </a:cubicBezTo>
                  <a:lnTo>
                    <a:pt x="1484" y="2649"/>
                  </a:lnTo>
                  <a:lnTo>
                    <a:pt x="1484" y="2649"/>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8"/>
            <p:cNvSpPr/>
            <p:nvPr/>
          </p:nvSpPr>
          <p:spPr>
            <a:xfrm>
              <a:off x="1271524" y="4518027"/>
              <a:ext cx="30558" cy="70517"/>
            </a:xfrm>
            <a:custGeom>
              <a:avLst/>
              <a:gdLst/>
              <a:ahLst/>
              <a:cxnLst/>
              <a:rect l="l" t="t" r="r" b="b"/>
              <a:pathLst>
                <a:path w="1781" h="4110" extrusionOk="0">
                  <a:moveTo>
                    <a:pt x="0" y="2534"/>
                  </a:moveTo>
                  <a:lnTo>
                    <a:pt x="1529" y="4109"/>
                  </a:lnTo>
                  <a:lnTo>
                    <a:pt x="1780" y="3881"/>
                  </a:lnTo>
                  <a:lnTo>
                    <a:pt x="320" y="2397"/>
                  </a:lnTo>
                  <a:lnTo>
                    <a:pt x="343" y="1"/>
                  </a:lnTo>
                  <a:lnTo>
                    <a:pt x="23"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8"/>
            <p:cNvSpPr/>
            <p:nvPr/>
          </p:nvSpPr>
          <p:spPr>
            <a:xfrm>
              <a:off x="561897" y="4019108"/>
              <a:ext cx="355624" cy="108487"/>
            </a:xfrm>
            <a:custGeom>
              <a:avLst/>
              <a:gdLst/>
              <a:ahLst/>
              <a:cxnLst/>
              <a:rect l="l" t="t" r="r" b="b"/>
              <a:pathLst>
                <a:path w="20727" h="6323" extrusionOk="0">
                  <a:moveTo>
                    <a:pt x="1" y="229"/>
                  </a:moveTo>
                  <a:lnTo>
                    <a:pt x="2146" y="2420"/>
                  </a:lnTo>
                  <a:lnTo>
                    <a:pt x="12052" y="2534"/>
                  </a:lnTo>
                  <a:lnTo>
                    <a:pt x="15704" y="6254"/>
                  </a:lnTo>
                  <a:lnTo>
                    <a:pt x="20726" y="6323"/>
                  </a:lnTo>
                  <a:lnTo>
                    <a:pt x="20726" y="5981"/>
                  </a:lnTo>
                  <a:lnTo>
                    <a:pt x="15841" y="5935"/>
                  </a:lnTo>
                  <a:lnTo>
                    <a:pt x="12189" y="2192"/>
                  </a:lnTo>
                  <a:lnTo>
                    <a:pt x="2283" y="2100"/>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8"/>
            <p:cNvSpPr/>
            <p:nvPr/>
          </p:nvSpPr>
          <p:spPr>
            <a:xfrm>
              <a:off x="637098" y="3970158"/>
              <a:ext cx="58747" cy="90866"/>
            </a:xfrm>
            <a:custGeom>
              <a:avLst/>
              <a:gdLst/>
              <a:ahLst/>
              <a:cxnLst/>
              <a:rect l="l" t="t" r="r" b="b"/>
              <a:pathLst>
                <a:path w="3424" h="5296" extrusionOk="0">
                  <a:moveTo>
                    <a:pt x="0" y="2032"/>
                  </a:moveTo>
                  <a:lnTo>
                    <a:pt x="3196" y="5296"/>
                  </a:lnTo>
                  <a:lnTo>
                    <a:pt x="3424" y="5045"/>
                  </a:lnTo>
                  <a:lnTo>
                    <a:pt x="320" y="1895"/>
                  </a:lnTo>
                  <a:lnTo>
                    <a:pt x="343" y="0"/>
                  </a:lnTo>
                  <a:lnTo>
                    <a:pt x="23"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8"/>
            <p:cNvSpPr/>
            <p:nvPr/>
          </p:nvSpPr>
          <p:spPr>
            <a:xfrm>
              <a:off x="961354" y="4039474"/>
              <a:ext cx="104197" cy="106136"/>
            </a:xfrm>
            <a:custGeom>
              <a:avLst/>
              <a:gdLst/>
              <a:ahLst/>
              <a:cxnLst/>
              <a:rect l="l" t="t" r="r" b="b"/>
              <a:pathLst>
                <a:path w="6073" h="6186" extrusionOk="0">
                  <a:moveTo>
                    <a:pt x="0" y="229"/>
                  </a:moveTo>
                  <a:lnTo>
                    <a:pt x="5844" y="6186"/>
                  </a:lnTo>
                  <a:lnTo>
                    <a:pt x="6072" y="5958"/>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8"/>
            <p:cNvSpPr/>
            <p:nvPr/>
          </p:nvSpPr>
          <p:spPr>
            <a:xfrm>
              <a:off x="494537" y="3988568"/>
              <a:ext cx="75596" cy="72456"/>
            </a:xfrm>
            <a:custGeom>
              <a:avLst/>
              <a:gdLst/>
              <a:ahLst/>
              <a:cxnLst/>
              <a:rect l="l" t="t" r="r" b="b"/>
              <a:pathLst>
                <a:path w="4406" h="4223" extrusionOk="0">
                  <a:moveTo>
                    <a:pt x="800" y="593"/>
                  </a:moveTo>
                  <a:cubicBezTo>
                    <a:pt x="1" y="1347"/>
                    <a:pt x="1" y="2625"/>
                    <a:pt x="777" y="3424"/>
                  </a:cubicBezTo>
                  <a:lnTo>
                    <a:pt x="777" y="3424"/>
                  </a:lnTo>
                  <a:cubicBezTo>
                    <a:pt x="1553" y="4223"/>
                    <a:pt x="2808" y="4223"/>
                    <a:pt x="3607" y="3447"/>
                  </a:cubicBezTo>
                  <a:lnTo>
                    <a:pt x="3607" y="3447"/>
                  </a:lnTo>
                  <a:cubicBezTo>
                    <a:pt x="4406" y="2671"/>
                    <a:pt x="4406" y="1392"/>
                    <a:pt x="3630" y="616"/>
                  </a:cubicBezTo>
                  <a:lnTo>
                    <a:pt x="3630" y="616"/>
                  </a:lnTo>
                  <a:cubicBezTo>
                    <a:pt x="3242" y="205"/>
                    <a:pt x="2717" y="0"/>
                    <a:pt x="2215" y="0"/>
                  </a:cubicBezTo>
                  <a:lnTo>
                    <a:pt x="2215" y="0"/>
                  </a:lnTo>
                  <a:cubicBezTo>
                    <a:pt x="1690" y="0"/>
                    <a:pt x="1188" y="205"/>
                    <a:pt x="800" y="593"/>
                  </a:cubicBezTo>
                  <a:moveTo>
                    <a:pt x="1005" y="3196"/>
                  </a:moveTo>
                  <a:cubicBezTo>
                    <a:pt x="366" y="2534"/>
                    <a:pt x="366" y="1461"/>
                    <a:pt x="1028" y="822"/>
                  </a:cubicBezTo>
                  <a:lnTo>
                    <a:pt x="1028" y="822"/>
                  </a:lnTo>
                  <a:cubicBezTo>
                    <a:pt x="1690" y="183"/>
                    <a:pt x="2763" y="183"/>
                    <a:pt x="3402" y="845"/>
                  </a:cubicBezTo>
                  <a:lnTo>
                    <a:pt x="3402" y="845"/>
                  </a:lnTo>
                  <a:cubicBezTo>
                    <a:pt x="4041" y="1506"/>
                    <a:pt x="4041" y="2556"/>
                    <a:pt x="3379" y="3218"/>
                  </a:cubicBezTo>
                  <a:lnTo>
                    <a:pt x="3379" y="3218"/>
                  </a:lnTo>
                  <a:cubicBezTo>
                    <a:pt x="3059" y="3538"/>
                    <a:pt x="2626" y="3698"/>
                    <a:pt x="2215" y="3698"/>
                  </a:cubicBezTo>
                  <a:lnTo>
                    <a:pt x="2215" y="3698"/>
                  </a:lnTo>
                  <a:cubicBezTo>
                    <a:pt x="1781" y="3698"/>
                    <a:pt x="1347" y="3515"/>
                    <a:pt x="1005" y="319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8"/>
            <p:cNvSpPr/>
            <p:nvPr/>
          </p:nvSpPr>
          <p:spPr>
            <a:xfrm>
              <a:off x="598322" y="3896141"/>
              <a:ext cx="88138" cy="84209"/>
            </a:xfrm>
            <a:custGeom>
              <a:avLst/>
              <a:gdLst/>
              <a:ahLst/>
              <a:cxnLst/>
              <a:rect l="l" t="t" r="r" b="b"/>
              <a:pathLst>
                <a:path w="5137" h="4908" extrusionOk="0">
                  <a:moveTo>
                    <a:pt x="936" y="662"/>
                  </a:moveTo>
                  <a:cubicBezTo>
                    <a:pt x="0" y="1552"/>
                    <a:pt x="0" y="3036"/>
                    <a:pt x="891" y="3972"/>
                  </a:cubicBezTo>
                  <a:lnTo>
                    <a:pt x="891" y="3972"/>
                  </a:lnTo>
                  <a:cubicBezTo>
                    <a:pt x="1804" y="4885"/>
                    <a:pt x="3287" y="4908"/>
                    <a:pt x="4200" y="3995"/>
                  </a:cubicBezTo>
                  <a:lnTo>
                    <a:pt x="4200" y="3995"/>
                  </a:lnTo>
                  <a:cubicBezTo>
                    <a:pt x="5136" y="3104"/>
                    <a:pt x="5136" y="1621"/>
                    <a:pt x="4246" y="685"/>
                  </a:cubicBezTo>
                  <a:lnTo>
                    <a:pt x="4246" y="685"/>
                  </a:lnTo>
                  <a:cubicBezTo>
                    <a:pt x="3789" y="228"/>
                    <a:pt x="3173" y="0"/>
                    <a:pt x="2557" y="0"/>
                  </a:cubicBezTo>
                  <a:lnTo>
                    <a:pt x="2557" y="0"/>
                  </a:lnTo>
                  <a:cubicBezTo>
                    <a:pt x="1986" y="0"/>
                    <a:pt x="1393" y="206"/>
                    <a:pt x="936" y="662"/>
                  </a:cubicBezTo>
                  <a:close/>
                  <a:moveTo>
                    <a:pt x="1142" y="3744"/>
                  </a:moveTo>
                  <a:cubicBezTo>
                    <a:pt x="366" y="2945"/>
                    <a:pt x="366" y="1666"/>
                    <a:pt x="1165" y="890"/>
                  </a:cubicBezTo>
                  <a:lnTo>
                    <a:pt x="1165" y="890"/>
                  </a:lnTo>
                  <a:cubicBezTo>
                    <a:pt x="1963" y="114"/>
                    <a:pt x="3219" y="137"/>
                    <a:pt x="3995" y="936"/>
                  </a:cubicBezTo>
                  <a:lnTo>
                    <a:pt x="3995" y="936"/>
                  </a:lnTo>
                  <a:cubicBezTo>
                    <a:pt x="4771" y="1712"/>
                    <a:pt x="4771" y="2990"/>
                    <a:pt x="3972" y="3766"/>
                  </a:cubicBezTo>
                  <a:lnTo>
                    <a:pt x="3972" y="3766"/>
                  </a:lnTo>
                  <a:cubicBezTo>
                    <a:pt x="3584" y="4154"/>
                    <a:pt x="3082" y="4337"/>
                    <a:pt x="2580" y="4337"/>
                  </a:cubicBezTo>
                  <a:lnTo>
                    <a:pt x="2580" y="4337"/>
                  </a:lnTo>
                  <a:cubicBezTo>
                    <a:pt x="2055" y="4337"/>
                    <a:pt x="1530" y="4132"/>
                    <a:pt x="1142" y="3744"/>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8"/>
            <p:cNvSpPr/>
            <p:nvPr/>
          </p:nvSpPr>
          <p:spPr>
            <a:xfrm>
              <a:off x="899090" y="3985033"/>
              <a:ext cx="78736" cy="74824"/>
            </a:xfrm>
            <a:custGeom>
              <a:avLst/>
              <a:gdLst/>
              <a:ahLst/>
              <a:cxnLst/>
              <a:rect l="l" t="t" r="r" b="b"/>
              <a:pathLst>
                <a:path w="4589" h="4361" extrusionOk="0">
                  <a:moveTo>
                    <a:pt x="845" y="594"/>
                  </a:moveTo>
                  <a:cubicBezTo>
                    <a:pt x="23" y="1393"/>
                    <a:pt x="0" y="2717"/>
                    <a:pt x="799" y="3538"/>
                  </a:cubicBezTo>
                  <a:lnTo>
                    <a:pt x="799" y="3538"/>
                  </a:lnTo>
                  <a:cubicBezTo>
                    <a:pt x="1621" y="4360"/>
                    <a:pt x="2922" y="4360"/>
                    <a:pt x="3744" y="3561"/>
                  </a:cubicBezTo>
                  <a:lnTo>
                    <a:pt x="3744" y="3561"/>
                  </a:lnTo>
                  <a:cubicBezTo>
                    <a:pt x="4565" y="2762"/>
                    <a:pt x="4588" y="1439"/>
                    <a:pt x="3789" y="617"/>
                  </a:cubicBezTo>
                  <a:lnTo>
                    <a:pt x="3789" y="617"/>
                  </a:lnTo>
                  <a:cubicBezTo>
                    <a:pt x="3378" y="206"/>
                    <a:pt x="2831" y="1"/>
                    <a:pt x="2306" y="1"/>
                  </a:cubicBezTo>
                  <a:lnTo>
                    <a:pt x="2306" y="1"/>
                  </a:lnTo>
                  <a:cubicBezTo>
                    <a:pt x="1758" y="1"/>
                    <a:pt x="1233" y="183"/>
                    <a:pt x="845" y="594"/>
                  </a:cubicBezTo>
                  <a:moveTo>
                    <a:pt x="1050" y="3310"/>
                  </a:moveTo>
                  <a:cubicBezTo>
                    <a:pt x="365" y="2603"/>
                    <a:pt x="388" y="1507"/>
                    <a:pt x="1073" y="822"/>
                  </a:cubicBezTo>
                  <a:lnTo>
                    <a:pt x="1073" y="822"/>
                  </a:lnTo>
                  <a:cubicBezTo>
                    <a:pt x="1758" y="138"/>
                    <a:pt x="2876" y="160"/>
                    <a:pt x="3538" y="845"/>
                  </a:cubicBezTo>
                  <a:lnTo>
                    <a:pt x="3538" y="845"/>
                  </a:lnTo>
                  <a:cubicBezTo>
                    <a:pt x="4223" y="1530"/>
                    <a:pt x="4200" y="2648"/>
                    <a:pt x="3515" y="3333"/>
                  </a:cubicBezTo>
                  <a:lnTo>
                    <a:pt x="3515" y="3333"/>
                  </a:lnTo>
                  <a:cubicBezTo>
                    <a:pt x="3173" y="3653"/>
                    <a:pt x="2739" y="3835"/>
                    <a:pt x="2306" y="3835"/>
                  </a:cubicBezTo>
                  <a:lnTo>
                    <a:pt x="2306" y="3835"/>
                  </a:lnTo>
                  <a:cubicBezTo>
                    <a:pt x="1849" y="3835"/>
                    <a:pt x="1393" y="3653"/>
                    <a:pt x="1050" y="3310"/>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8"/>
            <p:cNvSpPr/>
            <p:nvPr/>
          </p:nvSpPr>
          <p:spPr>
            <a:xfrm>
              <a:off x="798822" y="4004610"/>
              <a:ext cx="350528" cy="148841"/>
            </a:xfrm>
            <a:custGeom>
              <a:avLst/>
              <a:gdLst/>
              <a:ahLst/>
              <a:cxnLst/>
              <a:rect l="l" t="t" r="r" b="b"/>
              <a:pathLst>
                <a:path w="20430" h="8675" extrusionOk="0">
                  <a:moveTo>
                    <a:pt x="1" y="229"/>
                  </a:moveTo>
                  <a:lnTo>
                    <a:pt x="8150" y="8537"/>
                  </a:lnTo>
                  <a:lnTo>
                    <a:pt x="20430" y="8674"/>
                  </a:lnTo>
                  <a:lnTo>
                    <a:pt x="20430" y="8332"/>
                  </a:lnTo>
                  <a:lnTo>
                    <a:pt x="8287" y="8218"/>
                  </a:lnTo>
                  <a:lnTo>
                    <a:pt x="25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8"/>
            <p:cNvSpPr/>
            <p:nvPr/>
          </p:nvSpPr>
          <p:spPr>
            <a:xfrm>
              <a:off x="725595" y="3933733"/>
              <a:ext cx="99496" cy="95173"/>
            </a:xfrm>
            <a:custGeom>
              <a:avLst/>
              <a:gdLst/>
              <a:ahLst/>
              <a:cxnLst/>
              <a:rect l="l" t="t" r="r" b="b"/>
              <a:pathLst>
                <a:path w="5799" h="5547" extrusionOk="0">
                  <a:moveTo>
                    <a:pt x="1051" y="754"/>
                  </a:moveTo>
                  <a:cubicBezTo>
                    <a:pt x="23" y="1781"/>
                    <a:pt x="1" y="3447"/>
                    <a:pt x="1005" y="4474"/>
                  </a:cubicBezTo>
                  <a:lnTo>
                    <a:pt x="1005" y="4474"/>
                  </a:lnTo>
                  <a:cubicBezTo>
                    <a:pt x="2032" y="5524"/>
                    <a:pt x="3698" y="5547"/>
                    <a:pt x="4748" y="4520"/>
                  </a:cubicBezTo>
                  <a:lnTo>
                    <a:pt x="4748" y="4520"/>
                  </a:lnTo>
                  <a:cubicBezTo>
                    <a:pt x="5775" y="3516"/>
                    <a:pt x="5798" y="1826"/>
                    <a:pt x="4794" y="799"/>
                  </a:cubicBezTo>
                  <a:lnTo>
                    <a:pt x="4794" y="799"/>
                  </a:lnTo>
                  <a:cubicBezTo>
                    <a:pt x="4269" y="274"/>
                    <a:pt x="3584" y="0"/>
                    <a:pt x="2899" y="0"/>
                  </a:cubicBezTo>
                  <a:lnTo>
                    <a:pt x="2899" y="0"/>
                  </a:lnTo>
                  <a:cubicBezTo>
                    <a:pt x="2238" y="0"/>
                    <a:pt x="1576" y="252"/>
                    <a:pt x="1051" y="754"/>
                  </a:cubicBezTo>
                  <a:moveTo>
                    <a:pt x="1256" y="4246"/>
                  </a:moveTo>
                  <a:cubicBezTo>
                    <a:pt x="366" y="3333"/>
                    <a:pt x="389" y="1872"/>
                    <a:pt x="1279" y="982"/>
                  </a:cubicBezTo>
                  <a:lnTo>
                    <a:pt x="1279" y="982"/>
                  </a:lnTo>
                  <a:cubicBezTo>
                    <a:pt x="2192" y="115"/>
                    <a:pt x="3653" y="115"/>
                    <a:pt x="4543" y="1028"/>
                  </a:cubicBezTo>
                  <a:lnTo>
                    <a:pt x="4543" y="1028"/>
                  </a:lnTo>
                  <a:cubicBezTo>
                    <a:pt x="5433" y="1941"/>
                    <a:pt x="5410" y="3401"/>
                    <a:pt x="4520" y="4292"/>
                  </a:cubicBezTo>
                  <a:lnTo>
                    <a:pt x="4520" y="4292"/>
                  </a:lnTo>
                  <a:cubicBezTo>
                    <a:pt x="4064" y="4725"/>
                    <a:pt x="3470" y="4931"/>
                    <a:pt x="2899" y="4931"/>
                  </a:cubicBezTo>
                  <a:lnTo>
                    <a:pt x="2899" y="4931"/>
                  </a:lnTo>
                  <a:cubicBezTo>
                    <a:pt x="2306" y="4931"/>
                    <a:pt x="1713" y="4702"/>
                    <a:pt x="1256" y="424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8"/>
            <p:cNvSpPr/>
            <p:nvPr/>
          </p:nvSpPr>
          <p:spPr>
            <a:xfrm>
              <a:off x="769072" y="3833482"/>
              <a:ext cx="51318" cy="51318"/>
            </a:xfrm>
            <a:custGeom>
              <a:avLst/>
              <a:gdLst/>
              <a:ahLst/>
              <a:cxnLst/>
              <a:rect l="l" t="t" r="r" b="b"/>
              <a:pathLst>
                <a:path w="2991" h="2991" extrusionOk="0">
                  <a:moveTo>
                    <a:pt x="0" y="1484"/>
                  </a:moveTo>
                  <a:cubicBezTo>
                    <a:pt x="0" y="1895"/>
                    <a:pt x="160" y="2260"/>
                    <a:pt x="434" y="2534"/>
                  </a:cubicBezTo>
                  <a:lnTo>
                    <a:pt x="434" y="2534"/>
                  </a:lnTo>
                  <a:cubicBezTo>
                    <a:pt x="685" y="2808"/>
                    <a:pt x="1073" y="2990"/>
                    <a:pt x="1484" y="2990"/>
                  </a:cubicBezTo>
                  <a:lnTo>
                    <a:pt x="1484" y="2990"/>
                  </a:lnTo>
                  <a:cubicBezTo>
                    <a:pt x="2306" y="2990"/>
                    <a:pt x="2968" y="2328"/>
                    <a:pt x="2990" y="1507"/>
                  </a:cubicBezTo>
                  <a:lnTo>
                    <a:pt x="2990" y="1507"/>
                  </a:lnTo>
                  <a:cubicBezTo>
                    <a:pt x="2990" y="685"/>
                    <a:pt x="2328" y="23"/>
                    <a:pt x="1507" y="0"/>
                  </a:cubicBezTo>
                  <a:lnTo>
                    <a:pt x="1507" y="0"/>
                  </a:lnTo>
                  <a:cubicBezTo>
                    <a:pt x="1507" y="0"/>
                    <a:pt x="1484" y="0"/>
                    <a:pt x="1484" y="0"/>
                  </a:cubicBezTo>
                  <a:lnTo>
                    <a:pt x="1484" y="0"/>
                  </a:lnTo>
                  <a:cubicBezTo>
                    <a:pt x="662" y="0"/>
                    <a:pt x="0" y="662"/>
                    <a:pt x="0" y="1484"/>
                  </a:cubicBezTo>
                  <a:close/>
                  <a:moveTo>
                    <a:pt x="1484" y="2648"/>
                  </a:moveTo>
                  <a:cubicBezTo>
                    <a:pt x="845" y="2648"/>
                    <a:pt x="320" y="2123"/>
                    <a:pt x="343" y="1484"/>
                  </a:cubicBezTo>
                  <a:lnTo>
                    <a:pt x="343" y="1484"/>
                  </a:lnTo>
                  <a:cubicBezTo>
                    <a:pt x="343" y="845"/>
                    <a:pt x="868" y="343"/>
                    <a:pt x="1507" y="343"/>
                  </a:cubicBezTo>
                  <a:lnTo>
                    <a:pt x="1507" y="343"/>
                  </a:lnTo>
                  <a:cubicBezTo>
                    <a:pt x="1803" y="343"/>
                    <a:pt x="2100" y="480"/>
                    <a:pt x="2306" y="685"/>
                  </a:cubicBezTo>
                  <a:lnTo>
                    <a:pt x="2306" y="685"/>
                  </a:lnTo>
                  <a:cubicBezTo>
                    <a:pt x="2534" y="913"/>
                    <a:pt x="2648" y="1210"/>
                    <a:pt x="2648" y="1507"/>
                  </a:cubicBezTo>
                  <a:lnTo>
                    <a:pt x="2648" y="1507"/>
                  </a:lnTo>
                  <a:cubicBezTo>
                    <a:pt x="2648" y="1826"/>
                    <a:pt x="2511" y="2100"/>
                    <a:pt x="2306" y="2328"/>
                  </a:cubicBezTo>
                  <a:lnTo>
                    <a:pt x="2306" y="2328"/>
                  </a:lnTo>
                  <a:cubicBezTo>
                    <a:pt x="2077" y="2534"/>
                    <a:pt x="1803" y="2648"/>
                    <a:pt x="1484" y="2648"/>
                  </a:cubicBezTo>
                  <a:lnTo>
                    <a:pt x="1484" y="2648"/>
                  </a:lnTo>
                  <a:cubicBezTo>
                    <a:pt x="1484" y="2648"/>
                    <a:pt x="1484" y="2648"/>
                    <a:pt x="1484" y="2648"/>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8"/>
            <p:cNvSpPr/>
            <p:nvPr/>
          </p:nvSpPr>
          <p:spPr>
            <a:xfrm>
              <a:off x="749478" y="3871863"/>
              <a:ext cx="31741" cy="70106"/>
            </a:xfrm>
            <a:custGeom>
              <a:avLst/>
              <a:gdLst/>
              <a:ahLst/>
              <a:cxnLst/>
              <a:rect l="l" t="t" r="r" b="b"/>
              <a:pathLst>
                <a:path w="1850" h="4086" extrusionOk="0">
                  <a:moveTo>
                    <a:pt x="47" y="1552"/>
                  </a:moveTo>
                  <a:lnTo>
                    <a:pt x="1" y="4086"/>
                  </a:lnTo>
                  <a:lnTo>
                    <a:pt x="343" y="4086"/>
                  </a:lnTo>
                  <a:lnTo>
                    <a:pt x="366" y="1689"/>
                  </a:lnTo>
                  <a:lnTo>
                    <a:pt x="1850" y="228"/>
                  </a:lnTo>
                  <a:lnTo>
                    <a:pt x="159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8"/>
            <p:cNvSpPr/>
            <p:nvPr/>
          </p:nvSpPr>
          <p:spPr>
            <a:xfrm>
              <a:off x="560336" y="4202383"/>
              <a:ext cx="365009" cy="108899"/>
            </a:xfrm>
            <a:custGeom>
              <a:avLst/>
              <a:gdLst/>
              <a:ahLst/>
              <a:cxnLst/>
              <a:rect l="l" t="t" r="r" b="b"/>
              <a:pathLst>
                <a:path w="21274" h="6347" extrusionOk="0">
                  <a:moveTo>
                    <a:pt x="12531" y="3653"/>
                  </a:moveTo>
                  <a:lnTo>
                    <a:pt x="2694" y="3539"/>
                  </a:lnTo>
                  <a:lnTo>
                    <a:pt x="2625" y="3539"/>
                  </a:lnTo>
                  <a:lnTo>
                    <a:pt x="0" y="6095"/>
                  </a:lnTo>
                  <a:lnTo>
                    <a:pt x="251" y="6346"/>
                  </a:lnTo>
                  <a:lnTo>
                    <a:pt x="2762" y="3881"/>
                  </a:lnTo>
                  <a:lnTo>
                    <a:pt x="12600" y="3972"/>
                  </a:lnTo>
                  <a:lnTo>
                    <a:pt x="12668" y="3972"/>
                  </a:lnTo>
                  <a:lnTo>
                    <a:pt x="16389" y="320"/>
                  </a:lnTo>
                  <a:lnTo>
                    <a:pt x="21274" y="389"/>
                  </a:lnTo>
                  <a:lnTo>
                    <a:pt x="21274" y="46"/>
                  </a:lnTo>
                  <a:lnTo>
                    <a:pt x="1625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8"/>
            <p:cNvSpPr/>
            <p:nvPr/>
          </p:nvSpPr>
          <p:spPr>
            <a:xfrm>
              <a:off x="642176" y="4265042"/>
              <a:ext cx="60326" cy="89699"/>
            </a:xfrm>
            <a:custGeom>
              <a:avLst/>
              <a:gdLst/>
              <a:ahLst/>
              <a:cxnLst/>
              <a:rect l="l" t="t" r="r" b="b"/>
              <a:pathLst>
                <a:path w="3516" h="5228" extrusionOk="0">
                  <a:moveTo>
                    <a:pt x="24" y="3196"/>
                  </a:moveTo>
                  <a:lnTo>
                    <a:pt x="1" y="5205"/>
                  </a:lnTo>
                  <a:lnTo>
                    <a:pt x="320" y="5228"/>
                  </a:lnTo>
                  <a:lnTo>
                    <a:pt x="343" y="3333"/>
                  </a:lnTo>
                  <a:lnTo>
                    <a:pt x="3516" y="229"/>
                  </a:lnTo>
                  <a:lnTo>
                    <a:pt x="3288"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8"/>
            <p:cNvSpPr/>
            <p:nvPr/>
          </p:nvSpPr>
          <p:spPr>
            <a:xfrm>
              <a:off x="493765" y="4264252"/>
              <a:ext cx="75991" cy="72079"/>
            </a:xfrm>
            <a:custGeom>
              <a:avLst/>
              <a:gdLst/>
              <a:ahLst/>
              <a:cxnLst/>
              <a:rect l="l" t="t" r="r" b="b"/>
              <a:pathLst>
                <a:path w="4429" h="4201" extrusionOk="0">
                  <a:moveTo>
                    <a:pt x="799" y="572"/>
                  </a:moveTo>
                  <a:cubicBezTo>
                    <a:pt x="23" y="1348"/>
                    <a:pt x="0" y="2603"/>
                    <a:pt x="776" y="3402"/>
                  </a:cubicBezTo>
                  <a:lnTo>
                    <a:pt x="776" y="3402"/>
                  </a:lnTo>
                  <a:cubicBezTo>
                    <a:pt x="1552" y="4201"/>
                    <a:pt x="2830" y="4201"/>
                    <a:pt x="3606" y="3425"/>
                  </a:cubicBezTo>
                  <a:lnTo>
                    <a:pt x="3606" y="3425"/>
                  </a:lnTo>
                  <a:cubicBezTo>
                    <a:pt x="4405" y="2649"/>
                    <a:pt x="4428" y="1393"/>
                    <a:pt x="3652" y="594"/>
                  </a:cubicBezTo>
                  <a:lnTo>
                    <a:pt x="3652" y="594"/>
                  </a:lnTo>
                  <a:cubicBezTo>
                    <a:pt x="3241" y="206"/>
                    <a:pt x="2739" y="1"/>
                    <a:pt x="2214" y="1"/>
                  </a:cubicBezTo>
                  <a:lnTo>
                    <a:pt x="2214" y="1"/>
                  </a:lnTo>
                  <a:cubicBezTo>
                    <a:pt x="1712" y="1"/>
                    <a:pt x="1187" y="184"/>
                    <a:pt x="799" y="572"/>
                  </a:cubicBezTo>
                  <a:moveTo>
                    <a:pt x="1004" y="3174"/>
                  </a:moveTo>
                  <a:cubicBezTo>
                    <a:pt x="365" y="2512"/>
                    <a:pt x="388" y="1439"/>
                    <a:pt x="1050" y="800"/>
                  </a:cubicBezTo>
                  <a:lnTo>
                    <a:pt x="1050" y="800"/>
                  </a:lnTo>
                  <a:cubicBezTo>
                    <a:pt x="1689" y="161"/>
                    <a:pt x="2762" y="161"/>
                    <a:pt x="3401" y="823"/>
                  </a:cubicBezTo>
                  <a:lnTo>
                    <a:pt x="3401" y="823"/>
                  </a:lnTo>
                  <a:cubicBezTo>
                    <a:pt x="4063" y="1485"/>
                    <a:pt x="4040" y="2557"/>
                    <a:pt x="3378" y="3197"/>
                  </a:cubicBezTo>
                  <a:lnTo>
                    <a:pt x="3378" y="3197"/>
                  </a:lnTo>
                  <a:cubicBezTo>
                    <a:pt x="3059" y="3516"/>
                    <a:pt x="2625" y="3676"/>
                    <a:pt x="2214" y="3676"/>
                  </a:cubicBezTo>
                  <a:lnTo>
                    <a:pt x="2214" y="3676"/>
                  </a:lnTo>
                  <a:cubicBezTo>
                    <a:pt x="1780" y="3676"/>
                    <a:pt x="1347" y="3516"/>
                    <a:pt x="1004" y="3174"/>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8"/>
            <p:cNvSpPr/>
            <p:nvPr/>
          </p:nvSpPr>
          <p:spPr>
            <a:xfrm>
              <a:off x="602234" y="4348461"/>
              <a:ext cx="88533" cy="84209"/>
            </a:xfrm>
            <a:custGeom>
              <a:avLst/>
              <a:gdLst/>
              <a:ahLst/>
              <a:cxnLst/>
              <a:rect l="l" t="t" r="r" b="b"/>
              <a:pathLst>
                <a:path w="5160" h="4908" extrusionOk="0">
                  <a:moveTo>
                    <a:pt x="937" y="662"/>
                  </a:moveTo>
                  <a:cubicBezTo>
                    <a:pt x="23" y="1575"/>
                    <a:pt x="1" y="3059"/>
                    <a:pt x="914" y="3972"/>
                  </a:cubicBezTo>
                  <a:lnTo>
                    <a:pt x="914" y="3972"/>
                  </a:lnTo>
                  <a:cubicBezTo>
                    <a:pt x="1804" y="4908"/>
                    <a:pt x="3288" y="4908"/>
                    <a:pt x="4223" y="4018"/>
                  </a:cubicBezTo>
                  <a:lnTo>
                    <a:pt x="4223" y="4018"/>
                  </a:lnTo>
                  <a:cubicBezTo>
                    <a:pt x="5136" y="3105"/>
                    <a:pt x="5159" y="1621"/>
                    <a:pt x="4246" y="708"/>
                  </a:cubicBezTo>
                  <a:lnTo>
                    <a:pt x="4246" y="708"/>
                  </a:lnTo>
                  <a:cubicBezTo>
                    <a:pt x="3790" y="229"/>
                    <a:pt x="3173" y="0"/>
                    <a:pt x="2580" y="0"/>
                  </a:cubicBezTo>
                  <a:lnTo>
                    <a:pt x="2580" y="0"/>
                  </a:lnTo>
                  <a:cubicBezTo>
                    <a:pt x="1986" y="0"/>
                    <a:pt x="1393" y="229"/>
                    <a:pt x="937" y="662"/>
                  </a:cubicBezTo>
                  <a:moveTo>
                    <a:pt x="1142" y="3744"/>
                  </a:moveTo>
                  <a:cubicBezTo>
                    <a:pt x="366" y="2968"/>
                    <a:pt x="389" y="1689"/>
                    <a:pt x="1165" y="913"/>
                  </a:cubicBezTo>
                  <a:lnTo>
                    <a:pt x="1165" y="913"/>
                  </a:lnTo>
                  <a:cubicBezTo>
                    <a:pt x="1964" y="137"/>
                    <a:pt x="3242" y="160"/>
                    <a:pt x="4018" y="936"/>
                  </a:cubicBezTo>
                  <a:lnTo>
                    <a:pt x="4018" y="936"/>
                  </a:lnTo>
                  <a:cubicBezTo>
                    <a:pt x="4794" y="1735"/>
                    <a:pt x="4771" y="3013"/>
                    <a:pt x="3972" y="3767"/>
                  </a:cubicBezTo>
                  <a:lnTo>
                    <a:pt x="3972" y="3767"/>
                  </a:lnTo>
                  <a:cubicBezTo>
                    <a:pt x="3584" y="4155"/>
                    <a:pt x="3082" y="4360"/>
                    <a:pt x="2580" y="4360"/>
                  </a:cubicBezTo>
                  <a:lnTo>
                    <a:pt x="2580" y="4360"/>
                  </a:lnTo>
                  <a:cubicBezTo>
                    <a:pt x="2055" y="4360"/>
                    <a:pt x="1530" y="4155"/>
                    <a:pt x="1142" y="3744"/>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8"/>
            <p:cNvSpPr/>
            <p:nvPr/>
          </p:nvSpPr>
          <p:spPr>
            <a:xfrm>
              <a:off x="479267" y="4523123"/>
              <a:ext cx="60326" cy="89699"/>
            </a:xfrm>
            <a:custGeom>
              <a:avLst/>
              <a:gdLst/>
              <a:ahLst/>
              <a:cxnLst/>
              <a:rect l="l" t="t" r="r" b="b"/>
              <a:pathLst>
                <a:path w="3516" h="5228" extrusionOk="0">
                  <a:moveTo>
                    <a:pt x="23" y="3196"/>
                  </a:moveTo>
                  <a:lnTo>
                    <a:pt x="1" y="5227"/>
                  </a:lnTo>
                  <a:lnTo>
                    <a:pt x="343" y="5227"/>
                  </a:lnTo>
                  <a:lnTo>
                    <a:pt x="343" y="3356"/>
                  </a:lnTo>
                  <a:lnTo>
                    <a:pt x="3516" y="252"/>
                  </a:lnTo>
                  <a:lnTo>
                    <a:pt x="3287"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8"/>
            <p:cNvSpPr/>
            <p:nvPr/>
          </p:nvSpPr>
          <p:spPr>
            <a:xfrm>
              <a:off x="439325" y="4606937"/>
              <a:ext cx="88516" cy="84209"/>
            </a:xfrm>
            <a:custGeom>
              <a:avLst/>
              <a:gdLst/>
              <a:ahLst/>
              <a:cxnLst/>
              <a:rect l="l" t="t" r="r" b="b"/>
              <a:pathLst>
                <a:path w="5159" h="4908" extrusionOk="0">
                  <a:moveTo>
                    <a:pt x="936" y="662"/>
                  </a:moveTo>
                  <a:cubicBezTo>
                    <a:pt x="23" y="1575"/>
                    <a:pt x="0" y="3059"/>
                    <a:pt x="913" y="3972"/>
                  </a:cubicBezTo>
                  <a:lnTo>
                    <a:pt x="913" y="3972"/>
                  </a:lnTo>
                  <a:cubicBezTo>
                    <a:pt x="1804" y="4885"/>
                    <a:pt x="3287" y="4908"/>
                    <a:pt x="4223" y="3995"/>
                  </a:cubicBezTo>
                  <a:lnTo>
                    <a:pt x="4223" y="3995"/>
                  </a:lnTo>
                  <a:cubicBezTo>
                    <a:pt x="5136" y="3104"/>
                    <a:pt x="5159" y="1621"/>
                    <a:pt x="4246" y="708"/>
                  </a:cubicBezTo>
                  <a:lnTo>
                    <a:pt x="4246" y="708"/>
                  </a:lnTo>
                  <a:cubicBezTo>
                    <a:pt x="3789" y="228"/>
                    <a:pt x="3196" y="0"/>
                    <a:pt x="2580" y="0"/>
                  </a:cubicBezTo>
                  <a:lnTo>
                    <a:pt x="2580" y="0"/>
                  </a:lnTo>
                  <a:cubicBezTo>
                    <a:pt x="1986" y="0"/>
                    <a:pt x="1393" y="228"/>
                    <a:pt x="936" y="662"/>
                  </a:cubicBezTo>
                  <a:close/>
                  <a:moveTo>
                    <a:pt x="1142" y="3743"/>
                  </a:moveTo>
                  <a:cubicBezTo>
                    <a:pt x="366" y="2945"/>
                    <a:pt x="388" y="1666"/>
                    <a:pt x="1164" y="890"/>
                  </a:cubicBezTo>
                  <a:lnTo>
                    <a:pt x="1164" y="890"/>
                  </a:lnTo>
                  <a:cubicBezTo>
                    <a:pt x="1963" y="137"/>
                    <a:pt x="3242" y="137"/>
                    <a:pt x="4018" y="936"/>
                  </a:cubicBezTo>
                  <a:lnTo>
                    <a:pt x="4018" y="936"/>
                  </a:lnTo>
                  <a:cubicBezTo>
                    <a:pt x="4794" y="1712"/>
                    <a:pt x="4771" y="2990"/>
                    <a:pt x="3972" y="3766"/>
                  </a:cubicBezTo>
                  <a:lnTo>
                    <a:pt x="3972" y="3766"/>
                  </a:lnTo>
                  <a:cubicBezTo>
                    <a:pt x="3584" y="4154"/>
                    <a:pt x="3082" y="4337"/>
                    <a:pt x="2580" y="4337"/>
                  </a:cubicBezTo>
                  <a:lnTo>
                    <a:pt x="2580" y="4337"/>
                  </a:lnTo>
                  <a:cubicBezTo>
                    <a:pt x="2055" y="4337"/>
                    <a:pt x="1530" y="4131"/>
                    <a:pt x="1142" y="3743"/>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8"/>
            <p:cNvSpPr/>
            <p:nvPr/>
          </p:nvSpPr>
          <p:spPr>
            <a:xfrm>
              <a:off x="675084" y="4085284"/>
              <a:ext cx="123757" cy="90883"/>
            </a:xfrm>
            <a:custGeom>
              <a:avLst/>
              <a:gdLst/>
              <a:ahLst/>
              <a:cxnLst/>
              <a:rect l="l" t="t" r="r" b="b"/>
              <a:pathLst>
                <a:path w="7213" h="5297" extrusionOk="0">
                  <a:moveTo>
                    <a:pt x="1895" y="4977"/>
                  </a:moveTo>
                  <a:lnTo>
                    <a:pt x="0" y="4954"/>
                  </a:lnTo>
                  <a:lnTo>
                    <a:pt x="0" y="5273"/>
                  </a:lnTo>
                  <a:lnTo>
                    <a:pt x="2032" y="5296"/>
                  </a:lnTo>
                  <a:lnTo>
                    <a:pt x="7213" y="229"/>
                  </a:lnTo>
                  <a:lnTo>
                    <a:pt x="6985"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8"/>
            <p:cNvSpPr/>
            <p:nvPr/>
          </p:nvSpPr>
          <p:spPr>
            <a:xfrm>
              <a:off x="596761" y="4130717"/>
              <a:ext cx="88516" cy="84209"/>
            </a:xfrm>
            <a:custGeom>
              <a:avLst/>
              <a:gdLst/>
              <a:ahLst/>
              <a:cxnLst/>
              <a:rect l="l" t="t" r="r" b="b"/>
              <a:pathLst>
                <a:path w="5159" h="4908" extrusionOk="0">
                  <a:moveTo>
                    <a:pt x="936" y="663"/>
                  </a:moveTo>
                  <a:cubicBezTo>
                    <a:pt x="23" y="1576"/>
                    <a:pt x="0" y="3059"/>
                    <a:pt x="913" y="3972"/>
                  </a:cubicBezTo>
                  <a:lnTo>
                    <a:pt x="913" y="3972"/>
                  </a:lnTo>
                  <a:cubicBezTo>
                    <a:pt x="1826" y="4908"/>
                    <a:pt x="3310" y="4908"/>
                    <a:pt x="4223" y="4018"/>
                  </a:cubicBezTo>
                  <a:lnTo>
                    <a:pt x="4223" y="4018"/>
                  </a:lnTo>
                  <a:cubicBezTo>
                    <a:pt x="5136" y="3105"/>
                    <a:pt x="5159" y="1621"/>
                    <a:pt x="4246" y="708"/>
                  </a:cubicBezTo>
                  <a:lnTo>
                    <a:pt x="4246" y="708"/>
                  </a:lnTo>
                  <a:cubicBezTo>
                    <a:pt x="3789" y="229"/>
                    <a:pt x="3196" y="1"/>
                    <a:pt x="2579" y="1"/>
                  </a:cubicBezTo>
                  <a:lnTo>
                    <a:pt x="2579" y="1"/>
                  </a:lnTo>
                  <a:cubicBezTo>
                    <a:pt x="1986" y="1"/>
                    <a:pt x="1392" y="229"/>
                    <a:pt x="936" y="663"/>
                  </a:cubicBezTo>
                  <a:close/>
                  <a:moveTo>
                    <a:pt x="1141" y="3744"/>
                  </a:moveTo>
                  <a:cubicBezTo>
                    <a:pt x="388" y="2945"/>
                    <a:pt x="388" y="1690"/>
                    <a:pt x="1187" y="914"/>
                  </a:cubicBezTo>
                  <a:lnTo>
                    <a:pt x="1187" y="914"/>
                  </a:lnTo>
                  <a:cubicBezTo>
                    <a:pt x="1963" y="138"/>
                    <a:pt x="3241" y="138"/>
                    <a:pt x="4017" y="936"/>
                  </a:cubicBezTo>
                  <a:lnTo>
                    <a:pt x="4017" y="936"/>
                  </a:lnTo>
                  <a:cubicBezTo>
                    <a:pt x="4793" y="1735"/>
                    <a:pt x="4771" y="2991"/>
                    <a:pt x="3995" y="3767"/>
                  </a:cubicBezTo>
                  <a:lnTo>
                    <a:pt x="3995" y="3767"/>
                  </a:lnTo>
                  <a:cubicBezTo>
                    <a:pt x="3607" y="4155"/>
                    <a:pt x="3082" y="4337"/>
                    <a:pt x="2579" y="4337"/>
                  </a:cubicBezTo>
                  <a:lnTo>
                    <a:pt x="2579" y="4337"/>
                  </a:lnTo>
                  <a:cubicBezTo>
                    <a:pt x="2054" y="4337"/>
                    <a:pt x="1552" y="4155"/>
                    <a:pt x="1141" y="3744"/>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8"/>
            <p:cNvSpPr/>
            <p:nvPr/>
          </p:nvSpPr>
          <p:spPr>
            <a:xfrm>
              <a:off x="467909" y="4418943"/>
              <a:ext cx="136694" cy="108504"/>
            </a:xfrm>
            <a:custGeom>
              <a:avLst/>
              <a:gdLst/>
              <a:ahLst/>
              <a:cxnLst/>
              <a:rect l="l" t="t" r="r" b="b"/>
              <a:pathLst>
                <a:path w="7967" h="6324" extrusionOk="0">
                  <a:moveTo>
                    <a:pt x="1" y="321"/>
                  </a:moveTo>
                  <a:lnTo>
                    <a:pt x="1872" y="343"/>
                  </a:lnTo>
                  <a:lnTo>
                    <a:pt x="7716" y="6324"/>
                  </a:lnTo>
                  <a:lnTo>
                    <a:pt x="7967" y="6072"/>
                  </a:lnTo>
                  <a:lnTo>
                    <a:pt x="2032" y="24"/>
                  </a:lnTo>
                  <a:lnTo>
                    <a:pt x="1"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8"/>
            <p:cNvSpPr/>
            <p:nvPr/>
          </p:nvSpPr>
          <p:spPr>
            <a:xfrm>
              <a:off x="389586" y="4382930"/>
              <a:ext cx="88533" cy="84604"/>
            </a:xfrm>
            <a:custGeom>
              <a:avLst/>
              <a:gdLst/>
              <a:ahLst/>
              <a:cxnLst/>
              <a:rect l="l" t="t" r="r" b="b"/>
              <a:pathLst>
                <a:path w="5160" h="4931" extrusionOk="0">
                  <a:moveTo>
                    <a:pt x="936" y="662"/>
                  </a:moveTo>
                  <a:cubicBezTo>
                    <a:pt x="23" y="1575"/>
                    <a:pt x="1" y="3059"/>
                    <a:pt x="914" y="3972"/>
                  </a:cubicBezTo>
                  <a:lnTo>
                    <a:pt x="914" y="3972"/>
                  </a:lnTo>
                  <a:cubicBezTo>
                    <a:pt x="1804" y="4907"/>
                    <a:pt x="3287" y="4930"/>
                    <a:pt x="4200" y="4017"/>
                  </a:cubicBezTo>
                  <a:lnTo>
                    <a:pt x="4200" y="4017"/>
                  </a:lnTo>
                  <a:cubicBezTo>
                    <a:pt x="5136" y="3104"/>
                    <a:pt x="5159" y="1621"/>
                    <a:pt x="4246" y="708"/>
                  </a:cubicBezTo>
                  <a:lnTo>
                    <a:pt x="4246" y="708"/>
                  </a:lnTo>
                  <a:cubicBezTo>
                    <a:pt x="3790" y="251"/>
                    <a:pt x="3173" y="0"/>
                    <a:pt x="2580" y="0"/>
                  </a:cubicBezTo>
                  <a:lnTo>
                    <a:pt x="2580" y="0"/>
                  </a:lnTo>
                  <a:cubicBezTo>
                    <a:pt x="1986" y="0"/>
                    <a:pt x="1393" y="228"/>
                    <a:pt x="936" y="662"/>
                  </a:cubicBezTo>
                  <a:close/>
                  <a:moveTo>
                    <a:pt x="1142" y="3743"/>
                  </a:moveTo>
                  <a:cubicBezTo>
                    <a:pt x="366" y="2967"/>
                    <a:pt x="389" y="1689"/>
                    <a:pt x="1165" y="913"/>
                  </a:cubicBezTo>
                  <a:lnTo>
                    <a:pt x="1165" y="913"/>
                  </a:lnTo>
                  <a:cubicBezTo>
                    <a:pt x="1964" y="137"/>
                    <a:pt x="3242" y="160"/>
                    <a:pt x="4018" y="936"/>
                  </a:cubicBezTo>
                  <a:lnTo>
                    <a:pt x="4018" y="936"/>
                  </a:lnTo>
                  <a:cubicBezTo>
                    <a:pt x="4771" y="1735"/>
                    <a:pt x="4771" y="3013"/>
                    <a:pt x="3972" y="3789"/>
                  </a:cubicBezTo>
                  <a:lnTo>
                    <a:pt x="3972" y="3789"/>
                  </a:lnTo>
                  <a:cubicBezTo>
                    <a:pt x="3584" y="4154"/>
                    <a:pt x="3082" y="4360"/>
                    <a:pt x="2580" y="4360"/>
                  </a:cubicBezTo>
                  <a:lnTo>
                    <a:pt x="2580" y="4360"/>
                  </a:lnTo>
                  <a:cubicBezTo>
                    <a:pt x="2055" y="4360"/>
                    <a:pt x="1530" y="4154"/>
                    <a:pt x="1142" y="3743"/>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8"/>
            <p:cNvSpPr/>
            <p:nvPr/>
          </p:nvSpPr>
          <p:spPr>
            <a:xfrm>
              <a:off x="804707" y="4179667"/>
              <a:ext cx="353256" cy="143746"/>
            </a:xfrm>
            <a:custGeom>
              <a:avLst/>
              <a:gdLst/>
              <a:ahLst/>
              <a:cxnLst/>
              <a:rect l="l" t="t" r="r" b="b"/>
              <a:pathLst>
                <a:path w="20589" h="8378" extrusionOk="0">
                  <a:moveTo>
                    <a:pt x="0" y="8149"/>
                  </a:moveTo>
                  <a:lnTo>
                    <a:pt x="229" y="8378"/>
                  </a:lnTo>
                  <a:lnTo>
                    <a:pt x="8446" y="343"/>
                  </a:lnTo>
                  <a:lnTo>
                    <a:pt x="20589" y="457"/>
                  </a:lnTo>
                  <a:lnTo>
                    <a:pt x="20589" y="138"/>
                  </a:lnTo>
                  <a:lnTo>
                    <a:pt x="8377" y="1"/>
                  </a:lnTo>
                  <a:lnTo>
                    <a:pt x="8309"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8"/>
            <p:cNvSpPr/>
            <p:nvPr/>
          </p:nvSpPr>
          <p:spPr>
            <a:xfrm>
              <a:off x="730296" y="4303423"/>
              <a:ext cx="99874" cy="94795"/>
            </a:xfrm>
            <a:custGeom>
              <a:avLst/>
              <a:gdLst/>
              <a:ahLst/>
              <a:cxnLst/>
              <a:rect l="l" t="t" r="r" b="b"/>
              <a:pathLst>
                <a:path w="5821" h="5525" extrusionOk="0">
                  <a:moveTo>
                    <a:pt x="1073" y="754"/>
                  </a:moveTo>
                  <a:cubicBezTo>
                    <a:pt x="23" y="1758"/>
                    <a:pt x="1" y="3447"/>
                    <a:pt x="1028" y="4474"/>
                  </a:cubicBezTo>
                  <a:lnTo>
                    <a:pt x="1028" y="4474"/>
                  </a:lnTo>
                  <a:cubicBezTo>
                    <a:pt x="2055" y="5524"/>
                    <a:pt x="3721" y="5524"/>
                    <a:pt x="4748" y="4520"/>
                  </a:cubicBezTo>
                  <a:lnTo>
                    <a:pt x="4748" y="4520"/>
                  </a:lnTo>
                  <a:cubicBezTo>
                    <a:pt x="5798" y="3493"/>
                    <a:pt x="5821" y="1827"/>
                    <a:pt x="4794" y="777"/>
                  </a:cubicBezTo>
                  <a:lnTo>
                    <a:pt x="4794" y="777"/>
                  </a:lnTo>
                  <a:cubicBezTo>
                    <a:pt x="4269" y="252"/>
                    <a:pt x="3607" y="1"/>
                    <a:pt x="2922" y="1"/>
                  </a:cubicBezTo>
                  <a:lnTo>
                    <a:pt x="2922" y="1"/>
                  </a:lnTo>
                  <a:cubicBezTo>
                    <a:pt x="2237" y="1"/>
                    <a:pt x="1575" y="252"/>
                    <a:pt x="1073" y="754"/>
                  </a:cubicBezTo>
                  <a:moveTo>
                    <a:pt x="1256" y="4246"/>
                  </a:moveTo>
                  <a:cubicBezTo>
                    <a:pt x="366" y="3333"/>
                    <a:pt x="389" y="1872"/>
                    <a:pt x="1302" y="982"/>
                  </a:cubicBezTo>
                  <a:lnTo>
                    <a:pt x="1302" y="982"/>
                  </a:lnTo>
                  <a:cubicBezTo>
                    <a:pt x="2215" y="92"/>
                    <a:pt x="3675" y="115"/>
                    <a:pt x="4566" y="1028"/>
                  </a:cubicBezTo>
                  <a:lnTo>
                    <a:pt x="4566" y="1028"/>
                  </a:lnTo>
                  <a:cubicBezTo>
                    <a:pt x="5456" y="1918"/>
                    <a:pt x="5433" y="3379"/>
                    <a:pt x="4520" y="4269"/>
                  </a:cubicBezTo>
                  <a:lnTo>
                    <a:pt x="4520" y="4269"/>
                  </a:lnTo>
                  <a:cubicBezTo>
                    <a:pt x="4086" y="4725"/>
                    <a:pt x="3493" y="4931"/>
                    <a:pt x="2922" y="4931"/>
                  </a:cubicBezTo>
                  <a:lnTo>
                    <a:pt x="2922" y="4931"/>
                  </a:lnTo>
                  <a:cubicBezTo>
                    <a:pt x="2306" y="4931"/>
                    <a:pt x="1712" y="4703"/>
                    <a:pt x="1256" y="424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8"/>
            <p:cNvSpPr/>
            <p:nvPr/>
          </p:nvSpPr>
          <p:spPr>
            <a:xfrm>
              <a:off x="771422" y="4443238"/>
              <a:ext cx="51318" cy="51318"/>
            </a:xfrm>
            <a:custGeom>
              <a:avLst/>
              <a:gdLst/>
              <a:ahLst/>
              <a:cxnLst/>
              <a:rect l="l" t="t" r="r" b="b"/>
              <a:pathLst>
                <a:path w="2991" h="2991" extrusionOk="0">
                  <a:moveTo>
                    <a:pt x="0" y="1461"/>
                  </a:moveTo>
                  <a:cubicBezTo>
                    <a:pt x="0" y="1872"/>
                    <a:pt x="160" y="2260"/>
                    <a:pt x="434" y="2534"/>
                  </a:cubicBezTo>
                  <a:lnTo>
                    <a:pt x="434" y="2534"/>
                  </a:lnTo>
                  <a:cubicBezTo>
                    <a:pt x="685" y="2808"/>
                    <a:pt x="1073" y="2967"/>
                    <a:pt x="1484" y="2967"/>
                  </a:cubicBezTo>
                  <a:lnTo>
                    <a:pt x="1484" y="2967"/>
                  </a:lnTo>
                  <a:cubicBezTo>
                    <a:pt x="2306" y="2990"/>
                    <a:pt x="2967" y="2328"/>
                    <a:pt x="2990" y="1507"/>
                  </a:cubicBezTo>
                  <a:lnTo>
                    <a:pt x="2990" y="1507"/>
                  </a:lnTo>
                  <a:cubicBezTo>
                    <a:pt x="2990" y="685"/>
                    <a:pt x="2328" y="0"/>
                    <a:pt x="1507" y="0"/>
                  </a:cubicBezTo>
                  <a:lnTo>
                    <a:pt x="1507" y="0"/>
                  </a:lnTo>
                  <a:lnTo>
                    <a:pt x="1484" y="0"/>
                  </a:lnTo>
                  <a:lnTo>
                    <a:pt x="1484" y="0"/>
                  </a:lnTo>
                  <a:cubicBezTo>
                    <a:pt x="685" y="0"/>
                    <a:pt x="0" y="662"/>
                    <a:pt x="0" y="1461"/>
                  </a:cubicBezTo>
                  <a:close/>
                  <a:moveTo>
                    <a:pt x="1484" y="2648"/>
                  </a:moveTo>
                  <a:cubicBezTo>
                    <a:pt x="868" y="2648"/>
                    <a:pt x="320" y="2100"/>
                    <a:pt x="343" y="1484"/>
                  </a:cubicBezTo>
                  <a:lnTo>
                    <a:pt x="343" y="1484"/>
                  </a:lnTo>
                  <a:cubicBezTo>
                    <a:pt x="343" y="1164"/>
                    <a:pt x="457" y="867"/>
                    <a:pt x="685" y="662"/>
                  </a:cubicBezTo>
                  <a:lnTo>
                    <a:pt x="685" y="662"/>
                  </a:lnTo>
                  <a:cubicBezTo>
                    <a:pt x="913" y="434"/>
                    <a:pt x="1187" y="320"/>
                    <a:pt x="1507" y="320"/>
                  </a:cubicBezTo>
                  <a:lnTo>
                    <a:pt x="1507" y="320"/>
                  </a:lnTo>
                  <a:cubicBezTo>
                    <a:pt x="1826" y="343"/>
                    <a:pt x="2123" y="457"/>
                    <a:pt x="2328" y="685"/>
                  </a:cubicBezTo>
                  <a:lnTo>
                    <a:pt x="2328" y="685"/>
                  </a:lnTo>
                  <a:cubicBezTo>
                    <a:pt x="2534" y="890"/>
                    <a:pt x="2648" y="1187"/>
                    <a:pt x="2648" y="1507"/>
                  </a:cubicBezTo>
                  <a:lnTo>
                    <a:pt x="2648" y="1507"/>
                  </a:lnTo>
                  <a:cubicBezTo>
                    <a:pt x="2648" y="2123"/>
                    <a:pt x="2123" y="2648"/>
                    <a:pt x="1484" y="2648"/>
                  </a:cubicBezTo>
                  <a:lnTo>
                    <a:pt x="1484" y="2648"/>
                  </a:lnTo>
                  <a:lnTo>
                    <a:pt x="1484" y="2648"/>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8"/>
            <p:cNvSpPr/>
            <p:nvPr/>
          </p:nvSpPr>
          <p:spPr>
            <a:xfrm>
              <a:off x="753407" y="4384886"/>
              <a:ext cx="30558" cy="70895"/>
            </a:xfrm>
            <a:custGeom>
              <a:avLst/>
              <a:gdLst/>
              <a:ahLst/>
              <a:cxnLst/>
              <a:rect l="l" t="t" r="r" b="b"/>
              <a:pathLst>
                <a:path w="1781" h="4132" extrusionOk="0">
                  <a:moveTo>
                    <a:pt x="0" y="2557"/>
                  </a:moveTo>
                  <a:lnTo>
                    <a:pt x="1530" y="4132"/>
                  </a:lnTo>
                  <a:lnTo>
                    <a:pt x="1781" y="3903"/>
                  </a:lnTo>
                  <a:lnTo>
                    <a:pt x="343" y="2420"/>
                  </a:lnTo>
                  <a:lnTo>
                    <a:pt x="365" y="23"/>
                  </a:lnTo>
                  <a:lnTo>
                    <a:pt x="23"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8"/>
            <p:cNvSpPr/>
            <p:nvPr/>
          </p:nvSpPr>
          <p:spPr>
            <a:xfrm>
              <a:off x="402900" y="4377440"/>
              <a:ext cx="350528" cy="151569"/>
            </a:xfrm>
            <a:custGeom>
              <a:avLst/>
              <a:gdLst/>
              <a:ahLst/>
              <a:cxnLst/>
              <a:rect l="l" t="t" r="r" b="b"/>
              <a:pathLst>
                <a:path w="20430" h="8834" extrusionOk="0">
                  <a:moveTo>
                    <a:pt x="11505" y="8514"/>
                  </a:moveTo>
                  <a:lnTo>
                    <a:pt x="23" y="8377"/>
                  </a:lnTo>
                  <a:lnTo>
                    <a:pt x="1" y="8720"/>
                  </a:lnTo>
                  <a:lnTo>
                    <a:pt x="11573" y="8834"/>
                  </a:lnTo>
                  <a:lnTo>
                    <a:pt x="11641" y="8834"/>
                  </a:lnTo>
                  <a:lnTo>
                    <a:pt x="20429" y="252"/>
                  </a:lnTo>
                  <a:lnTo>
                    <a:pt x="20178"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8"/>
            <p:cNvSpPr/>
            <p:nvPr/>
          </p:nvSpPr>
          <p:spPr>
            <a:xfrm>
              <a:off x="319876" y="4477690"/>
              <a:ext cx="90883" cy="90883"/>
            </a:xfrm>
            <a:custGeom>
              <a:avLst/>
              <a:gdLst/>
              <a:ahLst/>
              <a:cxnLst/>
              <a:rect l="l" t="t" r="r" b="b"/>
              <a:pathLst>
                <a:path w="5297" h="5297" extrusionOk="0">
                  <a:moveTo>
                    <a:pt x="800" y="754"/>
                  </a:moveTo>
                  <a:cubicBezTo>
                    <a:pt x="297" y="1233"/>
                    <a:pt x="23" y="1895"/>
                    <a:pt x="23" y="2603"/>
                  </a:cubicBezTo>
                  <a:lnTo>
                    <a:pt x="23" y="2603"/>
                  </a:lnTo>
                  <a:cubicBezTo>
                    <a:pt x="1" y="3333"/>
                    <a:pt x="297" y="3995"/>
                    <a:pt x="777" y="4475"/>
                  </a:cubicBezTo>
                  <a:lnTo>
                    <a:pt x="777" y="4475"/>
                  </a:lnTo>
                  <a:cubicBezTo>
                    <a:pt x="1233" y="4954"/>
                    <a:pt x="1895" y="5273"/>
                    <a:pt x="2626" y="5273"/>
                  </a:cubicBezTo>
                  <a:lnTo>
                    <a:pt x="2626" y="5273"/>
                  </a:lnTo>
                  <a:cubicBezTo>
                    <a:pt x="4086" y="5296"/>
                    <a:pt x="5273" y="4109"/>
                    <a:pt x="5296" y="2648"/>
                  </a:cubicBezTo>
                  <a:lnTo>
                    <a:pt x="5296" y="2648"/>
                  </a:lnTo>
                  <a:cubicBezTo>
                    <a:pt x="5296" y="1210"/>
                    <a:pt x="4132" y="1"/>
                    <a:pt x="2671" y="1"/>
                  </a:cubicBezTo>
                  <a:lnTo>
                    <a:pt x="2671" y="1"/>
                  </a:lnTo>
                  <a:lnTo>
                    <a:pt x="2648" y="1"/>
                  </a:lnTo>
                  <a:lnTo>
                    <a:pt x="2648" y="1"/>
                  </a:lnTo>
                  <a:cubicBezTo>
                    <a:pt x="1964" y="1"/>
                    <a:pt x="1302" y="252"/>
                    <a:pt x="800" y="754"/>
                  </a:cubicBezTo>
                  <a:close/>
                  <a:moveTo>
                    <a:pt x="2626" y="4931"/>
                  </a:moveTo>
                  <a:cubicBezTo>
                    <a:pt x="1347" y="4931"/>
                    <a:pt x="343" y="3881"/>
                    <a:pt x="343" y="2603"/>
                  </a:cubicBezTo>
                  <a:lnTo>
                    <a:pt x="343" y="2603"/>
                  </a:lnTo>
                  <a:cubicBezTo>
                    <a:pt x="366" y="1347"/>
                    <a:pt x="1416" y="320"/>
                    <a:pt x="2671" y="320"/>
                  </a:cubicBezTo>
                  <a:lnTo>
                    <a:pt x="2671" y="320"/>
                  </a:lnTo>
                  <a:cubicBezTo>
                    <a:pt x="3310" y="343"/>
                    <a:pt x="3881" y="594"/>
                    <a:pt x="4292" y="1028"/>
                  </a:cubicBezTo>
                  <a:lnTo>
                    <a:pt x="4292" y="1028"/>
                  </a:lnTo>
                  <a:cubicBezTo>
                    <a:pt x="4703" y="1439"/>
                    <a:pt x="4954" y="2009"/>
                    <a:pt x="4954" y="2648"/>
                  </a:cubicBezTo>
                  <a:lnTo>
                    <a:pt x="4954" y="2648"/>
                  </a:lnTo>
                  <a:cubicBezTo>
                    <a:pt x="4954" y="3927"/>
                    <a:pt x="3904" y="4931"/>
                    <a:pt x="2648" y="4931"/>
                  </a:cubicBezTo>
                  <a:lnTo>
                    <a:pt x="2648" y="4931"/>
                  </a:lnTo>
                  <a:lnTo>
                    <a:pt x="2626" y="4931"/>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8"/>
            <p:cNvSpPr/>
            <p:nvPr/>
          </p:nvSpPr>
          <p:spPr>
            <a:xfrm>
              <a:off x="266225" y="4398972"/>
              <a:ext cx="56414" cy="53669"/>
            </a:xfrm>
            <a:custGeom>
              <a:avLst/>
              <a:gdLst/>
              <a:ahLst/>
              <a:cxnLst/>
              <a:rect l="l" t="t" r="r" b="b"/>
              <a:pathLst>
                <a:path w="3288" h="3128" extrusionOk="0">
                  <a:moveTo>
                    <a:pt x="594" y="412"/>
                  </a:moveTo>
                  <a:cubicBezTo>
                    <a:pt x="1" y="1005"/>
                    <a:pt x="1" y="1941"/>
                    <a:pt x="571" y="2534"/>
                  </a:cubicBezTo>
                  <a:lnTo>
                    <a:pt x="571" y="2534"/>
                  </a:lnTo>
                  <a:cubicBezTo>
                    <a:pt x="1142" y="3128"/>
                    <a:pt x="2100" y="3128"/>
                    <a:pt x="2671" y="2557"/>
                  </a:cubicBezTo>
                  <a:lnTo>
                    <a:pt x="2671" y="2557"/>
                  </a:lnTo>
                  <a:cubicBezTo>
                    <a:pt x="3265" y="1987"/>
                    <a:pt x="3287" y="1028"/>
                    <a:pt x="2694" y="435"/>
                  </a:cubicBezTo>
                  <a:lnTo>
                    <a:pt x="2694" y="435"/>
                  </a:lnTo>
                  <a:cubicBezTo>
                    <a:pt x="2420" y="138"/>
                    <a:pt x="2032" y="1"/>
                    <a:pt x="1644" y="1"/>
                  </a:cubicBezTo>
                  <a:lnTo>
                    <a:pt x="1644" y="1"/>
                  </a:lnTo>
                  <a:cubicBezTo>
                    <a:pt x="1256" y="1"/>
                    <a:pt x="891" y="138"/>
                    <a:pt x="594" y="412"/>
                  </a:cubicBezTo>
                  <a:moveTo>
                    <a:pt x="822" y="2306"/>
                  </a:moveTo>
                  <a:cubicBezTo>
                    <a:pt x="366" y="1850"/>
                    <a:pt x="366" y="1096"/>
                    <a:pt x="822" y="663"/>
                  </a:cubicBezTo>
                  <a:lnTo>
                    <a:pt x="822" y="663"/>
                  </a:lnTo>
                  <a:cubicBezTo>
                    <a:pt x="1279" y="206"/>
                    <a:pt x="2009" y="229"/>
                    <a:pt x="2466" y="686"/>
                  </a:cubicBezTo>
                  <a:lnTo>
                    <a:pt x="2466" y="686"/>
                  </a:lnTo>
                  <a:cubicBezTo>
                    <a:pt x="2899" y="1142"/>
                    <a:pt x="2899" y="1873"/>
                    <a:pt x="2443" y="2306"/>
                  </a:cubicBezTo>
                  <a:lnTo>
                    <a:pt x="2443" y="2306"/>
                  </a:lnTo>
                  <a:cubicBezTo>
                    <a:pt x="2215" y="2534"/>
                    <a:pt x="1941" y="2649"/>
                    <a:pt x="1644" y="2649"/>
                  </a:cubicBezTo>
                  <a:lnTo>
                    <a:pt x="1644" y="2649"/>
                  </a:lnTo>
                  <a:cubicBezTo>
                    <a:pt x="1347" y="2649"/>
                    <a:pt x="1028" y="2534"/>
                    <a:pt x="822" y="2306"/>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8"/>
            <p:cNvSpPr/>
            <p:nvPr/>
          </p:nvSpPr>
          <p:spPr>
            <a:xfrm>
              <a:off x="290503" y="4445966"/>
              <a:ext cx="34487" cy="68956"/>
            </a:xfrm>
            <a:custGeom>
              <a:avLst/>
              <a:gdLst/>
              <a:ahLst/>
              <a:cxnLst/>
              <a:rect l="l" t="t" r="r" b="b"/>
              <a:pathLst>
                <a:path w="2010" h="4019" extrusionOk="0">
                  <a:moveTo>
                    <a:pt x="1" y="2192"/>
                  </a:moveTo>
                  <a:lnTo>
                    <a:pt x="1781" y="4018"/>
                  </a:lnTo>
                  <a:lnTo>
                    <a:pt x="2009" y="3790"/>
                  </a:lnTo>
                  <a:lnTo>
                    <a:pt x="343" y="2055"/>
                  </a:lnTo>
                  <a:lnTo>
                    <a:pt x="366" y="1"/>
                  </a:lnTo>
                  <a:lnTo>
                    <a:pt x="24"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8"/>
            <p:cNvSpPr/>
            <p:nvPr/>
          </p:nvSpPr>
          <p:spPr>
            <a:xfrm>
              <a:off x="807830" y="3692878"/>
              <a:ext cx="51713" cy="51335"/>
            </a:xfrm>
            <a:custGeom>
              <a:avLst/>
              <a:gdLst/>
              <a:ahLst/>
              <a:cxnLst/>
              <a:rect l="l" t="t" r="r" b="b"/>
              <a:pathLst>
                <a:path w="3014" h="2992" extrusionOk="0">
                  <a:moveTo>
                    <a:pt x="24" y="1485"/>
                  </a:moveTo>
                  <a:cubicBezTo>
                    <a:pt x="1" y="1895"/>
                    <a:pt x="184" y="2261"/>
                    <a:pt x="435" y="2535"/>
                  </a:cubicBezTo>
                  <a:lnTo>
                    <a:pt x="435" y="2535"/>
                  </a:lnTo>
                  <a:cubicBezTo>
                    <a:pt x="709" y="2808"/>
                    <a:pt x="1074" y="2968"/>
                    <a:pt x="1485" y="2991"/>
                  </a:cubicBezTo>
                  <a:lnTo>
                    <a:pt x="1485" y="2991"/>
                  </a:lnTo>
                  <a:cubicBezTo>
                    <a:pt x="1895" y="2991"/>
                    <a:pt x="2261" y="2831"/>
                    <a:pt x="2557" y="2557"/>
                  </a:cubicBezTo>
                  <a:lnTo>
                    <a:pt x="2557" y="2557"/>
                  </a:lnTo>
                  <a:cubicBezTo>
                    <a:pt x="2831" y="2283"/>
                    <a:pt x="2991" y="1895"/>
                    <a:pt x="2991" y="1507"/>
                  </a:cubicBezTo>
                  <a:lnTo>
                    <a:pt x="2991" y="1507"/>
                  </a:lnTo>
                  <a:cubicBezTo>
                    <a:pt x="3014" y="686"/>
                    <a:pt x="2352" y="1"/>
                    <a:pt x="1530" y="1"/>
                  </a:cubicBezTo>
                  <a:lnTo>
                    <a:pt x="1530" y="1"/>
                  </a:lnTo>
                  <a:cubicBezTo>
                    <a:pt x="1507" y="1"/>
                    <a:pt x="1507" y="1"/>
                    <a:pt x="1507" y="1"/>
                  </a:cubicBezTo>
                  <a:lnTo>
                    <a:pt x="1507" y="1"/>
                  </a:lnTo>
                  <a:cubicBezTo>
                    <a:pt x="686" y="1"/>
                    <a:pt x="24" y="663"/>
                    <a:pt x="24" y="1485"/>
                  </a:cubicBezTo>
                  <a:moveTo>
                    <a:pt x="1485" y="2649"/>
                  </a:moveTo>
                  <a:cubicBezTo>
                    <a:pt x="845" y="2649"/>
                    <a:pt x="343" y="2124"/>
                    <a:pt x="343" y="1485"/>
                  </a:cubicBezTo>
                  <a:lnTo>
                    <a:pt x="343" y="1485"/>
                  </a:lnTo>
                  <a:cubicBezTo>
                    <a:pt x="343" y="1165"/>
                    <a:pt x="480" y="891"/>
                    <a:pt x="686" y="663"/>
                  </a:cubicBezTo>
                  <a:lnTo>
                    <a:pt x="686" y="663"/>
                  </a:lnTo>
                  <a:cubicBezTo>
                    <a:pt x="914" y="457"/>
                    <a:pt x="1211" y="320"/>
                    <a:pt x="1507" y="343"/>
                  </a:cubicBezTo>
                  <a:lnTo>
                    <a:pt x="1507" y="343"/>
                  </a:lnTo>
                  <a:cubicBezTo>
                    <a:pt x="1827" y="343"/>
                    <a:pt x="2124" y="457"/>
                    <a:pt x="2329" y="686"/>
                  </a:cubicBezTo>
                  <a:lnTo>
                    <a:pt x="2329" y="686"/>
                  </a:lnTo>
                  <a:cubicBezTo>
                    <a:pt x="2557" y="891"/>
                    <a:pt x="2672" y="1188"/>
                    <a:pt x="2672" y="1507"/>
                  </a:cubicBezTo>
                  <a:lnTo>
                    <a:pt x="2672" y="1507"/>
                  </a:lnTo>
                  <a:cubicBezTo>
                    <a:pt x="2649" y="1804"/>
                    <a:pt x="2535" y="2101"/>
                    <a:pt x="2306" y="2306"/>
                  </a:cubicBezTo>
                  <a:lnTo>
                    <a:pt x="2306" y="2306"/>
                  </a:lnTo>
                  <a:cubicBezTo>
                    <a:pt x="2101" y="2535"/>
                    <a:pt x="1804" y="2649"/>
                    <a:pt x="1507" y="2649"/>
                  </a:cubicBezTo>
                  <a:lnTo>
                    <a:pt x="1507" y="2649"/>
                  </a:lnTo>
                  <a:cubicBezTo>
                    <a:pt x="1507" y="2649"/>
                    <a:pt x="1507" y="2649"/>
                    <a:pt x="1485" y="2649"/>
                  </a:cubicBez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8"/>
            <p:cNvSpPr/>
            <p:nvPr/>
          </p:nvSpPr>
          <p:spPr>
            <a:xfrm>
              <a:off x="846211" y="3732048"/>
              <a:ext cx="80314" cy="31347"/>
            </a:xfrm>
            <a:custGeom>
              <a:avLst/>
              <a:gdLst/>
              <a:ahLst/>
              <a:cxnLst/>
              <a:rect l="l" t="t" r="r" b="b"/>
              <a:pathLst>
                <a:path w="4681" h="1827" extrusionOk="0">
                  <a:moveTo>
                    <a:pt x="1" y="229"/>
                  </a:moveTo>
                  <a:lnTo>
                    <a:pt x="1553" y="1804"/>
                  </a:lnTo>
                  <a:lnTo>
                    <a:pt x="4680" y="1826"/>
                  </a:lnTo>
                  <a:lnTo>
                    <a:pt x="4680" y="1507"/>
                  </a:lnTo>
                  <a:lnTo>
                    <a:pt x="1690" y="1461"/>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8"/>
            <p:cNvSpPr/>
            <p:nvPr/>
          </p:nvSpPr>
          <p:spPr>
            <a:xfrm>
              <a:off x="830546" y="4407980"/>
              <a:ext cx="51318" cy="51318"/>
            </a:xfrm>
            <a:custGeom>
              <a:avLst/>
              <a:gdLst/>
              <a:ahLst/>
              <a:cxnLst/>
              <a:rect l="l" t="t" r="r" b="b"/>
              <a:pathLst>
                <a:path w="2991" h="2991" extrusionOk="0">
                  <a:moveTo>
                    <a:pt x="1" y="1485"/>
                  </a:moveTo>
                  <a:cubicBezTo>
                    <a:pt x="1" y="1895"/>
                    <a:pt x="161" y="2261"/>
                    <a:pt x="435" y="2534"/>
                  </a:cubicBezTo>
                  <a:lnTo>
                    <a:pt x="435" y="2534"/>
                  </a:lnTo>
                  <a:cubicBezTo>
                    <a:pt x="708" y="2808"/>
                    <a:pt x="1074" y="2991"/>
                    <a:pt x="1484" y="2991"/>
                  </a:cubicBezTo>
                  <a:lnTo>
                    <a:pt x="1484" y="2991"/>
                  </a:lnTo>
                  <a:cubicBezTo>
                    <a:pt x="2306" y="2991"/>
                    <a:pt x="2991" y="2329"/>
                    <a:pt x="2991" y="1507"/>
                  </a:cubicBezTo>
                  <a:lnTo>
                    <a:pt x="2991" y="1507"/>
                  </a:lnTo>
                  <a:cubicBezTo>
                    <a:pt x="2991" y="686"/>
                    <a:pt x="2329" y="24"/>
                    <a:pt x="1507" y="1"/>
                  </a:cubicBezTo>
                  <a:lnTo>
                    <a:pt x="1507" y="1"/>
                  </a:lnTo>
                  <a:lnTo>
                    <a:pt x="1507" y="1"/>
                  </a:lnTo>
                  <a:lnTo>
                    <a:pt x="1507" y="1"/>
                  </a:lnTo>
                  <a:cubicBezTo>
                    <a:pt x="686" y="1"/>
                    <a:pt x="24" y="663"/>
                    <a:pt x="1" y="1485"/>
                  </a:cubicBezTo>
                  <a:close/>
                  <a:moveTo>
                    <a:pt x="1484" y="2649"/>
                  </a:moveTo>
                  <a:cubicBezTo>
                    <a:pt x="868" y="2649"/>
                    <a:pt x="343" y="2101"/>
                    <a:pt x="343" y="1485"/>
                  </a:cubicBezTo>
                  <a:lnTo>
                    <a:pt x="343" y="1485"/>
                  </a:lnTo>
                  <a:cubicBezTo>
                    <a:pt x="343" y="845"/>
                    <a:pt x="868" y="343"/>
                    <a:pt x="1507" y="343"/>
                  </a:cubicBezTo>
                  <a:lnTo>
                    <a:pt x="1507" y="343"/>
                  </a:lnTo>
                  <a:cubicBezTo>
                    <a:pt x="2146" y="343"/>
                    <a:pt x="2671" y="868"/>
                    <a:pt x="2649" y="1507"/>
                  </a:cubicBezTo>
                  <a:lnTo>
                    <a:pt x="2649" y="1507"/>
                  </a:lnTo>
                  <a:cubicBezTo>
                    <a:pt x="2649" y="2146"/>
                    <a:pt x="2124" y="2649"/>
                    <a:pt x="1507" y="2649"/>
                  </a:cubicBezTo>
                  <a:lnTo>
                    <a:pt x="1507" y="2649"/>
                  </a:lnTo>
                  <a:lnTo>
                    <a:pt x="1484" y="2649"/>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8"/>
            <p:cNvSpPr/>
            <p:nvPr/>
          </p:nvSpPr>
          <p:spPr>
            <a:xfrm>
              <a:off x="868927" y="4447150"/>
              <a:ext cx="74035" cy="31741"/>
            </a:xfrm>
            <a:custGeom>
              <a:avLst/>
              <a:gdLst/>
              <a:ahLst/>
              <a:cxnLst/>
              <a:rect l="l" t="t" r="r" b="b"/>
              <a:pathLst>
                <a:path w="4315" h="1850" extrusionOk="0">
                  <a:moveTo>
                    <a:pt x="1" y="229"/>
                  </a:moveTo>
                  <a:lnTo>
                    <a:pt x="1553" y="1804"/>
                  </a:lnTo>
                  <a:lnTo>
                    <a:pt x="4315" y="1849"/>
                  </a:lnTo>
                  <a:lnTo>
                    <a:pt x="4315" y="1507"/>
                  </a:lnTo>
                  <a:lnTo>
                    <a:pt x="1690" y="1484"/>
                  </a:lnTo>
                  <a:lnTo>
                    <a:pt x="252"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8"/>
            <p:cNvSpPr/>
            <p:nvPr/>
          </p:nvSpPr>
          <p:spPr>
            <a:xfrm>
              <a:off x="1094889" y="4050437"/>
              <a:ext cx="51713" cy="51318"/>
            </a:xfrm>
            <a:custGeom>
              <a:avLst/>
              <a:gdLst/>
              <a:ahLst/>
              <a:cxnLst/>
              <a:rect l="l" t="t" r="r" b="b"/>
              <a:pathLst>
                <a:path w="3014" h="2991" extrusionOk="0">
                  <a:moveTo>
                    <a:pt x="24" y="1484"/>
                  </a:moveTo>
                  <a:cubicBezTo>
                    <a:pt x="1" y="1895"/>
                    <a:pt x="184" y="2260"/>
                    <a:pt x="435" y="2534"/>
                  </a:cubicBezTo>
                  <a:lnTo>
                    <a:pt x="435" y="2534"/>
                  </a:lnTo>
                  <a:cubicBezTo>
                    <a:pt x="708" y="2808"/>
                    <a:pt x="1074" y="2991"/>
                    <a:pt x="1485" y="2991"/>
                  </a:cubicBezTo>
                  <a:lnTo>
                    <a:pt x="1485" y="2991"/>
                  </a:lnTo>
                  <a:cubicBezTo>
                    <a:pt x="1895" y="2991"/>
                    <a:pt x="2261" y="2854"/>
                    <a:pt x="2557" y="2557"/>
                  </a:cubicBezTo>
                  <a:lnTo>
                    <a:pt x="2557" y="2557"/>
                  </a:lnTo>
                  <a:cubicBezTo>
                    <a:pt x="2831" y="2283"/>
                    <a:pt x="2991" y="1918"/>
                    <a:pt x="2991" y="1507"/>
                  </a:cubicBezTo>
                  <a:lnTo>
                    <a:pt x="2991" y="1507"/>
                  </a:lnTo>
                  <a:cubicBezTo>
                    <a:pt x="3014" y="685"/>
                    <a:pt x="2352" y="23"/>
                    <a:pt x="1530" y="0"/>
                  </a:cubicBezTo>
                  <a:lnTo>
                    <a:pt x="1530" y="0"/>
                  </a:lnTo>
                  <a:lnTo>
                    <a:pt x="1507" y="0"/>
                  </a:lnTo>
                  <a:lnTo>
                    <a:pt x="1507" y="0"/>
                  </a:lnTo>
                  <a:cubicBezTo>
                    <a:pt x="686" y="0"/>
                    <a:pt x="24" y="662"/>
                    <a:pt x="24" y="1484"/>
                  </a:cubicBezTo>
                  <a:moveTo>
                    <a:pt x="1485" y="2648"/>
                  </a:moveTo>
                  <a:cubicBezTo>
                    <a:pt x="868" y="2648"/>
                    <a:pt x="343" y="2100"/>
                    <a:pt x="343" y="1484"/>
                  </a:cubicBezTo>
                  <a:lnTo>
                    <a:pt x="343" y="1484"/>
                  </a:lnTo>
                  <a:cubicBezTo>
                    <a:pt x="366" y="845"/>
                    <a:pt x="891" y="343"/>
                    <a:pt x="1507" y="343"/>
                  </a:cubicBezTo>
                  <a:lnTo>
                    <a:pt x="1507" y="343"/>
                  </a:lnTo>
                  <a:cubicBezTo>
                    <a:pt x="1827" y="343"/>
                    <a:pt x="2124" y="480"/>
                    <a:pt x="2329" y="685"/>
                  </a:cubicBezTo>
                  <a:lnTo>
                    <a:pt x="2329" y="685"/>
                  </a:lnTo>
                  <a:cubicBezTo>
                    <a:pt x="2535" y="913"/>
                    <a:pt x="2671" y="1187"/>
                    <a:pt x="2671" y="1507"/>
                  </a:cubicBezTo>
                  <a:lnTo>
                    <a:pt x="2671" y="1507"/>
                  </a:lnTo>
                  <a:cubicBezTo>
                    <a:pt x="2649" y="1826"/>
                    <a:pt x="2535" y="2100"/>
                    <a:pt x="2306" y="2329"/>
                  </a:cubicBezTo>
                  <a:lnTo>
                    <a:pt x="2306" y="2329"/>
                  </a:lnTo>
                  <a:cubicBezTo>
                    <a:pt x="2101" y="2534"/>
                    <a:pt x="1804" y="2648"/>
                    <a:pt x="1507" y="2648"/>
                  </a:cubicBezTo>
                  <a:lnTo>
                    <a:pt x="1507" y="2648"/>
                  </a:lnTo>
                  <a:lnTo>
                    <a:pt x="1485" y="2648"/>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8"/>
            <p:cNvSpPr/>
            <p:nvPr/>
          </p:nvSpPr>
          <p:spPr>
            <a:xfrm>
              <a:off x="1076874" y="3992480"/>
              <a:ext cx="30575" cy="70500"/>
            </a:xfrm>
            <a:custGeom>
              <a:avLst/>
              <a:gdLst/>
              <a:ahLst/>
              <a:cxnLst/>
              <a:rect l="l" t="t" r="r" b="b"/>
              <a:pathLst>
                <a:path w="1782" h="4109" extrusionOk="0">
                  <a:moveTo>
                    <a:pt x="1" y="2557"/>
                  </a:moveTo>
                  <a:lnTo>
                    <a:pt x="1553" y="4109"/>
                  </a:lnTo>
                  <a:lnTo>
                    <a:pt x="1781" y="3881"/>
                  </a:lnTo>
                  <a:lnTo>
                    <a:pt x="343" y="2420"/>
                  </a:lnTo>
                  <a:lnTo>
                    <a:pt x="366" y="0"/>
                  </a:lnTo>
                  <a:lnTo>
                    <a:pt x="47"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8"/>
            <p:cNvSpPr/>
            <p:nvPr/>
          </p:nvSpPr>
          <p:spPr>
            <a:xfrm>
              <a:off x="965266" y="3902009"/>
              <a:ext cx="51318" cy="51318"/>
            </a:xfrm>
            <a:custGeom>
              <a:avLst/>
              <a:gdLst/>
              <a:ahLst/>
              <a:cxnLst/>
              <a:rect l="l" t="t" r="r" b="b"/>
              <a:pathLst>
                <a:path w="2991" h="2991" extrusionOk="0">
                  <a:moveTo>
                    <a:pt x="1" y="1484"/>
                  </a:moveTo>
                  <a:cubicBezTo>
                    <a:pt x="1" y="1872"/>
                    <a:pt x="161" y="2260"/>
                    <a:pt x="434" y="2534"/>
                  </a:cubicBezTo>
                  <a:lnTo>
                    <a:pt x="434" y="2534"/>
                  </a:lnTo>
                  <a:cubicBezTo>
                    <a:pt x="708" y="2831"/>
                    <a:pt x="1074" y="2991"/>
                    <a:pt x="1484" y="2991"/>
                  </a:cubicBezTo>
                  <a:lnTo>
                    <a:pt x="1484" y="2991"/>
                  </a:lnTo>
                  <a:cubicBezTo>
                    <a:pt x="2306" y="2991"/>
                    <a:pt x="2968" y="2329"/>
                    <a:pt x="2991" y="1507"/>
                  </a:cubicBezTo>
                  <a:lnTo>
                    <a:pt x="2991" y="1507"/>
                  </a:lnTo>
                  <a:cubicBezTo>
                    <a:pt x="2991" y="708"/>
                    <a:pt x="2306" y="23"/>
                    <a:pt x="1507" y="1"/>
                  </a:cubicBezTo>
                  <a:lnTo>
                    <a:pt x="1507" y="1"/>
                  </a:lnTo>
                  <a:lnTo>
                    <a:pt x="1484" y="1"/>
                  </a:lnTo>
                  <a:lnTo>
                    <a:pt x="1484" y="1"/>
                  </a:lnTo>
                  <a:cubicBezTo>
                    <a:pt x="685" y="1"/>
                    <a:pt x="24" y="663"/>
                    <a:pt x="1" y="1484"/>
                  </a:cubicBezTo>
                  <a:close/>
                  <a:moveTo>
                    <a:pt x="1484" y="2648"/>
                  </a:moveTo>
                  <a:cubicBezTo>
                    <a:pt x="868" y="2648"/>
                    <a:pt x="343" y="2101"/>
                    <a:pt x="343" y="1484"/>
                  </a:cubicBezTo>
                  <a:lnTo>
                    <a:pt x="343" y="1484"/>
                  </a:lnTo>
                  <a:cubicBezTo>
                    <a:pt x="343" y="845"/>
                    <a:pt x="868" y="343"/>
                    <a:pt x="1507" y="343"/>
                  </a:cubicBezTo>
                  <a:lnTo>
                    <a:pt x="1507" y="343"/>
                  </a:lnTo>
                  <a:cubicBezTo>
                    <a:pt x="1827" y="343"/>
                    <a:pt x="2101" y="457"/>
                    <a:pt x="2329" y="685"/>
                  </a:cubicBezTo>
                  <a:lnTo>
                    <a:pt x="2329" y="685"/>
                  </a:lnTo>
                  <a:cubicBezTo>
                    <a:pt x="2534" y="914"/>
                    <a:pt x="2648" y="1188"/>
                    <a:pt x="2648" y="1507"/>
                  </a:cubicBezTo>
                  <a:lnTo>
                    <a:pt x="2648" y="1507"/>
                  </a:lnTo>
                  <a:cubicBezTo>
                    <a:pt x="2648" y="1827"/>
                    <a:pt x="2534" y="2101"/>
                    <a:pt x="2306" y="2329"/>
                  </a:cubicBezTo>
                  <a:lnTo>
                    <a:pt x="2306" y="2329"/>
                  </a:lnTo>
                  <a:cubicBezTo>
                    <a:pt x="2078" y="2534"/>
                    <a:pt x="1804" y="2648"/>
                    <a:pt x="1484" y="2648"/>
                  </a:cubicBezTo>
                  <a:lnTo>
                    <a:pt x="1484" y="2648"/>
                  </a:lnTo>
                  <a:lnTo>
                    <a:pt x="1484" y="2648"/>
                  </a:lnTo>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8"/>
            <p:cNvSpPr/>
            <p:nvPr/>
          </p:nvSpPr>
          <p:spPr>
            <a:xfrm>
              <a:off x="1003646" y="3941179"/>
              <a:ext cx="70123" cy="31347"/>
            </a:xfrm>
            <a:custGeom>
              <a:avLst/>
              <a:gdLst/>
              <a:ahLst/>
              <a:cxnLst/>
              <a:rect l="l" t="t" r="r" b="b"/>
              <a:pathLst>
                <a:path w="4087" h="1827" extrusionOk="0">
                  <a:moveTo>
                    <a:pt x="1" y="228"/>
                  </a:moveTo>
                  <a:lnTo>
                    <a:pt x="1530" y="1803"/>
                  </a:lnTo>
                  <a:lnTo>
                    <a:pt x="4086" y="1826"/>
                  </a:lnTo>
                  <a:lnTo>
                    <a:pt x="4086" y="1507"/>
                  </a:lnTo>
                  <a:lnTo>
                    <a:pt x="1690" y="1484"/>
                  </a:lnTo>
                  <a:lnTo>
                    <a:pt x="229" y="0"/>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5" name="Google Shape;1165;p48"/>
          <p:cNvSpPr/>
          <p:nvPr/>
        </p:nvSpPr>
        <p:spPr>
          <a:xfrm>
            <a:off x="7391455" y="2095516"/>
            <a:ext cx="257973" cy="263226"/>
          </a:xfrm>
          <a:custGeom>
            <a:avLst/>
            <a:gdLst/>
            <a:ahLst/>
            <a:cxnLst/>
            <a:rect l="l" t="t" r="r" b="b"/>
            <a:pathLst>
              <a:path w="12327" h="12578" extrusionOk="0">
                <a:moveTo>
                  <a:pt x="1" y="229"/>
                </a:moveTo>
                <a:lnTo>
                  <a:pt x="12098" y="12577"/>
                </a:lnTo>
                <a:lnTo>
                  <a:pt x="12326" y="12349"/>
                </a:lnTo>
                <a:lnTo>
                  <a:pt x="252" y="1"/>
                </a:ln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773;p47"/>
          <p:cNvSpPr txBox="1">
            <a:spLocks/>
          </p:cNvSpPr>
          <p:nvPr/>
        </p:nvSpPr>
        <p:spPr>
          <a:xfrm>
            <a:off x="1906541" y="725454"/>
            <a:ext cx="5606131" cy="1056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700"/>
              <a:buFont typeface="Alata"/>
              <a:buNone/>
              <a:defRPr sz="2700" b="1" i="0" u="none" strike="noStrike" cap="none">
                <a:solidFill>
                  <a:schemeClr val="dk1"/>
                </a:solidFill>
                <a:latin typeface="Alata"/>
                <a:ea typeface="Alata"/>
                <a:cs typeface="Alata"/>
                <a:sym typeface="Alata"/>
              </a:defRPr>
            </a:lvl1pPr>
            <a:lvl2pPr marR="0" lvl="1"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2pPr>
            <a:lvl3pPr marR="0" lvl="2"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3pPr>
            <a:lvl4pPr marR="0" lvl="3"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4pPr>
            <a:lvl5pPr marR="0" lvl="4"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5pPr>
            <a:lvl6pPr marR="0" lvl="5"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6pPr>
            <a:lvl7pPr marR="0" lvl="6"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7pPr>
            <a:lvl8pPr marR="0" lvl="7"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8pPr>
            <a:lvl9pPr marR="0" lvl="8" algn="l" rtl="0">
              <a:lnSpc>
                <a:spcPct val="100000"/>
              </a:lnSpc>
              <a:spcBef>
                <a:spcPts val="0"/>
              </a:spcBef>
              <a:spcAft>
                <a:spcPts val="0"/>
              </a:spcAft>
              <a:buClr>
                <a:schemeClr val="dk1"/>
              </a:buClr>
              <a:buSzPts val="3000"/>
              <a:buFont typeface="Alata"/>
              <a:buNone/>
              <a:defRPr sz="3000" b="1" i="0" u="none" strike="noStrike" cap="none">
                <a:solidFill>
                  <a:schemeClr val="dk1"/>
                </a:solidFill>
                <a:latin typeface="Alata"/>
                <a:ea typeface="Alata"/>
                <a:cs typeface="Alata"/>
                <a:sym typeface="Alata"/>
              </a:defRPr>
            </a:lvl9pPr>
          </a:lstStyle>
          <a:p>
            <a:pPr algn="ctr"/>
            <a:r>
              <a:rPr lang="en-US" sz="7200" dirty="0"/>
              <a:t>THANK YOU FOR </a:t>
            </a:r>
          </a:p>
          <a:p>
            <a:pPr algn="ctr"/>
            <a:r>
              <a:rPr lang="en-US" sz="7200" dirty="0"/>
              <a:t>YOUR TIME</a:t>
            </a:r>
          </a:p>
        </p:txBody>
      </p:sp>
    </p:spTree>
  </p:cSld>
  <p:clrMapOvr>
    <a:masterClrMapping/>
  </p:clrMapOvr>
</p:sld>
</file>

<file path=ppt/theme/theme1.xml><?xml version="1.0" encoding="utf-8"?>
<a:theme xmlns:a="http://schemas.openxmlformats.org/drawingml/2006/main" name="Tech Startup Newsletter by Slidesgo ">
  <a:themeElements>
    <a:clrScheme name="Simple Light">
      <a:dk1>
        <a:srgbClr val="F5F5F5"/>
      </a:dk1>
      <a:lt1>
        <a:srgbClr val="00211A"/>
      </a:lt1>
      <a:dk2>
        <a:srgbClr val="091915"/>
      </a:dk2>
      <a:lt2>
        <a:srgbClr val="00483F"/>
      </a:lt2>
      <a:accent1>
        <a:srgbClr val="03AB6F"/>
      </a:accent1>
      <a:accent2>
        <a:srgbClr val="00B491"/>
      </a:accent2>
      <a:accent3>
        <a:srgbClr val="21C79D"/>
      </a:accent3>
      <a:accent4>
        <a:srgbClr val="5FFFF1"/>
      </a:accent4>
      <a:accent5>
        <a:srgbClr val="FFFFFF"/>
      </a:accent5>
      <a:accent6>
        <a:srgbClr val="FFFFFF"/>
      </a:accent6>
      <a:hlink>
        <a:srgbClr val="F5F5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2399</TotalTime>
  <Words>448</Words>
  <Application>Microsoft Macintosh PowerPoint</Application>
  <PresentationFormat>On-screen Show (16:9)</PresentationFormat>
  <Paragraphs>51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Bebas Neue</vt:lpstr>
      <vt:lpstr>Alata</vt:lpstr>
      <vt:lpstr>Albert Sans</vt:lpstr>
      <vt:lpstr>Nunito Light</vt:lpstr>
      <vt:lpstr>Tech Startup Newsletter by Slidesgo </vt:lpstr>
      <vt:lpstr>Towards a Smart City with Smart Traffic Lights</vt:lpstr>
      <vt:lpstr>INTRODUCTION</vt:lpstr>
      <vt:lpstr>BACKGROUND AND LITERATURE REVIEW</vt:lpstr>
      <vt:lpstr>PROCESS FOR THE PROJECT</vt:lpstr>
      <vt:lpstr>SOLUTION</vt:lpstr>
      <vt:lpstr>DATA ANALYSIS AND RESULTS</vt:lpstr>
      <vt:lpstr>CONCLUSIONS AND FUTURE WORKS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a Smart City with Smart Traffic Lights</dc:title>
  <dc:creator>user</dc:creator>
  <cp:lastModifiedBy>Selina Levon Dersarkissian</cp:lastModifiedBy>
  <cp:revision>32</cp:revision>
  <dcterms:modified xsi:type="dcterms:W3CDTF">2026-03-19T09:47:48Z</dcterms:modified>
</cp:coreProperties>
</file>